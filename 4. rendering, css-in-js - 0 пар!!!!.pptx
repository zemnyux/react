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Masters/slideMaster2.xml" ContentType="application/vnd.openxmlformats-officedocument.presentationml.slide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notesMasters/notesMaster1.xml" ContentType="application/vnd.openxmlformats-officedocument.presentationml.notesMaster+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5"/>
  </p:notesMasterIdLst>
  <p:sldIdLst>
    <p:sldId id="256" r:id="rId4"/>
    <p:sldId id="257" r:id="rId6"/>
    <p:sldId id="592" r:id="rId7"/>
    <p:sldId id="679" r:id="rId8"/>
    <p:sldId id="694" r:id="rId9"/>
    <p:sldId id="697" r:id="rId10"/>
    <p:sldId id="699" r:id="rId11"/>
    <p:sldId id="700" r:id="rId12"/>
    <p:sldId id="680" r:id="rId13"/>
    <p:sldId id="701" r:id="rId14"/>
    <p:sldId id="702" r:id="rId15"/>
    <p:sldId id="703" r:id="rId16"/>
    <p:sldId id="681" r:id="rId17"/>
    <p:sldId id="711" r:id="rId18"/>
    <p:sldId id="713" r:id="rId19"/>
    <p:sldId id="714" r:id="rId20"/>
    <p:sldId id="715" r:id="rId21"/>
    <p:sldId id="682" r:id="rId22"/>
    <p:sldId id="683" r:id="rId23"/>
    <p:sldId id="716" r:id="rId24"/>
    <p:sldId id="717" r:id="rId25"/>
    <p:sldId id="719" r:id="rId26"/>
    <p:sldId id="720" r:id="rId27"/>
    <p:sldId id="721" r:id="rId28"/>
    <p:sldId id="288" r:id="rId29"/>
    <p:sldId id="289" r:id="rId30"/>
  </p:sldIdLst>
  <p:sldSz cx="9144000" cy="6858000" type="screen4x3"/>
  <p:notesSz cx="6858000" cy="9144000"/>
  <p:defaultTextStyle>
    <a:defPPr>
      <a:defRPr lang="en-GB"/>
    </a:defPPr>
    <a:lvl1pPr marL="0" lvl="0" indent="0" algn="l" defTabSz="457200" rtl="0" eaLnBrk="1" fontAlgn="base" latinLnBrk="0" hangingPunct="1">
      <a:lnSpc>
        <a:spcPct val="100000"/>
      </a:lnSpc>
      <a:spcBef>
        <a:spcPct val="0"/>
      </a:spcBef>
      <a:spcAft>
        <a:spcPct val="0"/>
      </a:spcAft>
      <a:buSzPct val="100000"/>
      <a:buFont typeface="Times New Roman" panose="02020603050405020304" pitchFamily="16" charset="0"/>
      <a:buNone/>
      <a:defRPr b="0" i="0" u="none" kern="1200" baseline="0">
        <a:solidFill>
          <a:schemeClr val="bg1"/>
        </a:solidFill>
        <a:latin typeface="Arial" panose="020B0604020202020204" pitchFamily="34" charset="0"/>
        <a:ea typeface="Microsoft YaHei" panose="020B0503020204020204" charset="-122"/>
        <a:cs typeface="+mn-cs"/>
      </a:defRPr>
    </a:lvl1pPr>
    <a:lvl2pPr marL="742950" lvl="1" indent="-285750" algn="l" defTabSz="457200" rtl="0" eaLnBrk="1" fontAlgn="base" latinLnBrk="0" hangingPunct="1">
      <a:lnSpc>
        <a:spcPct val="100000"/>
      </a:lnSpc>
      <a:spcBef>
        <a:spcPct val="0"/>
      </a:spcBef>
      <a:spcAft>
        <a:spcPct val="0"/>
      </a:spcAft>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2pPr>
    <a:lvl3pPr marL="1143000" lvl="2" indent="-228600" algn="l" defTabSz="457200" rtl="0" eaLnBrk="1" fontAlgn="base" latinLnBrk="0" hangingPunct="1">
      <a:lnSpc>
        <a:spcPct val="100000"/>
      </a:lnSpc>
      <a:spcBef>
        <a:spcPct val="0"/>
      </a:spcBef>
      <a:spcAft>
        <a:spcPct val="0"/>
      </a:spcAft>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3pPr>
    <a:lvl4pPr marL="1600200" lvl="3" indent="-228600" algn="l" defTabSz="457200" rtl="0" eaLnBrk="1" fontAlgn="base" latinLnBrk="0" hangingPunct="1">
      <a:lnSpc>
        <a:spcPct val="100000"/>
      </a:lnSpc>
      <a:spcBef>
        <a:spcPct val="0"/>
      </a:spcBef>
      <a:spcAft>
        <a:spcPct val="0"/>
      </a:spcAft>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4pPr>
    <a:lvl5pPr marL="2057400" lvl="4" indent="-228600" algn="l" defTabSz="457200" rtl="0" eaLnBrk="1" fontAlgn="base" latinLnBrk="0" hangingPunct="1">
      <a:lnSpc>
        <a:spcPct val="100000"/>
      </a:lnSpc>
      <a:spcBef>
        <a:spcPct val="0"/>
      </a:spcBef>
      <a:spcAft>
        <a:spcPct val="0"/>
      </a:spcAft>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5pPr>
    <a:lvl6pPr marL="2286000" lvl="5" indent="-228600" algn="l" defTabSz="457200" rtl="0" eaLnBrk="1" fontAlgn="base" latinLnBrk="0" hangingPunct="1">
      <a:lnSpc>
        <a:spcPct val="100000"/>
      </a:lnSpc>
      <a:spcBef>
        <a:spcPct val="0"/>
      </a:spcBef>
      <a:spcAft>
        <a:spcPct val="0"/>
      </a:spcAft>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6pPr>
    <a:lvl7pPr marL="2743200" lvl="6" indent="-228600" algn="l" defTabSz="457200" rtl="0" eaLnBrk="1" fontAlgn="base" latinLnBrk="0" hangingPunct="1">
      <a:lnSpc>
        <a:spcPct val="100000"/>
      </a:lnSpc>
      <a:spcBef>
        <a:spcPct val="0"/>
      </a:spcBef>
      <a:spcAft>
        <a:spcPct val="0"/>
      </a:spcAft>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7pPr>
    <a:lvl8pPr marL="3200400" lvl="7" indent="-228600" algn="l" defTabSz="457200" rtl="0" eaLnBrk="1" fontAlgn="base" latinLnBrk="0" hangingPunct="1">
      <a:lnSpc>
        <a:spcPct val="100000"/>
      </a:lnSpc>
      <a:spcBef>
        <a:spcPct val="0"/>
      </a:spcBef>
      <a:spcAft>
        <a:spcPct val="0"/>
      </a:spcAft>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8pPr>
    <a:lvl9pPr marL="3657600" lvl="8" indent="-228600" algn="l" defTabSz="457200" rtl="0" eaLnBrk="1" fontAlgn="base" latinLnBrk="0" hangingPunct="1">
      <a:lnSpc>
        <a:spcPct val="100000"/>
      </a:lnSpc>
      <a:spcBef>
        <a:spcPct val="0"/>
      </a:spcBef>
      <a:spcAft>
        <a:spcPct val="0"/>
      </a:spcAft>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9pPr>
  </p:defaultTextStyle>
  <p:extLst>
    <p:ext uri="{EFAFB233-063F-42B5-8137-9DF3F51BA10A}">
      <p15:sldGuideLst xmlns:p15="http://schemas.microsoft.com/office/powerpoint/2012/main">
        <p15:guide id="1" orient="horz" pos="2293" userDrawn="1">
          <p15:clr>
            <a:srgbClr val="A4A3A4"/>
          </p15:clr>
        </p15:guide>
        <p15:guide id="2" pos="289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85" d="100"/>
          <a:sy n="85" d="100"/>
        </p:scale>
        <p:origin x="-780" y="-84"/>
      </p:cViewPr>
      <p:guideLst>
        <p:guide orient="horz" pos="2293"/>
        <p:guide pos="2891"/>
      </p:guideLst>
    </p:cSldViewPr>
  </p:slideViewPr>
  <p:outlineViewPr>
    <p:cViewPr varScale="1">
      <p:scale>
        <a:sx n="170" d="200"/>
        <a:sy n="170" d="200"/>
      </p:scale>
      <p:origin x="-780" y="-84"/>
    </p:cViewPr>
  </p:outlineViewPr>
  <p:gridSpacing cx="45005" cy="45005"/>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18" Type="http://schemas.openxmlformats.org/officeDocument/2006/relationships/slide" Target="slides/slide14.xml"/><Relationship Id="rId13" Type="http://schemas.openxmlformats.org/officeDocument/2006/relationships/slide" Target="slides/slide9.xml"/><Relationship Id="rId3" Type="http://schemas.openxmlformats.org/officeDocument/2006/relationships/slideMaster" Target="slideMasters/slideMaster2.xml"/><Relationship Id="rId21" Type="http://schemas.openxmlformats.org/officeDocument/2006/relationships/slide" Target="slides/slide17.xml"/><Relationship Id="rId34" Type="http://schemas.openxmlformats.org/officeDocument/2006/relationships/customXml" Target="../customXml/item1.xml"/><Relationship Id="rId7" Type="http://schemas.openxmlformats.org/officeDocument/2006/relationships/slide" Target="slides/slide3.xml"/><Relationship Id="rId33" Type="http://schemas.openxmlformats.org/officeDocument/2006/relationships/tableStyles" Target="tableStyles.xml"/><Relationship Id="rId25" Type="http://schemas.openxmlformats.org/officeDocument/2006/relationships/slide" Target="slides/slide21.xml"/><Relationship Id="rId17" Type="http://schemas.openxmlformats.org/officeDocument/2006/relationships/slide" Target="slides/slide13.xml"/><Relationship Id="rId12" Type="http://schemas.openxmlformats.org/officeDocument/2006/relationships/slide" Target="slides/slide8.xml"/><Relationship Id="rId29" Type="http://schemas.openxmlformats.org/officeDocument/2006/relationships/slide" Target="slides/slide25.xml"/><Relationship Id="rId20" Type="http://schemas.openxmlformats.org/officeDocument/2006/relationships/slide" Target="slides/slide16.xml"/><Relationship Id="rId2" Type="http://schemas.openxmlformats.org/officeDocument/2006/relationships/theme" Target="theme/theme1.xml"/><Relationship Id="rId16" Type="http://schemas.openxmlformats.org/officeDocument/2006/relationships/slide" Target="slides/slide12.xml"/><Relationship Id="rId6" Type="http://schemas.openxmlformats.org/officeDocument/2006/relationships/slide" Target="slides/slide2.xml"/><Relationship Id="rId32" Type="http://schemas.openxmlformats.org/officeDocument/2006/relationships/viewProps" Target="viewProps.xml"/><Relationship Id="rId24" Type="http://schemas.openxmlformats.org/officeDocument/2006/relationships/slide" Target="slides/slide20.xml"/><Relationship Id="rId11" Type="http://schemas.openxmlformats.org/officeDocument/2006/relationships/slide" Target="slides/slide7.xml"/><Relationship Id="rId1" Type="http://schemas.openxmlformats.org/officeDocument/2006/relationships/slideMaster" Target="slideMasters/slideMaster1.xml"/><Relationship Id="rId5" Type="http://schemas.openxmlformats.org/officeDocument/2006/relationships/notesMaster" Target="notesMasters/notesMaster1.xml"/><Relationship Id="rId28" Type="http://schemas.openxmlformats.org/officeDocument/2006/relationships/slide" Target="slides/slide24.xml"/><Relationship Id="rId23" Type="http://schemas.openxmlformats.org/officeDocument/2006/relationships/slide" Target="slides/slide19.xml"/><Relationship Id="rId15" Type="http://schemas.openxmlformats.org/officeDocument/2006/relationships/slide" Target="slides/slide11.xml"/><Relationship Id="rId36" Type="http://schemas.openxmlformats.org/officeDocument/2006/relationships/customXml" Target="../customXml/item3.xml"/><Relationship Id="rId31" Type="http://schemas.openxmlformats.org/officeDocument/2006/relationships/presProps" Target="presProps.xml"/><Relationship Id="rId19" Type="http://schemas.openxmlformats.org/officeDocument/2006/relationships/slide" Target="slides/slide15.xml"/><Relationship Id="rId10" Type="http://schemas.openxmlformats.org/officeDocument/2006/relationships/slide" Target="slides/slide6.xml"/><Relationship Id="rId9" Type="http://schemas.openxmlformats.org/officeDocument/2006/relationships/slide" Target="slides/slide5.xml"/><Relationship Id="rId4" Type="http://schemas.openxmlformats.org/officeDocument/2006/relationships/slide" Target="slides/slide1.xml"/><Relationship Id="rId30" Type="http://schemas.openxmlformats.org/officeDocument/2006/relationships/slide" Target="slides/slide26.xml"/><Relationship Id="rId27" Type="http://schemas.openxmlformats.org/officeDocument/2006/relationships/slide" Target="slides/slide23.xml"/><Relationship Id="rId22" Type="http://schemas.openxmlformats.org/officeDocument/2006/relationships/slide" Target="slides/slide18.xml"/><Relationship Id="rId14" Type="http://schemas.openxmlformats.org/officeDocument/2006/relationships/slide" Target="slides/slide10.xml"/><Relationship Id="rId35" Type="http://schemas.openxmlformats.org/officeDocument/2006/relationships/customXml" Target="../customXml/item2.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4098" name="Rounded Rectangle 3072"/>
          <p:cNvSpPr/>
          <p:nvPr/>
        </p:nvSpPr>
        <p:spPr>
          <a:xfrm>
            <a:off x="0" y="0"/>
            <a:ext cx="6858000" cy="9144000"/>
          </a:xfrm>
          <a:prstGeom prst="roundRect">
            <a:avLst>
              <a:gd name="adj" fmla="val 23"/>
            </a:avLst>
          </a:prstGeom>
          <a:solidFill>
            <a:srgbClr val="FFFFFF"/>
          </a:solidFill>
          <a:ln w="9360">
            <a:noFill/>
          </a:ln>
        </p:spPr>
        <p:txBody>
          <a:bodyPr anchor="t" anchorCtr="0"/>
          <a:p>
            <a:pPr lvl="0"/>
            <a:endParaRPr lang="en-US" altLang="zh-CN"/>
          </a:p>
        </p:txBody>
      </p:sp>
      <p:sp>
        <p:nvSpPr>
          <p:cNvPr id="4099" name="Rounded Rectangle 3073"/>
          <p:cNvSpPr/>
          <p:nvPr/>
        </p:nvSpPr>
        <p:spPr>
          <a:xfrm>
            <a:off x="0" y="0"/>
            <a:ext cx="6858000" cy="9144000"/>
          </a:xfrm>
          <a:prstGeom prst="roundRect">
            <a:avLst>
              <a:gd name="adj" fmla="val 23"/>
            </a:avLst>
          </a:prstGeom>
          <a:solidFill>
            <a:srgbClr val="FFFFFF"/>
          </a:solidFill>
          <a:ln w="9525">
            <a:noFill/>
          </a:ln>
        </p:spPr>
        <p:txBody>
          <a:bodyPr anchor="t" anchorCtr="0"/>
          <a:p>
            <a:pPr lvl="0"/>
            <a:endParaRPr lang="en-US" altLang="zh-CN"/>
          </a:p>
        </p:txBody>
      </p:sp>
      <p:sp>
        <p:nvSpPr>
          <p:cNvPr id="4100" name="Text Box 3074"/>
          <p:cNvSpPr txBox="1"/>
          <p:nvPr/>
        </p:nvSpPr>
        <p:spPr>
          <a:xfrm>
            <a:off x="0" y="0"/>
            <a:ext cx="2971800" cy="457200"/>
          </a:xfrm>
          <a:prstGeom prst="rect">
            <a:avLst/>
          </a:prstGeom>
          <a:noFill/>
          <a:ln w="9525">
            <a:noFill/>
          </a:ln>
        </p:spPr>
        <p:txBody>
          <a:bodyPr anchor="t" anchorCtr="0"/>
          <a:p>
            <a:pPr lvl="0"/>
            <a:endParaRPr lang="en-US" altLang="zh-CN"/>
          </a:p>
        </p:txBody>
      </p:sp>
      <p:sp>
        <p:nvSpPr>
          <p:cNvPr id="4101" name="Text Box 3075"/>
          <p:cNvSpPr txBox="1"/>
          <p:nvPr/>
        </p:nvSpPr>
        <p:spPr>
          <a:xfrm>
            <a:off x="3884613" y="0"/>
            <a:ext cx="2971800" cy="457200"/>
          </a:xfrm>
          <a:prstGeom prst="rect">
            <a:avLst/>
          </a:prstGeom>
          <a:noFill/>
          <a:ln w="9525">
            <a:noFill/>
          </a:ln>
        </p:spPr>
        <p:txBody>
          <a:bodyPr anchor="t" anchorCtr="0"/>
          <a:p>
            <a:pPr lvl="0"/>
            <a:endParaRPr lang="en-US" altLang="zh-CN"/>
          </a:p>
        </p:txBody>
      </p:sp>
      <p:sp>
        <p:nvSpPr>
          <p:cNvPr id="4102" name="Slide Image Placeholder 3076"/>
          <p:cNvSpPr>
            <a:spLocks noGrp="1"/>
          </p:cNvSpPr>
          <p:nvPr>
            <p:ph type="sldImg"/>
          </p:nvPr>
        </p:nvSpPr>
        <p:spPr>
          <a:xfrm>
            <a:off x="1143000" y="685800"/>
            <a:ext cx="4568825" cy="3425825"/>
          </a:xfrm>
          <a:prstGeom prst="rect">
            <a:avLst/>
          </a:prstGeom>
          <a:noFill/>
          <a:ln w="9360" cap="sq" cmpd="sng">
            <a:solidFill>
              <a:srgbClr val="000000"/>
            </a:solidFill>
            <a:prstDash val="solid"/>
            <a:miter/>
            <a:headEnd type="none" w="med" len="med"/>
            <a:tailEnd type="none" w="med" len="med"/>
          </a:ln>
        </p:spPr>
      </p:sp>
      <p:sp>
        <p:nvSpPr>
          <p:cNvPr id="4103" name="Text Placeholder 3077"/>
          <p:cNvSpPr>
            <a:spLocks noGrp="1"/>
          </p:cNvSpPr>
          <p:nvPr>
            <p:ph type="body"/>
          </p:nvPr>
        </p:nvSpPr>
        <p:spPr>
          <a:xfrm>
            <a:off x="685800" y="4343400"/>
            <a:ext cx="5483225" cy="4111625"/>
          </a:xfrm>
          <a:prstGeom prst="rect">
            <a:avLst/>
          </a:prstGeom>
          <a:noFill/>
          <a:ln w="9525">
            <a:noFill/>
          </a:ln>
        </p:spPr>
        <p:txBody>
          <a:bodyPr wrap="square" lIns="90000" tIns="46800" rIns="90000" bIns="46800" anchor="t" anchorCtr="0"/>
          <a:p>
            <a:pPr lvl="0"/>
            <a:endParaRPr lang="en-GB"/>
          </a:p>
        </p:txBody>
      </p:sp>
      <p:sp>
        <p:nvSpPr>
          <p:cNvPr id="4104" name="Text Box 3078"/>
          <p:cNvSpPr txBox="1"/>
          <p:nvPr/>
        </p:nvSpPr>
        <p:spPr>
          <a:xfrm>
            <a:off x="0" y="8685213"/>
            <a:ext cx="2971800" cy="457200"/>
          </a:xfrm>
          <a:prstGeom prst="rect">
            <a:avLst/>
          </a:prstGeom>
          <a:noFill/>
          <a:ln w="9525">
            <a:noFill/>
          </a:ln>
        </p:spPr>
        <p:txBody>
          <a:bodyPr anchor="t" anchorCtr="0"/>
          <a:p>
            <a:pPr lvl="0"/>
            <a:endParaRPr lang="en-US" altLang="zh-CN"/>
          </a:p>
        </p:txBody>
      </p:sp>
      <p:sp>
        <p:nvSpPr>
          <p:cNvPr id="3080" name="Slide Number Placeholder 3079"/>
          <p:cNvSpPr>
            <a:spLocks noGrp="1"/>
          </p:cNvSpPr>
          <p:nvPr>
            <p:ph type="sldNum"/>
          </p:nvPr>
        </p:nvSpPr>
        <p:spPr>
          <a:xfrm>
            <a:off x="3884613" y="8685213"/>
            <a:ext cx="2968625" cy="454025"/>
          </a:xfrm>
          <a:prstGeom prst="rect">
            <a:avLst/>
          </a:prstGeom>
          <a:noFill/>
          <a:ln w="9525">
            <a:noFill/>
          </a:ln>
        </p:spPr>
        <p:txBody>
          <a:bodyPr wrap="square" lIns="90000" tIns="46800" rIns="90000" bIns="46800" anchor="b" anchorCtr="0"/>
          <a:p>
            <a:pPr marL="215900" lvl="0" indent="-213995" algn="r" defTabSz="457200" eaLnBrk="1" fontAlgn="base"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strike="noStrike" noProof="1" dirty="0" err="1">
                <a:latin typeface="Times New Roman" panose="02020603050405020304" pitchFamily="16" charset="0"/>
                <a:ea typeface="Arial Unicode MS" charset="-122"/>
                <a:cs typeface="+mn-cs"/>
              </a:rPr>
            </a:fld>
            <a:endParaRPr lang="ru-RU" altLang="x-none" sz="1200" strike="noStrike" noProof="1" dirty="0" err="1">
              <a:latin typeface="Times New Roman" panose="02020603050405020304" pitchFamily="16" charset="0"/>
              <a:ea typeface="Arial Unicode MS" charset="-122"/>
            </a:endParaRPr>
          </a:p>
        </p:txBody>
      </p:sp>
    </p:spTree>
  </p:cSld>
  <p:clrMap bg1="lt1" tx1="dk1" bg2="lt2" tx2="dk2" accent1="accent1" accent2="accent2" accent3="accent3" accent4="accent4" accent5="accent5" accent6="accent6" hlink="hlink" folHlink="folHlink"/>
  <p:hf sldNum="0" hdr="0" ftr="0" dt="0"/>
  <p:notesStyle>
    <a:lvl1pPr marL="0" lvl="0" indent="0" algn="l" defTabSz="457200" rtl="0" eaLnBrk="0" fontAlgn="base" latinLnBrk="0" hangingPunct="0">
      <a:lnSpc>
        <a:spcPct val="100000"/>
      </a:lnSpc>
      <a:spcBef>
        <a:spcPct val="30000"/>
      </a:spcBef>
      <a:spcAft>
        <a:spcPct val="0"/>
      </a:spcAft>
      <a:buClr>
        <a:srgbClr val="000000"/>
      </a:buClr>
      <a:buSzPct val="100000"/>
      <a:buFont typeface="Times New Roman" panose="02020603050405020304" pitchFamily="16" charset="0"/>
      <a:buNone/>
      <a:defRPr sz="1200" b="0" i="0" u="none" kern="1200" baseline="0">
        <a:solidFill>
          <a:srgbClr val="000000"/>
        </a:solidFill>
        <a:latin typeface="Times New Roman" panose="02020603050405020304" pitchFamily="16" charset="0"/>
      </a:defRPr>
    </a:lvl1pPr>
    <a:lvl2pPr marL="742950" lvl="1" indent="-285750" algn="l" defTabSz="457200" rtl="0" eaLnBrk="0" fontAlgn="base" latinLnBrk="0" hangingPunct="0">
      <a:lnSpc>
        <a:spcPct val="100000"/>
      </a:lnSpc>
      <a:spcBef>
        <a:spcPct val="30000"/>
      </a:spcBef>
      <a:spcAft>
        <a:spcPct val="0"/>
      </a:spcAft>
      <a:buClr>
        <a:srgbClr val="000000"/>
      </a:buClr>
      <a:buSzPct val="100000"/>
      <a:buFont typeface="Times New Roman" panose="02020603050405020304" pitchFamily="16" charset="0"/>
      <a:buNone/>
      <a:defRPr sz="1200" b="0" i="0" u="none" kern="1200" baseline="0">
        <a:solidFill>
          <a:srgbClr val="000000"/>
        </a:solidFill>
        <a:latin typeface="Times New Roman" panose="02020603050405020304" pitchFamily="16" charset="0"/>
      </a:defRPr>
    </a:lvl2pPr>
    <a:lvl3pPr marL="1143000" lvl="2" indent="-228600" algn="l" defTabSz="457200" rtl="0" eaLnBrk="0" fontAlgn="base" latinLnBrk="0" hangingPunct="0">
      <a:lnSpc>
        <a:spcPct val="100000"/>
      </a:lnSpc>
      <a:spcBef>
        <a:spcPct val="30000"/>
      </a:spcBef>
      <a:spcAft>
        <a:spcPct val="0"/>
      </a:spcAft>
      <a:buClr>
        <a:srgbClr val="000000"/>
      </a:buClr>
      <a:buSzPct val="100000"/>
      <a:buFont typeface="Times New Roman" panose="02020603050405020304" pitchFamily="16" charset="0"/>
      <a:buNone/>
      <a:defRPr sz="1200" b="0" i="0" u="none" kern="1200" baseline="0">
        <a:solidFill>
          <a:srgbClr val="000000"/>
        </a:solidFill>
        <a:latin typeface="Times New Roman" panose="02020603050405020304" pitchFamily="16" charset="0"/>
      </a:defRPr>
    </a:lvl3pPr>
    <a:lvl4pPr marL="1600200" lvl="3" indent="-228600" algn="l" defTabSz="457200" rtl="0" eaLnBrk="0" fontAlgn="base" latinLnBrk="0" hangingPunct="0">
      <a:lnSpc>
        <a:spcPct val="100000"/>
      </a:lnSpc>
      <a:spcBef>
        <a:spcPct val="30000"/>
      </a:spcBef>
      <a:spcAft>
        <a:spcPct val="0"/>
      </a:spcAft>
      <a:buClr>
        <a:srgbClr val="000000"/>
      </a:buClr>
      <a:buSzPct val="100000"/>
      <a:buFont typeface="Times New Roman" panose="02020603050405020304" pitchFamily="16" charset="0"/>
      <a:buNone/>
      <a:defRPr sz="1200" b="0" i="0" u="none" kern="1200" baseline="0">
        <a:solidFill>
          <a:srgbClr val="000000"/>
        </a:solidFill>
        <a:latin typeface="Times New Roman" panose="02020603050405020304" pitchFamily="16" charset="0"/>
      </a:defRPr>
    </a:lvl4pPr>
    <a:lvl5pPr marL="2057400" lvl="4" indent="-228600" algn="l" defTabSz="457200" rtl="0" eaLnBrk="0" fontAlgn="base" latinLnBrk="0" hangingPunct="0">
      <a:lnSpc>
        <a:spcPct val="100000"/>
      </a:lnSpc>
      <a:spcBef>
        <a:spcPct val="30000"/>
      </a:spcBef>
      <a:spcAft>
        <a:spcPct val="0"/>
      </a:spcAft>
      <a:buClr>
        <a:srgbClr val="000000"/>
      </a:buClr>
      <a:buSzPct val="100000"/>
      <a:buFont typeface="Times New Roman" panose="02020603050405020304" pitchFamily="16" charset="0"/>
      <a:buNone/>
      <a:defRPr sz="1200" b="0" i="0" u="none" kern="1200" baseline="0">
        <a:solidFill>
          <a:srgbClr val="000000"/>
        </a:solidFill>
        <a:latin typeface="Times New Roman" panose="02020603050405020304" pitchFamily="16" charset="0"/>
      </a:defRPr>
    </a:lvl5pPr>
    <a:lvl6pPr marL="2286000" lvl="5" indent="-228600" algn="l" defTabSz="457200" rtl="0" eaLnBrk="0" fontAlgn="base" latinLnBrk="0" hangingPunct="0">
      <a:lnSpc>
        <a:spcPct val="100000"/>
      </a:lnSpc>
      <a:spcBef>
        <a:spcPct val="30000"/>
      </a:spcBef>
      <a:spcAft>
        <a:spcPct val="0"/>
      </a:spcAft>
      <a:buClr>
        <a:srgbClr val="000000"/>
      </a:buClr>
      <a:buSzPct val="100000"/>
      <a:buFont typeface="Times New Roman" panose="02020603050405020304" pitchFamily="16" charset="0"/>
      <a:buNone/>
      <a:defRPr sz="1200" b="0" i="0" u="none" kern="1200" baseline="0">
        <a:solidFill>
          <a:srgbClr val="000000"/>
        </a:solidFill>
        <a:latin typeface="Times New Roman" panose="02020603050405020304" pitchFamily="16" charset="0"/>
      </a:defRPr>
    </a:lvl6pPr>
    <a:lvl7pPr marL="2743200" lvl="6" indent="-228600" algn="l" defTabSz="457200" rtl="0" eaLnBrk="0" fontAlgn="base" latinLnBrk="0" hangingPunct="0">
      <a:lnSpc>
        <a:spcPct val="100000"/>
      </a:lnSpc>
      <a:spcBef>
        <a:spcPct val="30000"/>
      </a:spcBef>
      <a:spcAft>
        <a:spcPct val="0"/>
      </a:spcAft>
      <a:buClr>
        <a:srgbClr val="000000"/>
      </a:buClr>
      <a:buSzPct val="100000"/>
      <a:buFont typeface="Times New Roman" panose="02020603050405020304" pitchFamily="16" charset="0"/>
      <a:buNone/>
      <a:defRPr sz="1200" b="0" i="0" u="none" kern="1200" baseline="0">
        <a:solidFill>
          <a:srgbClr val="000000"/>
        </a:solidFill>
        <a:latin typeface="Times New Roman" panose="02020603050405020304" pitchFamily="16" charset="0"/>
      </a:defRPr>
    </a:lvl7pPr>
    <a:lvl8pPr marL="3200400" lvl="7" indent="-228600" algn="l" defTabSz="457200" rtl="0" eaLnBrk="0" fontAlgn="base" latinLnBrk="0" hangingPunct="0">
      <a:lnSpc>
        <a:spcPct val="100000"/>
      </a:lnSpc>
      <a:spcBef>
        <a:spcPct val="30000"/>
      </a:spcBef>
      <a:spcAft>
        <a:spcPct val="0"/>
      </a:spcAft>
      <a:buClr>
        <a:srgbClr val="000000"/>
      </a:buClr>
      <a:buSzPct val="100000"/>
      <a:buFont typeface="Times New Roman" panose="02020603050405020304" pitchFamily="16" charset="0"/>
      <a:buNone/>
      <a:defRPr sz="1200" b="0" i="0" u="none" kern="1200" baseline="0">
        <a:solidFill>
          <a:srgbClr val="000000"/>
        </a:solidFill>
        <a:latin typeface="Times New Roman" panose="02020603050405020304" pitchFamily="16" charset="0"/>
      </a:defRPr>
    </a:lvl8pPr>
    <a:lvl9pPr marL="3657600" lvl="8" indent="-228600" algn="l" defTabSz="457200" rtl="0" eaLnBrk="0" fontAlgn="base" latinLnBrk="0" hangingPunct="0">
      <a:lnSpc>
        <a:spcPct val="100000"/>
      </a:lnSpc>
      <a:spcBef>
        <a:spcPct val="30000"/>
      </a:spcBef>
      <a:spcAft>
        <a:spcPct val="0"/>
      </a:spcAft>
      <a:buClr>
        <a:srgbClr val="000000"/>
      </a:buClr>
      <a:buSzPct val="100000"/>
      <a:buFont typeface="Times New Roman" panose="02020603050405020304" pitchFamily="16" charset="0"/>
      <a:buNone/>
      <a:defRPr sz="1200" b="0" i="0" u="none" kern="1200" baseline="0">
        <a:solidFill>
          <a:srgbClr val="000000"/>
        </a:solidFill>
        <a:latin typeface="Times New Roman" panose="02020603050405020304" pitchFamily="16" charset="0"/>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6146" name="Slide Number Placeholder 1"/>
          <p:cNvSpPr/>
          <p:nvPr>
            <p:ph type="sldNum" sz="quarter"/>
          </p:nvPr>
        </p:nvSpPr>
        <p:spPr>
          <a:xfrm>
            <a:off x="3884613" y="8685213"/>
            <a:ext cx="2968625" cy="454025"/>
          </a:xfrm>
          <a:prstGeom prst="rect">
            <a:avLst/>
          </a:prstGeom>
          <a:noFill/>
          <a:ln w="9525">
            <a:noFill/>
          </a:ln>
        </p:spPr>
        <p:txBody>
          <a:bodyPr wrap="square" lIns="90000" tIns="46800" rIns="90000" bIns="46800" anchor="b" anchorCtr="0"/>
          <a:p>
            <a:pPr marL="215900" lvl="0" indent="-213995" algn="r" defTabSz="457200">
              <a:buClrTx/>
              <a:buSzPct val="45000"/>
              <a:buFontTx/>
              <a:tabLst>
                <a:tab pos="723900" algn="l"/>
                <a:tab pos="1447800" algn="l"/>
                <a:tab pos="2171700" algn="l"/>
                <a:tab pos="2895600" algn="l"/>
              </a:tabLst>
            </a:pPr>
            <a:fld id="{9A0DB2DC-4C9A-4742-B13C-FB6460FD3503}" type="slidenum">
              <a:rPr lang="ru-RU" altLang="x-none" sz="1200" dirty="0" err="1">
                <a:solidFill>
                  <a:srgbClr val="000000"/>
                </a:solidFill>
                <a:latin typeface="Times New Roman" panose="02020603050405020304" pitchFamily="16" charset="0"/>
                <a:ea typeface="Arial Unicode MS" charset="-122"/>
              </a:rPr>
            </a:fld>
            <a:endParaRPr lang="ru-RU" altLang="x-none" sz="1200" dirty="0" err="1">
              <a:solidFill>
                <a:srgbClr val="000000"/>
              </a:solidFill>
              <a:latin typeface="Times New Roman" panose="02020603050405020304" pitchFamily="16" charset="0"/>
              <a:ea typeface="Arial Unicode MS" charset="-122"/>
            </a:endParaRPr>
          </a:p>
        </p:txBody>
      </p:sp>
      <p:sp>
        <p:nvSpPr>
          <p:cNvPr id="6147" name="Slide Image Placeholder 38912"/>
          <p:cNvSpPr txBox="1">
            <a:spLocks noGrp="1"/>
          </p:cNvSpPr>
          <p:nvPr>
            <p:ph type="sldImg"/>
          </p:nvPr>
        </p:nvSpPr>
        <p:spPr>
          <a:xfrm>
            <a:off x="1143000" y="685800"/>
            <a:ext cx="4572000" cy="3429000"/>
          </a:xfrm>
          <a:solidFill>
            <a:srgbClr val="FFFFFF"/>
          </a:solidFill>
          <a:ln cap="flat"/>
        </p:spPr>
      </p:sp>
      <p:sp>
        <p:nvSpPr>
          <p:cNvPr id="6148" name="Text Placeholder 38913"/>
          <p:cNvSpPr txBox="1">
            <a:spLocks noGrp="1"/>
          </p:cNvSpPr>
          <p:nvPr>
            <p:ph type="body"/>
          </p:nvPr>
        </p:nvSpPr>
        <p:spPr>
          <a:xfrm>
            <a:off x="685800" y="4343400"/>
            <a:ext cx="5486400" cy="4114800"/>
          </a:xfrm>
        </p:spPr>
        <p:txBody>
          <a:bodyPr wrap="none" lIns="90000" tIns="46800" rIns="90000" bIns="46800" anchor="ctr" anchorCtr="0"/>
          <a:p>
            <a:pPr lvl="0"/>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8194" name="Slide Number Placeholder 1"/>
          <p:cNvSpPr/>
          <p:nvPr>
            <p:ph type="sldNum" sz="quarter"/>
          </p:nvPr>
        </p:nvSpPr>
        <p:spPr>
          <a:xfrm>
            <a:off x="3884613" y="8685213"/>
            <a:ext cx="2968625" cy="454025"/>
          </a:xfrm>
          <a:prstGeom prst="rect">
            <a:avLst/>
          </a:prstGeom>
          <a:noFill/>
          <a:ln w="9525">
            <a:noFill/>
          </a:ln>
        </p:spPr>
        <p:txBody>
          <a:bodyPr wrap="square" lIns="90000" tIns="46800" rIns="90000" bIns="46800" anchor="b" anchorCtr="0"/>
          <a:p>
            <a:pPr marL="215900" lvl="0" indent="-213995" algn="r" defTabSz="457200">
              <a:buClrTx/>
              <a:buSzPct val="45000"/>
              <a:buFontTx/>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ea typeface="Arial Unicode MS" charset="-122"/>
              </a:rPr>
            </a:fld>
            <a:endParaRPr lang="ru-RU" altLang="x-none" sz="1200" dirty="0" err="1">
              <a:latin typeface="Times New Roman" panose="02020603050405020304" pitchFamily="16" charset="0"/>
              <a:ea typeface="Arial Unicode MS" charset="-122"/>
            </a:endParaRPr>
          </a:p>
        </p:txBody>
      </p:sp>
      <p:sp>
        <p:nvSpPr>
          <p:cNvPr id="8195" name="Slide Image Placeholder 39936"/>
          <p:cNvSpPr txBox="1">
            <a:spLocks noGrp="1"/>
          </p:cNvSpPr>
          <p:nvPr>
            <p:ph type="sldImg"/>
          </p:nvPr>
        </p:nvSpPr>
        <p:spPr>
          <a:xfrm>
            <a:off x="1143000" y="685800"/>
            <a:ext cx="4572000" cy="3429000"/>
          </a:xfrm>
          <a:solidFill>
            <a:srgbClr val="FFFFFF"/>
          </a:solidFill>
          <a:ln cap="flat"/>
        </p:spPr>
      </p:sp>
      <p:sp>
        <p:nvSpPr>
          <p:cNvPr id="8196" name="Text Placeholder 39937"/>
          <p:cNvSpPr txBox="1">
            <a:spLocks noGrp="1"/>
          </p:cNvSpPr>
          <p:nvPr>
            <p:ph type="body"/>
          </p:nvPr>
        </p:nvSpPr>
        <p:spPr>
          <a:xfrm>
            <a:off x="685800" y="4343400"/>
            <a:ext cx="5486400" cy="4114800"/>
          </a:xfrm>
        </p:spPr>
        <p:txBody>
          <a:bodyPr wrap="none" lIns="90000" tIns="46800" rIns="90000" bIns="46800" anchor="ctr" anchorCtr="0"/>
          <a:p>
            <a:pPr lvl="0"/>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109569" name="Slide Image Placeholder 10956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109570" name="Text Placeholder 10956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109569" name="Slide Image Placeholder 10956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109570" name="Text Placeholder 10956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109569" name="Slide Image Placeholder 10956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109570" name="Text Placeholder 10956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109569" name="Slide Image Placeholder 10956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109570" name="Text Placeholder 10956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109569" name="Slide Image Placeholder 10956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109570" name="Text Placeholder 10956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109569" name="Slide Image Placeholder 10956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109570" name="Text Placeholder 10956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109569" name="Slide Image Placeholder 10956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109570" name="Text Placeholder 10956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109569" name="Slide Image Placeholder 10956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109570" name="Text Placeholder 10956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109569" name="Slide Image Placeholder 10956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109570" name="Text Placeholder 10956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109569" name="Slide Image Placeholder 10956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109570" name="Text Placeholder 10956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109569" name="Slide Image Placeholder 10956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109570" name="Text Placeholder 10956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109569" name="Slide Image Placeholder 10956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109570" name="Text Placeholder 10956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109569" name="Slide Image Placeholder 10956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109570" name="Text Placeholder 10956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109569" name="Slide Image Placeholder 10956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109570" name="Text Placeholder 10956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109569" name="Slide Image Placeholder 10956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109570" name="Text Placeholder 10956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109569" name="Slide Image Placeholder 10956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109570" name="Text Placeholder 10956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109569" name="Slide Image Placeholder 10956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109570" name="Text Placeholder 10956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109569" name="Slide Image Placeholder 10956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109570" name="Text Placeholder 10956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109569" name="Slide Image Placeholder 10956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109570" name="Text Placeholder 10956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109569" name="Slide Image Placeholder 10956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109570" name="Text Placeholder 10956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109569" name="Slide Image Placeholder 10956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109570" name="Text Placeholder 10956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109569" name="Slide Image Placeholder 10956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109570" name="Text Placeholder 10956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98306" name="Slide Number Placeholder 1"/>
          <p:cNvSpPr/>
          <p:nvPr>
            <p:ph type="sldNum" sz="quarter"/>
          </p:nvPr>
        </p:nvSpPr>
        <p:spPr>
          <a:xfrm>
            <a:off x="3884613" y="8685213"/>
            <a:ext cx="2968625" cy="454025"/>
          </a:xfrm>
          <a:prstGeom prst="rect">
            <a:avLst/>
          </a:prstGeom>
          <a:noFill/>
          <a:ln w="9525">
            <a:noFill/>
          </a:ln>
        </p:spPr>
        <p:txBody>
          <a:bodyPr wrap="square" lIns="90000" tIns="46800" rIns="90000" bIns="46800" anchor="b" anchorCtr="0"/>
          <a:p>
            <a:pPr marL="215900" lvl="0" indent="-213995" algn="r" defTabSz="457200">
              <a:buClrTx/>
              <a:buSzPct val="45000"/>
              <a:buFontTx/>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ea typeface="Arial Unicode MS" charset="-122"/>
              </a:rPr>
            </a:fld>
            <a:endParaRPr lang="ru-RU" altLang="x-none" sz="1200" dirty="0" err="1">
              <a:latin typeface="Times New Roman" panose="02020603050405020304" pitchFamily="16" charset="0"/>
              <a:ea typeface="Arial Unicode MS" charset="-122"/>
            </a:endParaRPr>
          </a:p>
        </p:txBody>
      </p:sp>
      <p:sp>
        <p:nvSpPr>
          <p:cNvPr id="98307" name="Slide Image Placeholder 71680"/>
          <p:cNvSpPr txBox="1">
            <a:spLocks noGrp="1"/>
          </p:cNvSpPr>
          <p:nvPr>
            <p:ph type="sldImg"/>
          </p:nvPr>
        </p:nvSpPr>
        <p:spPr>
          <a:xfrm>
            <a:off x="1143000" y="685800"/>
            <a:ext cx="4572000" cy="3429000"/>
          </a:xfrm>
          <a:solidFill>
            <a:srgbClr val="FFFFFF"/>
          </a:solidFill>
          <a:ln cap="flat"/>
        </p:spPr>
      </p:sp>
      <p:sp>
        <p:nvSpPr>
          <p:cNvPr id="98308" name="Text Placeholder 71681"/>
          <p:cNvSpPr txBox="1">
            <a:spLocks noGrp="1"/>
          </p:cNvSpPr>
          <p:nvPr>
            <p:ph type="body"/>
          </p:nvPr>
        </p:nvSpPr>
        <p:spPr>
          <a:xfrm>
            <a:off x="685800" y="4343400"/>
            <a:ext cx="5486400" cy="4114800"/>
          </a:xfrm>
        </p:spPr>
        <p:txBody>
          <a:bodyPr wrap="none" lIns="90000" tIns="46800" rIns="90000" bIns="46800" anchor="ctr" anchorCtr="0"/>
          <a:p>
            <a:pPr lvl="0"/>
            <a:endParaRPr lang="en-GB"/>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00354" name="Slide Number Placeholder 1"/>
          <p:cNvSpPr/>
          <p:nvPr>
            <p:ph type="sldNum" sz="quarter"/>
          </p:nvPr>
        </p:nvSpPr>
        <p:spPr>
          <a:xfrm>
            <a:off x="3884613" y="8685213"/>
            <a:ext cx="2968625" cy="454025"/>
          </a:xfrm>
          <a:prstGeom prst="rect">
            <a:avLst/>
          </a:prstGeom>
          <a:noFill/>
          <a:ln w="9525">
            <a:noFill/>
          </a:ln>
        </p:spPr>
        <p:txBody>
          <a:bodyPr wrap="square" lIns="90000" tIns="46800" rIns="90000" bIns="46800" anchor="b" anchorCtr="0"/>
          <a:p>
            <a:pPr marL="215900" lvl="0" indent="-213995" algn="r" defTabSz="457200">
              <a:buClrTx/>
              <a:buSzPct val="45000"/>
              <a:buFontTx/>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ea typeface="Arial Unicode MS" charset="-122"/>
              </a:rPr>
            </a:fld>
            <a:endParaRPr lang="ru-RU" altLang="x-none" sz="1200" dirty="0" err="1">
              <a:latin typeface="Times New Roman" panose="02020603050405020304" pitchFamily="16" charset="0"/>
              <a:ea typeface="Arial Unicode MS" charset="-122"/>
            </a:endParaRPr>
          </a:p>
        </p:txBody>
      </p:sp>
      <p:sp>
        <p:nvSpPr>
          <p:cNvPr id="100355" name="Slide Image Placeholder 72704"/>
          <p:cNvSpPr txBox="1">
            <a:spLocks noGrp="1"/>
          </p:cNvSpPr>
          <p:nvPr>
            <p:ph type="sldImg"/>
          </p:nvPr>
        </p:nvSpPr>
        <p:spPr>
          <a:xfrm>
            <a:off x="1143000" y="685800"/>
            <a:ext cx="4572000" cy="3429000"/>
          </a:xfrm>
          <a:solidFill>
            <a:srgbClr val="FFFFFF"/>
          </a:solidFill>
          <a:ln cap="flat"/>
        </p:spPr>
      </p:sp>
      <p:sp>
        <p:nvSpPr>
          <p:cNvPr id="100356" name="Text Placeholder 72705"/>
          <p:cNvSpPr txBox="1">
            <a:spLocks noGrp="1"/>
          </p:cNvSpPr>
          <p:nvPr>
            <p:ph type="body"/>
          </p:nvPr>
        </p:nvSpPr>
        <p:spPr>
          <a:xfrm>
            <a:off x="685800" y="4343400"/>
            <a:ext cx="5486400" cy="4114800"/>
          </a:xfrm>
        </p:spPr>
        <p:txBody>
          <a:bodyPr wrap="none" lIns="90000" tIns="46800" rIns="90000" bIns="46800" anchor="ctr" anchorCtr="0"/>
          <a:p>
            <a:pPr lvl="0"/>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pPr fontAlgn="base"/>
            <a:r>
              <a:rPr lang="en-US" strike="noStrike" noProof="1" smtClean="0"/>
              <a:t>Click to edit Master title style</a:t>
            </a:r>
            <a:endParaRPr lang="en-US" strike="noStrike" noProof="1"/>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en-US" strike="noStrike" noProof="1" smtClean="0"/>
              <a:t>Click to edit Master subtitle style</a:t>
            </a:r>
            <a:endParaRPr lang="en-US" strike="noStrike" noProof="1"/>
          </a:p>
        </p:txBody>
      </p:sp>
      <p:sp>
        <p:nvSpPr>
          <p:cNvPr id="4" name="Slide Number Placeholder 3"/>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Content Placeholder 2"/>
          <p:cNvSpPr>
            <a:spLocks noGrp="1"/>
          </p:cNvSpPr>
          <p:nvPr>
            <p:ph idx="1"/>
          </p:nvPr>
        </p:nvSpPr>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Slide Number Placeholder 3"/>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4500"/>
            </a:lvl1pPr>
          </a:lstStyle>
          <a:p>
            <a:pPr fontAlgn="base"/>
            <a:r>
              <a:rPr lang="en-US" strike="noStrike" noProof="1" smtClean="0"/>
              <a:t>Click to edit Master title style</a:t>
            </a:r>
            <a:endParaRPr lang="en-US" strike="noStrike" noProof="1"/>
          </a:p>
        </p:txBody>
      </p:sp>
      <p:sp>
        <p:nvSpPr>
          <p:cNvPr id="3" name="Text Placeholder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en-US" strike="noStrike" noProof="1" smtClean="0"/>
              <a:t>Click to edit Master text styles</a:t>
            </a:r>
            <a:endParaRPr lang="en-US" strike="noStrike" noProof="1" smtClean="0"/>
          </a:p>
        </p:txBody>
      </p:sp>
      <p:sp>
        <p:nvSpPr>
          <p:cNvPr id="4" name="Slide Number Placeholder 3"/>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Content Placeholder 2"/>
          <p:cNvSpPr>
            <a:spLocks noGrp="1"/>
          </p:cNvSpPr>
          <p:nvPr>
            <p:ph sz="half" idx="1"/>
          </p:nvPr>
        </p:nvSpPr>
        <p:spPr>
          <a:xfrm>
            <a:off x="609600" y="1600200"/>
            <a:ext cx="3881596" cy="4416425"/>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Content Placeholder 3"/>
          <p:cNvSpPr>
            <a:spLocks noGrp="1"/>
          </p:cNvSpPr>
          <p:nvPr>
            <p:ph sz="half" idx="2"/>
          </p:nvPr>
        </p:nvSpPr>
        <p:spPr>
          <a:xfrm>
            <a:off x="4649629" y="1600200"/>
            <a:ext cx="3881596" cy="4416425"/>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5" name="Slide Number Placeholder 4"/>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1325563"/>
          </a:xfrm>
        </p:spPr>
        <p:txBody>
          <a:bodyPr/>
          <a:lstStyle/>
          <a:p>
            <a:pPr fontAlgn="base"/>
            <a:r>
              <a:rPr lang="en-US" strike="noStrike" noProof="1" smtClean="0"/>
              <a:t>Click to edit Master title style</a:t>
            </a:r>
            <a:endParaRPr lang="en-US" strike="noStrike" noProof="1"/>
          </a:p>
        </p:txBody>
      </p:sp>
      <p:sp>
        <p:nvSpPr>
          <p:cNvPr id="3" name="Text Placeholder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en-US" strike="noStrike" noProof="1" smtClean="0"/>
              <a:t>Click to edit Master text styles</a:t>
            </a:r>
            <a:endParaRPr lang="en-US" strike="noStrike" noProof="1" smtClean="0"/>
          </a:p>
        </p:txBody>
      </p:sp>
      <p:sp>
        <p:nvSpPr>
          <p:cNvPr id="4" name="Content Placeholder 3"/>
          <p:cNvSpPr>
            <a:spLocks noGrp="1"/>
          </p:cNvSpPr>
          <p:nvPr>
            <p:ph sz="half" idx="2"/>
          </p:nvPr>
        </p:nvSpPr>
        <p:spPr>
          <a:xfrm>
            <a:off x="629841" y="2505075"/>
            <a:ext cx="3868340" cy="3684588"/>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en-US" strike="noStrike" noProof="1" smtClean="0"/>
              <a:t>Click to edit Master text styles</a:t>
            </a:r>
            <a:endParaRPr lang="en-US" strike="noStrike" noProof="1" smtClean="0"/>
          </a:p>
        </p:txBody>
      </p:sp>
      <p:sp>
        <p:nvSpPr>
          <p:cNvPr id="6" name="Content Placeholder 5"/>
          <p:cNvSpPr>
            <a:spLocks noGrp="1"/>
          </p:cNvSpPr>
          <p:nvPr>
            <p:ph sz="quarter" idx="4"/>
          </p:nvPr>
        </p:nvSpPr>
        <p:spPr>
          <a:xfrm>
            <a:off x="4629150" y="2505075"/>
            <a:ext cx="3887391" cy="3684588"/>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7" name="Slide Number Placeholder 6"/>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Slide Number Placeholder 2"/>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pPr fontAlgn="base"/>
            <a:r>
              <a:rPr lang="en-US" strike="noStrike" noProof="1" smtClean="0"/>
              <a:t>Click to edit Master title style</a:t>
            </a:r>
            <a:endParaRPr lang="en-US" strike="noStrike" noProof="1"/>
          </a:p>
        </p:txBody>
      </p:sp>
      <p:sp>
        <p:nvSpPr>
          <p:cNvPr id="3" name="Content Placeholder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en-US" strike="noStrike" noProof="1" smtClean="0"/>
              <a:t>Click to edit Master text styles</a:t>
            </a:r>
            <a:endParaRPr lang="en-US" strike="noStrike" noProof="1" smtClean="0"/>
          </a:p>
        </p:txBody>
      </p:sp>
      <p:sp>
        <p:nvSpPr>
          <p:cNvPr id="5" name="Slide Number Placeholder 4"/>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pPr fontAlgn="base"/>
            <a:r>
              <a:rPr lang="en-US" strike="noStrike" noProof="1" smtClean="0"/>
              <a:t>Click to edit Master title style</a:t>
            </a:r>
            <a:endParaRPr lang="en-US" strike="noStrike" noProof="1"/>
          </a:p>
        </p:txBody>
      </p:sp>
      <p:sp>
        <p:nvSpPr>
          <p:cNvPr id="3" name="Picture Placeholder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en-US" strike="noStrike" noProof="1"/>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en-US" strike="noStrike" noProof="1" smtClean="0"/>
              <a:t>Click to edit Master text styles</a:t>
            </a:r>
            <a:endParaRPr lang="en-US" strike="noStrike" noProof="1" smtClean="0"/>
          </a:p>
        </p:txBody>
      </p:sp>
      <p:sp>
        <p:nvSpPr>
          <p:cNvPr id="5" name="Slide Number Placeholder 4"/>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Vertical Text Placeholder 2"/>
          <p:cNvSpPr>
            <a:spLocks noGrp="1"/>
          </p:cNvSpPr>
          <p:nvPr>
            <p:ph type="body" orient="vert" idx="1"/>
          </p:nvPr>
        </p:nvSpPr>
        <p:spPr/>
        <p:txBody>
          <a:bodyPr vert="eaVert"/>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Slide Number Placeholder 3"/>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47235" y="228600"/>
            <a:ext cx="2083991" cy="5788025"/>
          </a:xfrm>
        </p:spPr>
        <p:txBody>
          <a:bodyPr vert="eaVert"/>
          <a:lstStyle/>
          <a:p>
            <a:pPr fontAlgn="base"/>
            <a:r>
              <a:rPr lang="en-US" strike="noStrike" noProof="1" smtClean="0"/>
              <a:t>Click to edit Master title style</a:t>
            </a:r>
            <a:endParaRPr lang="en-US" strike="noStrike" noProof="1"/>
          </a:p>
        </p:txBody>
      </p:sp>
      <p:sp>
        <p:nvSpPr>
          <p:cNvPr id="3" name="Vertical Text Placeholder 2"/>
          <p:cNvSpPr>
            <a:spLocks noGrp="1"/>
          </p:cNvSpPr>
          <p:nvPr>
            <p:ph type="body" orient="vert" idx="1"/>
          </p:nvPr>
        </p:nvSpPr>
        <p:spPr>
          <a:xfrm>
            <a:off x="195263" y="228600"/>
            <a:ext cx="6131160" cy="5788025"/>
          </a:xfrm>
        </p:spPr>
        <p:txBody>
          <a:bodyPr vert="eaVert"/>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Slide Number Placeholder 3"/>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type="body" idx="1"/>
          </p:nvPr>
        </p:nvSpPr>
        <p:spPr>
          <a:xfrm>
            <a:off x="311700" y="1536633"/>
            <a:ext cx="8520600" cy="4555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19" name="Google Shape;19;p4"/>
          <p:cNvSpPr txBox="1"/>
          <p:nvPr>
            <p:ph type="sldNum" idx="12"/>
          </p:nvPr>
        </p:nvSpPr>
        <p:spPr>
          <a:xfrm>
            <a:off x="8472458" y="6217623"/>
            <a:ext cx="5487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pPr fontAlgn="base"/>
            <a:r>
              <a:rPr lang="en-US" strike="noStrike" noProof="1" smtClean="0"/>
              <a:t>Click to edit Master title style</a:t>
            </a:r>
            <a:endParaRPr lang="en-US" strike="noStrike" noProof="1"/>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en-US" strike="noStrike" noProof="1" smtClean="0"/>
              <a:t>Click to edit Master subtitle style</a:t>
            </a:r>
            <a:endParaRPr lang="en-US" strike="noStrike" noProof="1"/>
          </a:p>
        </p:txBody>
      </p:sp>
      <p:sp>
        <p:nvSpPr>
          <p:cNvPr id="4" name="Slide Number Placeholder 3"/>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Content Placeholder 2"/>
          <p:cNvSpPr>
            <a:spLocks noGrp="1"/>
          </p:cNvSpPr>
          <p:nvPr>
            <p:ph idx="1"/>
          </p:nvPr>
        </p:nvSpPr>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Slide Number Placeholder 3"/>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4500"/>
            </a:lvl1pPr>
          </a:lstStyle>
          <a:p>
            <a:pPr fontAlgn="base"/>
            <a:r>
              <a:rPr lang="en-US" strike="noStrike" noProof="1" smtClean="0"/>
              <a:t>Click to edit Master title style</a:t>
            </a:r>
            <a:endParaRPr lang="en-US" strike="noStrike" noProof="1"/>
          </a:p>
        </p:txBody>
      </p:sp>
      <p:sp>
        <p:nvSpPr>
          <p:cNvPr id="3" name="Text Placeholder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en-US" strike="noStrike" noProof="1" smtClean="0"/>
              <a:t>Click to edit Master text styles</a:t>
            </a:r>
            <a:endParaRPr lang="en-US" strike="noStrike" noProof="1" smtClean="0"/>
          </a:p>
        </p:txBody>
      </p:sp>
      <p:sp>
        <p:nvSpPr>
          <p:cNvPr id="4" name="Slide Number Placeholder 3"/>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Content Placeholder 2"/>
          <p:cNvSpPr>
            <a:spLocks noGrp="1"/>
          </p:cNvSpPr>
          <p:nvPr>
            <p:ph sz="half" idx="1"/>
          </p:nvPr>
        </p:nvSpPr>
        <p:spPr>
          <a:xfrm>
            <a:off x="609600" y="1600200"/>
            <a:ext cx="3881596" cy="4416425"/>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Content Placeholder 3"/>
          <p:cNvSpPr>
            <a:spLocks noGrp="1"/>
          </p:cNvSpPr>
          <p:nvPr>
            <p:ph sz="half" idx="2"/>
          </p:nvPr>
        </p:nvSpPr>
        <p:spPr>
          <a:xfrm>
            <a:off x="4649629" y="1600200"/>
            <a:ext cx="3881596" cy="4416425"/>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5" name="Slide Number Placeholder 4"/>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1325563"/>
          </a:xfrm>
        </p:spPr>
        <p:txBody>
          <a:bodyPr/>
          <a:lstStyle/>
          <a:p>
            <a:pPr fontAlgn="base"/>
            <a:r>
              <a:rPr lang="en-US" strike="noStrike" noProof="1" smtClean="0"/>
              <a:t>Click to edit Master title style</a:t>
            </a:r>
            <a:endParaRPr lang="en-US" strike="noStrike" noProof="1"/>
          </a:p>
        </p:txBody>
      </p:sp>
      <p:sp>
        <p:nvSpPr>
          <p:cNvPr id="3" name="Text Placeholder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en-US" strike="noStrike" noProof="1" smtClean="0"/>
              <a:t>Click to edit Master text styles</a:t>
            </a:r>
            <a:endParaRPr lang="en-US" strike="noStrike" noProof="1" smtClean="0"/>
          </a:p>
        </p:txBody>
      </p:sp>
      <p:sp>
        <p:nvSpPr>
          <p:cNvPr id="4" name="Content Placeholder 3"/>
          <p:cNvSpPr>
            <a:spLocks noGrp="1"/>
          </p:cNvSpPr>
          <p:nvPr>
            <p:ph sz="half" idx="2"/>
          </p:nvPr>
        </p:nvSpPr>
        <p:spPr>
          <a:xfrm>
            <a:off x="629841" y="2505075"/>
            <a:ext cx="3868340" cy="3684588"/>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en-US" strike="noStrike" noProof="1" smtClean="0"/>
              <a:t>Click to edit Master text styles</a:t>
            </a:r>
            <a:endParaRPr lang="en-US" strike="noStrike" noProof="1" smtClean="0"/>
          </a:p>
        </p:txBody>
      </p:sp>
      <p:sp>
        <p:nvSpPr>
          <p:cNvPr id="6" name="Content Placeholder 5"/>
          <p:cNvSpPr>
            <a:spLocks noGrp="1"/>
          </p:cNvSpPr>
          <p:nvPr>
            <p:ph sz="quarter" idx="4"/>
          </p:nvPr>
        </p:nvSpPr>
        <p:spPr>
          <a:xfrm>
            <a:off x="4629150" y="2505075"/>
            <a:ext cx="3887391" cy="3684588"/>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7" name="Slide Number Placeholder 6"/>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Slide Number Placeholder 2"/>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pPr fontAlgn="base"/>
            <a:r>
              <a:rPr lang="en-US" strike="noStrike" noProof="1" smtClean="0"/>
              <a:t>Click to edit Master title style</a:t>
            </a:r>
            <a:endParaRPr lang="en-US" strike="noStrike" noProof="1"/>
          </a:p>
        </p:txBody>
      </p:sp>
      <p:sp>
        <p:nvSpPr>
          <p:cNvPr id="3" name="Content Placeholder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en-US" strike="noStrike" noProof="1" smtClean="0"/>
              <a:t>Click to edit Master text styles</a:t>
            </a:r>
            <a:endParaRPr lang="en-US" strike="noStrike" noProof="1" smtClean="0"/>
          </a:p>
        </p:txBody>
      </p:sp>
      <p:sp>
        <p:nvSpPr>
          <p:cNvPr id="5" name="Slide Number Placeholder 4"/>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pPr fontAlgn="base"/>
            <a:r>
              <a:rPr lang="en-US" strike="noStrike" noProof="1" smtClean="0"/>
              <a:t>Click to edit Master title style</a:t>
            </a:r>
            <a:endParaRPr lang="en-US" strike="noStrike" noProof="1"/>
          </a:p>
        </p:txBody>
      </p:sp>
      <p:sp>
        <p:nvSpPr>
          <p:cNvPr id="3" name="Picture Placeholder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en-US" strike="noStrike" noProof="1"/>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en-US" strike="noStrike" noProof="1" smtClean="0"/>
              <a:t>Click to edit Master text styles</a:t>
            </a:r>
            <a:endParaRPr lang="en-US" strike="noStrike" noProof="1" smtClean="0"/>
          </a:p>
        </p:txBody>
      </p:sp>
      <p:sp>
        <p:nvSpPr>
          <p:cNvPr id="5" name="Slide Number Placeholder 4"/>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Vertical Text Placeholder 2"/>
          <p:cNvSpPr>
            <a:spLocks noGrp="1"/>
          </p:cNvSpPr>
          <p:nvPr>
            <p:ph type="body" orient="vert" idx="1"/>
          </p:nvPr>
        </p:nvSpPr>
        <p:spPr/>
        <p:txBody>
          <a:bodyPr vert="eaVert"/>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Slide Number Placeholder 3"/>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47235" y="228600"/>
            <a:ext cx="2083991" cy="5788025"/>
          </a:xfrm>
        </p:spPr>
        <p:txBody>
          <a:bodyPr vert="eaVert"/>
          <a:lstStyle/>
          <a:p>
            <a:pPr fontAlgn="base"/>
            <a:r>
              <a:rPr lang="en-US" strike="noStrike" noProof="1" smtClean="0"/>
              <a:t>Click to edit Master title style</a:t>
            </a:r>
            <a:endParaRPr lang="en-US" strike="noStrike" noProof="1"/>
          </a:p>
        </p:txBody>
      </p:sp>
      <p:sp>
        <p:nvSpPr>
          <p:cNvPr id="3" name="Vertical Text Placeholder 2"/>
          <p:cNvSpPr>
            <a:spLocks noGrp="1"/>
          </p:cNvSpPr>
          <p:nvPr>
            <p:ph type="body" orient="vert" idx="1"/>
          </p:nvPr>
        </p:nvSpPr>
        <p:spPr>
          <a:xfrm>
            <a:off x="195263" y="228600"/>
            <a:ext cx="6131160" cy="5788025"/>
          </a:xfrm>
        </p:spPr>
        <p:txBody>
          <a:bodyPr vert="eaVert"/>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Slide Number Placeholder 3"/>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2" Type="http://schemas.openxmlformats.org/officeDocument/2006/relationships/theme" Target="../theme/theme2.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grpSp>
        <p:nvGrpSpPr>
          <p:cNvPr id="1026" name="Group 1024"/>
          <p:cNvGrpSpPr/>
          <p:nvPr/>
        </p:nvGrpSpPr>
        <p:grpSpPr>
          <a:xfrm>
            <a:off x="0" y="152400"/>
            <a:ext cx="8683625" cy="6092825"/>
            <a:chOff x="0" y="96"/>
            <a:chExt cx="5470" cy="3838"/>
          </a:xfrm>
        </p:grpSpPr>
        <p:sp>
          <p:nvSpPr>
            <p:cNvPr id="1027" name="Rounded Rectangle 1025"/>
            <p:cNvSpPr/>
            <p:nvPr/>
          </p:nvSpPr>
          <p:spPr>
            <a:xfrm>
              <a:off x="240" y="336"/>
              <a:ext cx="5230" cy="3598"/>
            </a:xfrm>
            <a:prstGeom prst="roundRect">
              <a:avLst>
                <a:gd name="adj" fmla="val 13727"/>
              </a:avLst>
            </a:prstGeom>
            <a:noFill/>
            <a:ln w="50760" cap="sq" cmpd="sng">
              <a:solidFill>
                <a:srgbClr val="669999"/>
              </a:solidFill>
              <a:prstDash val="solid"/>
              <a:miter/>
              <a:headEnd type="none" w="med" len="med"/>
              <a:tailEnd type="none" w="med" len="med"/>
            </a:ln>
          </p:spPr>
          <p:txBody>
            <a:bodyPr anchor="t" anchorCtr="0"/>
            <a:p>
              <a:pPr lvl="0"/>
              <a:endParaRPr lang="en-US" altLang="zh-CN">
                <a:latin typeface="Arial" panose="020B0604020202020204" pitchFamily="34" charset="0"/>
              </a:endParaRPr>
            </a:p>
          </p:txBody>
        </p:sp>
        <p:sp>
          <p:nvSpPr>
            <p:cNvPr id="1028" name="Freeform 1026"/>
            <p:cNvSpPr/>
            <p:nvPr/>
          </p:nvSpPr>
          <p:spPr>
            <a:xfrm>
              <a:off x="0" y="96"/>
              <a:ext cx="5374" cy="766"/>
            </a:xfrm>
            <a:custGeom>
              <a:avLst/>
              <a:gdLst/>
              <a:ahLst/>
              <a:cxnLst>
                <a:cxn ang="0">
                  <a:pos x="0" y="0"/>
                </a:cxn>
                <a:cxn ang="0">
                  <a:pos x="2" y="0"/>
                </a:cxn>
                <a:cxn ang="0">
                  <a:pos x="2" y="2"/>
                </a:cxn>
                <a:cxn ang="0">
                  <a:pos x="2" y="2"/>
                </a:cxn>
                <a:cxn ang="0">
                  <a:pos x="0" y="2"/>
                </a:cxn>
              </a:cxnLst>
              <a:pathLst>
                <a:path w="7000" h="1000">
                  <a:moveTo>
                    <a:pt x="0" y="0"/>
                  </a:moveTo>
                  <a:lnTo>
                    <a:pt x="6499" y="0"/>
                  </a:lnTo>
                  <a:cubicBezTo>
                    <a:pt x="6776" y="0"/>
                    <a:pt x="7000" y="223"/>
                    <a:pt x="7000" y="500"/>
                  </a:cubicBezTo>
                  <a:cubicBezTo>
                    <a:pt x="7000" y="776"/>
                    <a:pt x="6776" y="999"/>
                    <a:pt x="6500" y="1000"/>
                  </a:cubicBezTo>
                  <a:lnTo>
                    <a:pt x="0" y="1000"/>
                  </a:lnTo>
                  <a:lnTo>
                    <a:pt x="0" y="0"/>
                  </a:lnTo>
                  <a:close/>
                </a:path>
              </a:pathLst>
            </a:custGeom>
            <a:solidFill>
              <a:srgbClr val="6666CC"/>
            </a:solidFill>
            <a:ln w="9525">
              <a:noFill/>
            </a:ln>
          </p:spPr>
          <p:txBody>
            <a:bodyPr/>
            <a:p>
              <a:endParaRPr lang="en-US"/>
            </a:p>
          </p:txBody>
        </p:sp>
        <p:sp>
          <p:nvSpPr>
            <p:cNvPr id="1029" name="Straight Connector 1027"/>
            <p:cNvSpPr/>
            <p:nvPr/>
          </p:nvSpPr>
          <p:spPr>
            <a:xfrm>
              <a:off x="0" y="768"/>
              <a:ext cx="5086" cy="0"/>
            </a:xfrm>
            <a:prstGeom prst="line">
              <a:avLst/>
            </a:prstGeom>
            <a:ln w="38160" cap="sq" cmpd="sng">
              <a:solidFill>
                <a:srgbClr val="FFFFFF"/>
              </a:solidFill>
              <a:prstDash val="solid"/>
              <a:miter/>
              <a:headEnd type="none" w="med" len="med"/>
              <a:tailEnd type="none" w="med" len="med"/>
            </a:ln>
          </p:spPr>
        </p:sp>
      </p:grpSp>
      <p:sp>
        <p:nvSpPr>
          <p:cNvPr id="1030" name="Title 1028"/>
          <p:cNvSpPr>
            <a:spLocks noGrp="1"/>
          </p:cNvSpPr>
          <p:nvPr>
            <p:ph type="title"/>
          </p:nvPr>
        </p:nvSpPr>
        <p:spPr>
          <a:xfrm>
            <a:off x="195263" y="228600"/>
            <a:ext cx="8012112" cy="911225"/>
          </a:xfrm>
          <a:prstGeom prst="rect">
            <a:avLst/>
          </a:prstGeom>
          <a:noFill/>
          <a:ln w="9525">
            <a:noFill/>
          </a:ln>
        </p:spPr>
        <p:txBody>
          <a:bodyPr wrap="square" lIns="90000" tIns="46800" rIns="90000" bIns="46800" anchor="ctr" anchorCtr="0"/>
          <a:p>
            <a:pPr lvl="0"/>
            <a:r>
              <a:rPr lang="en-GB" dirty="0"/>
              <a:t>Для правки текста заголовка щелкните мышью</a:t>
            </a:r>
            <a:endParaRPr lang="en-GB" dirty="0"/>
          </a:p>
        </p:txBody>
      </p:sp>
      <p:sp>
        <p:nvSpPr>
          <p:cNvPr id="1031" name="Text Placeholder 1029"/>
          <p:cNvSpPr>
            <a:spLocks noGrp="1"/>
          </p:cNvSpPr>
          <p:nvPr>
            <p:ph type="body"/>
          </p:nvPr>
        </p:nvSpPr>
        <p:spPr>
          <a:xfrm>
            <a:off x="609600" y="1600200"/>
            <a:ext cx="7921625" cy="4416425"/>
          </a:xfrm>
          <a:prstGeom prst="rect">
            <a:avLst/>
          </a:prstGeom>
          <a:noFill/>
          <a:ln w="9525">
            <a:noFill/>
          </a:ln>
        </p:spPr>
        <p:txBody>
          <a:bodyPr wrap="square" lIns="90000" tIns="46800" rIns="90000" bIns="46800" anchor="t" anchorCtr="0"/>
          <a:p>
            <a:pPr lvl="0"/>
            <a:r>
              <a:rPr lang="en-GB" dirty="0"/>
              <a:t>Для правки структуры щелкните мышью</a:t>
            </a:r>
            <a:endParaRPr lang="en-GB" dirty="0"/>
          </a:p>
          <a:p>
            <a:pPr lvl="1"/>
            <a:r>
              <a:rPr lang="en-GB" dirty="0"/>
              <a:t>Второй уровень структуры</a:t>
            </a:r>
            <a:endParaRPr lang="en-GB" dirty="0"/>
          </a:p>
          <a:p>
            <a:pPr lvl="2"/>
            <a:r>
              <a:rPr lang="en-GB" dirty="0"/>
              <a:t>Третий уровень структуры</a:t>
            </a:r>
            <a:endParaRPr lang="en-GB" dirty="0"/>
          </a:p>
          <a:p>
            <a:pPr lvl="3"/>
            <a:r>
              <a:rPr lang="en-GB" dirty="0"/>
              <a:t>Четвёртый уровень структуры</a:t>
            </a:r>
            <a:endParaRPr lang="en-GB" dirty="0"/>
          </a:p>
          <a:p>
            <a:pPr lvl="4"/>
            <a:r>
              <a:rPr lang="en-GB" dirty="0"/>
              <a:t>Пятый уровень структуры</a:t>
            </a:r>
            <a:endParaRPr lang="en-GB" dirty="0"/>
          </a:p>
          <a:p>
            <a:pPr lvl="4"/>
            <a:r>
              <a:rPr lang="en-GB" dirty="0"/>
              <a:t>Шестой уровень структуры</a:t>
            </a:r>
            <a:endParaRPr lang="en-GB" dirty="0"/>
          </a:p>
          <a:p>
            <a:pPr lvl="4"/>
            <a:r>
              <a:rPr lang="en-GB" dirty="0"/>
              <a:t>Седьмой уровень структуры</a:t>
            </a:r>
            <a:endParaRPr lang="en-GB" dirty="0"/>
          </a:p>
          <a:p>
            <a:pPr lvl="4"/>
            <a:r>
              <a:rPr lang="en-GB" dirty="0"/>
              <a:t>Восьмой уровень структуры</a:t>
            </a:r>
            <a:endParaRPr lang="en-GB" dirty="0"/>
          </a:p>
          <a:p>
            <a:pPr lvl="4"/>
            <a:r>
              <a:rPr lang="en-GB" dirty="0"/>
              <a:t>Девятый уровень структуры</a:t>
            </a:r>
            <a:endParaRPr lang="en-GB" dirty="0"/>
          </a:p>
        </p:txBody>
      </p:sp>
      <p:sp>
        <p:nvSpPr>
          <p:cNvPr id="1032" name="Text Box 1030"/>
          <p:cNvSpPr txBox="1"/>
          <p:nvPr/>
        </p:nvSpPr>
        <p:spPr>
          <a:xfrm>
            <a:off x="457200" y="6248400"/>
            <a:ext cx="2133600" cy="457200"/>
          </a:xfrm>
          <a:prstGeom prst="rect">
            <a:avLst/>
          </a:prstGeom>
          <a:noFill/>
          <a:ln w="9525">
            <a:noFill/>
          </a:ln>
        </p:spPr>
        <p:txBody>
          <a:bodyPr anchor="t" anchorCtr="0"/>
          <a:p>
            <a:pPr lvl="0"/>
            <a:endParaRPr lang="en-US" altLang="zh-CN">
              <a:latin typeface="Arial" panose="020B0604020202020204" pitchFamily="34" charset="0"/>
            </a:endParaRPr>
          </a:p>
        </p:txBody>
      </p:sp>
      <p:sp>
        <p:nvSpPr>
          <p:cNvPr id="1033" name="Text Box 1031"/>
          <p:cNvSpPr txBox="1"/>
          <p:nvPr/>
        </p:nvSpPr>
        <p:spPr>
          <a:xfrm>
            <a:off x="3124200" y="6248400"/>
            <a:ext cx="2895600" cy="457200"/>
          </a:xfrm>
          <a:prstGeom prst="rect">
            <a:avLst/>
          </a:prstGeom>
          <a:noFill/>
          <a:ln w="9525">
            <a:noFill/>
          </a:ln>
        </p:spPr>
        <p:txBody>
          <a:bodyPr anchor="t" anchorCtr="0"/>
          <a:p>
            <a:pPr lvl="0"/>
            <a:endParaRPr lang="en-US" altLang="zh-CN">
              <a:latin typeface="Arial" panose="020B0604020202020204" pitchFamily="34" charset="0"/>
            </a:endParaRPr>
          </a:p>
        </p:txBody>
      </p:sp>
      <p:sp>
        <p:nvSpPr>
          <p:cNvPr id="2" name="Slide Number Placeholder 1032"/>
          <p:cNvSpPr>
            <a:spLocks noGrp="1"/>
          </p:cNvSpPr>
          <p:nvPr>
            <p:ph type="sldNum"/>
          </p:nvPr>
        </p:nvSpPr>
        <p:spPr>
          <a:xfrm>
            <a:off x="6553200" y="6248400"/>
            <a:ext cx="2130425" cy="454025"/>
          </a:xfrm>
          <a:prstGeom prst="rect">
            <a:avLst/>
          </a:prstGeom>
          <a:noFill/>
          <a:ln w="9525">
            <a:noFill/>
          </a:ln>
        </p:spPr>
        <p:txBody>
          <a:bodyPr wrap="square" lIns="90000" tIns="46800" rIns="90000" bIns="46800" anchor="b" anchorCtr="0"/>
          <a:lstStyle>
            <a:lvl1pPr>
              <a:buFontTx/>
              <a:defRPr/>
            </a:lvl1pPr>
          </a:lstStyle>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marL="0" lvl="0" indent="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4200" b="0" i="0" u="none" kern="1200" baseline="0">
          <a:solidFill>
            <a:srgbClr val="FFFFFF"/>
          </a:solidFill>
          <a:latin typeface="+mj-lt"/>
          <a:ea typeface="+mj-ea"/>
          <a:cs typeface="+mj-cs"/>
        </a:defRPr>
      </a:lvl1pPr>
      <a:lvl2pPr marL="742950" lvl="1" indent="-28575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4200" b="0" i="0" u="none" kern="1200" baseline="0">
          <a:solidFill>
            <a:srgbClr val="FFFFFF"/>
          </a:solidFill>
          <a:latin typeface="Arial" panose="020B0604020202020204" pitchFamily="34" charset="0"/>
          <a:ea typeface="Microsoft YaHei" panose="020B0503020204020204" charset="-122"/>
          <a:cs typeface="+mj-cs"/>
        </a:defRPr>
      </a:lvl2pPr>
      <a:lvl3pPr marL="1143000" lvl="2" indent="-22860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4200" b="0" i="0" u="none" kern="1200" baseline="0">
          <a:solidFill>
            <a:srgbClr val="FFFFFF"/>
          </a:solidFill>
          <a:latin typeface="Arial" panose="020B0604020202020204" pitchFamily="34" charset="0"/>
          <a:ea typeface="Microsoft YaHei" panose="020B0503020204020204" charset="-122"/>
          <a:cs typeface="+mj-cs"/>
        </a:defRPr>
      </a:lvl3pPr>
      <a:lvl4pPr marL="1600200" lvl="3" indent="-22860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4200" b="0" i="0" u="none" kern="1200" baseline="0">
          <a:solidFill>
            <a:srgbClr val="FFFFFF"/>
          </a:solidFill>
          <a:latin typeface="Arial" panose="020B0604020202020204" pitchFamily="34" charset="0"/>
          <a:ea typeface="Microsoft YaHei" panose="020B0503020204020204" charset="-122"/>
          <a:cs typeface="+mj-cs"/>
        </a:defRPr>
      </a:lvl4pPr>
      <a:lvl5pPr marL="2057400" lvl="4" indent="-22860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4200" b="0" i="0" u="none" kern="1200" baseline="0">
          <a:solidFill>
            <a:srgbClr val="FFFFFF"/>
          </a:solidFill>
          <a:latin typeface="Arial" panose="020B0604020202020204" pitchFamily="34" charset="0"/>
          <a:ea typeface="Microsoft YaHei" panose="020B0503020204020204" charset="-122"/>
          <a:cs typeface="+mj-cs"/>
        </a:defRPr>
      </a:lvl5pPr>
    </p:titleStyle>
    <p:bodyStyle>
      <a:lvl1pPr marL="342900" lvl="0" indent="-342900" algn="l" defTabSz="457200" rtl="0" eaLnBrk="0" fontAlgn="base" latinLnBrk="0" hangingPunct="0">
        <a:lnSpc>
          <a:spcPct val="100000"/>
        </a:lnSpc>
        <a:spcBef>
          <a:spcPts val="800"/>
        </a:spcBef>
        <a:spcAft>
          <a:spcPct val="0"/>
        </a:spcAft>
        <a:buClr>
          <a:srgbClr val="000000"/>
        </a:buClr>
        <a:buSzPct val="100000"/>
        <a:buFont typeface="Times New Roman" panose="02020603050405020304" pitchFamily="16" charset="0"/>
        <a:buNone/>
        <a:defRPr sz="3200" b="0" i="0" u="none" kern="1200" baseline="0">
          <a:solidFill>
            <a:srgbClr val="000000"/>
          </a:solidFill>
          <a:latin typeface="+mn-lt"/>
          <a:ea typeface="+mn-ea"/>
          <a:cs typeface="+mn-cs"/>
        </a:defRPr>
      </a:lvl1pPr>
      <a:lvl2pPr marL="742950" lvl="1" indent="-285750" algn="l" defTabSz="457200" rtl="0" eaLnBrk="0" fontAlgn="base" latinLnBrk="0" hangingPunct="0">
        <a:lnSpc>
          <a:spcPct val="100000"/>
        </a:lnSpc>
        <a:spcBef>
          <a:spcPts val="700"/>
        </a:spcBef>
        <a:spcAft>
          <a:spcPct val="0"/>
        </a:spcAft>
        <a:buClr>
          <a:srgbClr val="000000"/>
        </a:buClr>
        <a:buSzPct val="100000"/>
        <a:buFont typeface="Times New Roman" panose="02020603050405020304" pitchFamily="16" charset="0"/>
        <a:buNone/>
        <a:defRPr sz="2800" b="0" i="0" u="none" kern="1200" baseline="0">
          <a:solidFill>
            <a:srgbClr val="000000"/>
          </a:solidFill>
          <a:latin typeface="Arial" panose="020B0604020202020204" pitchFamily="34" charset="0"/>
          <a:ea typeface="Microsoft YaHei" panose="020B0503020204020204" charset="-122"/>
          <a:cs typeface="+mn-cs"/>
        </a:defRPr>
      </a:lvl2pPr>
      <a:lvl3pPr marL="1143000" lvl="2" indent="-228600" algn="l" defTabSz="457200" rtl="0" eaLnBrk="0" fontAlgn="base" latinLnBrk="0" hangingPunct="0">
        <a:lnSpc>
          <a:spcPct val="100000"/>
        </a:lnSpc>
        <a:spcBef>
          <a:spcPts val="600"/>
        </a:spcBef>
        <a:spcAft>
          <a:spcPct val="0"/>
        </a:spcAft>
        <a:buClr>
          <a:srgbClr val="000000"/>
        </a:buClr>
        <a:buSzPct val="100000"/>
        <a:buFont typeface="Times New Roman" panose="02020603050405020304" pitchFamily="16" charset="0"/>
        <a:buNone/>
        <a:defRPr sz="2400" b="0" i="0" u="none" kern="1200" baseline="0">
          <a:solidFill>
            <a:srgbClr val="000000"/>
          </a:solidFill>
          <a:latin typeface="Arial" panose="020B0604020202020204" pitchFamily="34" charset="0"/>
          <a:ea typeface="Microsoft YaHei" panose="020B0503020204020204" charset="-122"/>
          <a:cs typeface="+mn-cs"/>
        </a:defRPr>
      </a:lvl3pPr>
      <a:lvl4pPr marL="1600200" lvl="3"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4pPr>
      <a:lvl5pPr marL="2057400" lvl="4"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5pPr>
      <a:lvl6pPr marL="2514600" lvl="5"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6pPr>
      <a:lvl7pPr marL="2971800" lvl="6"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7pPr>
      <a:lvl8pPr marL="3429000" lvl="7"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8pPr>
      <a:lvl9pPr marL="3886200" lvl="8"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9pPr>
    </p:bodyStyle>
    <p:otherStyle>
      <a:lvl1pPr marL="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mn-lt"/>
          <a:ea typeface="+mn-ea"/>
          <a:cs typeface="+mn-cs"/>
        </a:defRPr>
      </a:lvl1pPr>
      <a:lvl2pPr marL="742950" lvl="1" indent="-28575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2pPr>
      <a:lvl3pPr marL="1143000" lvl="2"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3pPr>
      <a:lvl4pPr marL="1600200" lvl="3"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4pPr>
      <a:lvl5pPr marL="2057400" lvl="4"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5pPr>
      <a:lvl6pPr marL="2286000" lvl="5"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6pPr>
      <a:lvl7pPr marL="2743200" lvl="6"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7pPr>
      <a:lvl8pPr marL="3200400" lvl="7"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8pPr>
      <a:lvl9pPr marL="3657600" lvl="8"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grpSp>
        <p:nvGrpSpPr>
          <p:cNvPr id="2050" name="Group 2048"/>
          <p:cNvGrpSpPr/>
          <p:nvPr/>
        </p:nvGrpSpPr>
        <p:grpSpPr>
          <a:xfrm>
            <a:off x="0" y="927100"/>
            <a:ext cx="8988425" cy="4492625"/>
            <a:chOff x="0" y="584"/>
            <a:chExt cx="5662" cy="2830"/>
          </a:xfrm>
        </p:grpSpPr>
        <p:sp>
          <p:nvSpPr>
            <p:cNvPr id="2051" name="Rounded Rectangle 2049"/>
            <p:cNvSpPr/>
            <p:nvPr/>
          </p:nvSpPr>
          <p:spPr>
            <a:xfrm>
              <a:off x="432" y="1304"/>
              <a:ext cx="4654" cy="2110"/>
            </a:xfrm>
            <a:prstGeom prst="roundRect">
              <a:avLst>
                <a:gd name="adj" fmla="val 16667"/>
              </a:avLst>
            </a:prstGeom>
            <a:noFill/>
            <a:ln w="50760" cap="sq" cmpd="sng">
              <a:solidFill>
                <a:srgbClr val="669999"/>
              </a:solidFill>
              <a:prstDash val="solid"/>
              <a:miter/>
              <a:headEnd type="none" w="med" len="med"/>
              <a:tailEnd type="none" w="med" len="med"/>
            </a:ln>
          </p:spPr>
          <p:txBody>
            <a:bodyPr anchor="t" anchorCtr="0"/>
            <a:p>
              <a:pPr lvl="0"/>
              <a:endParaRPr lang="en-US" altLang="zh-CN">
                <a:latin typeface="Arial" panose="020B0604020202020204" pitchFamily="34" charset="0"/>
              </a:endParaRPr>
            </a:p>
          </p:txBody>
        </p:sp>
        <p:sp>
          <p:nvSpPr>
            <p:cNvPr id="2052" name="Rectangles 2050"/>
            <p:cNvSpPr/>
            <p:nvPr/>
          </p:nvSpPr>
          <p:spPr>
            <a:xfrm>
              <a:off x="144" y="584"/>
              <a:ext cx="4510" cy="622"/>
            </a:xfrm>
            <a:prstGeom prst="rect">
              <a:avLst/>
            </a:prstGeom>
            <a:solidFill>
              <a:srgbClr val="FFFFFF"/>
            </a:solidFill>
            <a:ln w="57240" cap="sq" cmpd="sng">
              <a:solidFill>
                <a:srgbClr val="669999"/>
              </a:solidFill>
              <a:prstDash val="solid"/>
              <a:miter/>
              <a:headEnd type="none" w="med" len="med"/>
              <a:tailEnd type="none" w="med" len="med"/>
            </a:ln>
          </p:spPr>
          <p:txBody>
            <a:bodyPr anchor="t" anchorCtr="0"/>
            <a:p>
              <a:pPr lvl="0"/>
              <a:endParaRPr lang="en-US" altLang="zh-CN">
                <a:latin typeface="Arial" panose="020B0604020202020204" pitchFamily="34" charset="0"/>
              </a:endParaRPr>
            </a:p>
          </p:txBody>
        </p:sp>
        <p:sp>
          <p:nvSpPr>
            <p:cNvPr id="2053" name="Freeform 2051"/>
            <p:cNvSpPr/>
            <p:nvPr/>
          </p:nvSpPr>
          <p:spPr>
            <a:xfrm>
              <a:off x="0" y="872"/>
              <a:ext cx="5662" cy="1150"/>
            </a:xfrm>
            <a:custGeom>
              <a:avLst/>
              <a:gdLst/>
              <a:ahLst/>
              <a:cxnLst>
                <a:cxn ang="0">
                  <a:pos x="0" y="0"/>
                </a:cxn>
                <a:cxn ang="0">
                  <a:pos x="178537909" y="0"/>
                </a:cxn>
                <a:cxn ang="0">
                  <a:pos x="198785821" y="20342807"/>
                </a:cxn>
                <a:cxn ang="0">
                  <a:pos x="178577890" y="40617799"/>
                </a:cxn>
                <a:cxn ang="0">
                  <a:pos x="0" y="40617799"/>
                </a:cxn>
              </a:cxnLst>
              <a:pathLst>
                <a:path w="4917" h="1000">
                  <a:moveTo>
                    <a:pt x="0" y="0"/>
                  </a:moveTo>
                  <a:lnTo>
                    <a:pt x="4416" y="0"/>
                  </a:lnTo>
                  <a:cubicBezTo>
                    <a:pt x="4693" y="0"/>
                    <a:pt x="4917" y="223"/>
                    <a:pt x="4917" y="500"/>
                  </a:cubicBezTo>
                  <a:cubicBezTo>
                    <a:pt x="4917" y="776"/>
                    <a:pt x="4693" y="999"/>
                    <a:pt x="4417" y="1000"/>
                  </a:cubicBezTo>
                  <a:lnTo>
                    <a:pt x="0" y="1000"/>
                  </a:lnTo>
                  <a:lnTo>
                    <a:pt x="0" y="0"/>
                  </a:lnTo>
                  <a:close/>
                </a:path>
              </a:pathLst>
            </a:custGeom>
            <a:solidFill>
              <a:srgbClr val="6666CC"/>
            </a:solidFill>
            <a:ln w="9525">
              <a:noFill/>
            </a:ln>
          </p:spPr>
          <p:txBody>
            <a:bodyPr/>
            <a:p>
              <a:endParaRPr lang="en-US"/>
            </a:p>
          </p:txBody>
        </p:sp>
        <p:sp>
          <p:nvSpPr>
            <p:cNvPr id="2054" name="Straight Connector 2052"/>
            <p:cNvSpPr/>
            <p:nvPr/>
          </p:nvSpPr>
          <p:spPr>
            <a:xfrm>
              <a:off x="0" y="1928"/>
              <a:ext cx="5230" cy="0"/>
            </a:xfrm>
            <a:prstGeom prst="line">
              <a:avLst/>
            </a:prstGeom>
            <a:ln w="50760" cap="sq" cmpd="sng">
              <a:solidFill>
                <a:srgbClr val="FFFFFF"/>
              </a:solidFill>
              <a:prstDash val="solid"/>
              <a:miter/>
              <a:headEnd type="none" w="med" len="med"/>
              <a:tailEnd type="none" w="med" len="med"/>
            </a:ln>
          </p:spPr>
        </p:sp>
      </p:grpSp>
      <p:sp>
        <p:nvSpPr>
          <p:cNvPr id="2055" name="Title 2053"/>
          <p:cNvSpPr>
            <a:spLocks noGrp="1"/>
          </p:cNvSpPr>
          <p:nvPr>
            <p:ph type="title"/>
          </p:nvPr>
        </p:nvSpPr>
        <p:spPr>
          <a:xfrm>
            <a:off x="195263" y="228600"/>
            <a:ext cx="8012112" cy="911225"/>
          </a:xfrm>
          <a:prstGeom prst="rect">
            <a:avLst/>
          </a:prstGeom>
          <a:noFill/>
          <a:ln w="9525">
            <a:noFill/>
          </a:ln>
        </p:spPr>
        <p:txBody>
          <a:bodyPr wrap="square" lIns="90000" tIns="46800" rIns="90000" bIns="46800" anchor="ctr" anchorCtr="0"/>
          <a:p>
            <a:pPr lvl="0"/>
            <a:r>
              <a:rPr lang="en-GB" dirty="0"/>
              <a:t>Для правки текста заголовка щелкните мышью</a:t>
            </a:r>
            <a:endParaRPr lang="en-GB" dirty="0"/>
          </a:p>
        </p:txBody>
      </p:sp>
      <p:sp>
        <p:nvSpPr>
          <p:cNvPr id="2056" name="Text Placeholder 2054"/>
          <p:cNvSpPr>
            <a:spLocks noGrp="1"/>
          </p:cNvSpPr>
          <p:nvPr>
            <p:ph type="body"/>
          </p:nvPr>
        </p:nvSpPr>
        <p:spPr>
          <a:xfrm>
            <a:off x="609600" y="1600200"/>
            <a:ext cx="7921625" cy="4416425"/>
          </a:xfrm>
          <a:prstGeom prst="rect">
            <a:avLst/>
          </a:prstGeom>
          <a:noFill/>
          <a:ln w="9525">
            <a:noFill/>
          </a:ln>
        </p:spPr>
        <p:txBody>
          <a:bodyPr wrap="square" lIns="90000" tIns="46800" rIns="90000" bIns="46800" anchor="t" anchorCtr="0"/>
          <a:p>
            <a:pPr lvl="0"/>
            <a:r>
              <a:rPr lang="en-GB" dirty="0"/>
              <a:t>Для правки структуры щелкните мышью</a:t>
            </a:r>
            <a:endParaRPr lang="en-GB" dirty="0"/>
          </a:p>
          <a:p>
            <a:pPr lvl="1"/>
            <a:r>
              <a:rPr lang="en-GB" dirty="0"/>
              <a:t>Второй уровень структуры</a:t>
            </a:r>
            <a:endParaRPr lang="en-GB" dirty="0"/>
          </a:p>
          <a:p>
            <a:pPr lvl="2"/>
            <a:r>
              <a:rPr lang="en-GB" dirty="0"/>
              <a:t>Третий уровень структуры</a:t>
            </a:r>
            <a:endParaRPr lang="en-GB" dirty="0"/>
          </a:p>
          <a:p>
            <a:pPr lvl="3"/>
            <a:r>
              <a:rPr lang="en-GB" dirty="0"/>
              <a:t>Четвёртый уровень структуры</a:t>
            </a:r>
            <a:endParaRPr lang="en-GB" dirty="0"/>
          </a:p>
          <a:p>
            <a:pPr lvl="4"/>
            <a:r>
              <a:rPr lang="en-GB" dirty="0"/>
              <a:t>Пятый уровень структуры</a:t>
            </a:r>
            <a:endParaRPr lang="en-GB" dirty="0"/>
          </a:p>
          <a:p>
            <a:pPr lvl="4"/>
            <a:r>
              <a:rPr lang="en-GB" dirty="0"/>
              <a:t>Шестой уровень структуры</a:t>
            </a:r>
            <a:endParaRPr lang="en-GB" dirty="0"/>
          </a:p>
          <a:p>
            <a:pPr lvl="4"/>
            <a:r>
              <a:rPr lang="en-GB" dirty="0"/>
              <a:t>Седьмой уровень структуры</a:t>
            </a:r>
            <a:endParaRPr lang="en-GB" dirty="0"/>
          </a:p>
          <a:p>
            <a:pPr lvl="4"/>
            <a:r>
              <a:rPr lang="en-GB" dirty="0"/>
              <a:t>Восьмой уровень структуры</a:t>
            </a:r>
            <a:endParaRPr lang="en-GB" dirty="0"/>
          </a:p>
          <a:p>
            <a:pPr lvl="4"/>
            <a:r>
              <a:rPr lang="en-GB" dirty="0"/>
              <a:t>Девятый уровень структуры</a:t>
            </a:r>
            <a:endParaRPr lang="en-GB" dirty="0"/>
          </a:p>
        </p:txBody>
      </p:sp>
      <p:sp>
        <p:nvSpPr>
          <p:cNvPr id="2057" name="Text Box 2055"/>
          <p:cNvSpPr txBox="1"/>
          <p:nvPr/>
        </p:nvSpPr>
        <p:spPr>
          <a:xfrm>
            <a:off x="457200" y="6248400"/>
            <a:ext cx="2133600" cy="471488"/>
          </a:xfrm>
          <a:prstGeom prst="rect">
            <a:avLst/>
          </a:prstGeom>
          <a:noFill/>
          <a:ln w="9525">
            <a:noFill/>
          </a:ln>
        </p:spPr>
        <p:txBody>
          <a:bodyPr anchor="t" anchorCtr="0"/>
          <a:p>
            <a:pPr lvl="0"/>
            <a:endParaRPr lang="en-US" altLang="zh-CN">
              <a:latin typeface="Arial" panose="020B0604020202020204" pitchFamily="34" charset="0"/>
            </a:endParaRPr>
          </a:p>
        </p:txBody>
      </p:sp>
      <p:sp>
        <p:nvSpPr>
          <p:cNvPr id="2058" name="Text Box 2056"/>
          <p:cNvSpPr txBox="1"/>
          <p:nvPr/>
        </p:nvSpPr>
        <p:spPr>
          <a:xfrm>
            <a:off x="3124200" y="6253163"/>
            <a:ext cx="2895600" cy="457200"/>
          </a:xfrm>
          <a:prstGeom prst="rect">
            <a:avLst/>
          </a:prstGeom>
          <a:noFill/>
          <a:ln w="9525">
            <a:noFill/>
          </a:ln>
        </p:spPr>
        <p:txBody>
          <a:bodyPr anchor="t" anchorCtr="0"/>
          <a:p>
            <a:pPr lvl="0"/>
            <a:endParaRPr lang="en-US" altLang="zh-CN">
              <a:latin typeface="Arial" panose="020B0604020202020204" pitchFamily="34" charset="0"/>
            </a:endParaRPr>
          </a:p>
        </p:txBody>
      </p:sp>
      <p:sp>
        <p:nvSpPr>
          <p:cNvPr id="2" name="Slide Number Placeholder 2057"/>
          <p:cNvSpPr>
            <a:spLocks noGrp="1"/>
          </p:cNvSpPr>
          <p:nvPr>
            <p:ph type="sldNum"/>
          </p:nvPr>
        </p:nvSpPr>
        <p:spPr>
          <a:xfrm>
            <a:off x="6553200" y="6248400"/>
            <a:ext cx="2130425" cy="468313"/>
          </a:xfrm>
          <a:prstGeom prst="rect">
            <a:avLst/>
          </a:prstGeom>
          <a:noFill/>
          <a:ln w="9525">
            <a:noFill/>
          </a:ln>
        </p:spPr>
        <p:txBody>
          <a:bodyPr wrap="square" lIns="90000" tIns="46800" rIns="90000" bIns="46800" anchor="b" anchorCtr="0"/>
          <a:lstStyle>
            <a:lvl1pPr algn="r">
              <a:buFontTx/>
              <a:defRPr sz="1200">
                <a:latin typeface="Arial Black" panose="020B0A04020102020204" pitchFamily="32" charset="0"/>
                <a:ea typeface="Arial Unicode MS" charset="-122"/>
              </a:defRPr>
            </a:lvl1pPr>
          </a:lstStyle>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dt="0"/>
  <p:txStyles>
    <p:titleStyle>
      <a:lvl1pPr marL="0" lvl="0" indent="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4200" b="0" i="0" u="none" kern="1200" baseline="0">
          <a:solidFill>
            <a:srgbClr val="FFFFFF"/>
          </a:solidFill>
          <a:latin typeface="+mj-lt"/>
          <a:ea typeface="+mj-ea"/>
          <a:cs typeface="+mj-cs"/>
        </a:defRPr>
      </a:lvl1pPr>
      <a:lvl2pPr marL="742950" lvl="1" indent="-28575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4200" b="0" i="0" u="none" kern="1200" baseline="0">
          <a:solidFill>
            <a:srgbClr val="FFFFFF"/>
          </a:solidFill>
          <a:latin typeface="Arial" panose="020B0604020202020204" pitchFamily="34" charset="0"/>
          <a:ea typeface="Microsoft YaHei" panose="020B0503020204020204" charset="-122"/>
          <a:cs typeface="+mj-cs"/>
        </a:defRPr>
      </a:lvl2pPr>
      <a:lvl3pPr marL="1143000" lvl="2" indent="-22860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4200" b="0" i="0" u="none" kern="1200" baseline="0">
          <a:solidFill>
            <a:srgbClr val="FFFFFF"/>
          </a:solidFill>
          <a:latin typeface="Arial" panose="020B0604020202020204" pitchFamily="34" charset="0"/>
          <a:ea typeface="Microsoft YaHei" panose="020B0503020204020204" charset="-122"/>
          <a:cs typeface="+mj-cs"/>
        </a:defRPr>
      </a:lvl3pPr>
      <a:lvl4pPr marL="1600200" lvl="3" indent="-22860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4200" b="0" i="0" u="none" kern="1200" baseline="0">
          <a:solidFill>
            <a:srgbClr val="FFFFFF"/>
          </a:solidFill>
          <a:latin typeface="Arial" panose="020B0604020202020204" pitchFamily="34" charset="0"/>
          <a:ea typeface="Microsoft YaHei" panose="020B0503020204020204" charset="-122"/>
          <a:cs typeface="+mj-cs"/>
        </a:defRPr>
      </a:lvl4pPr>
      <a:lvl5pPr marL="2057400" lvl="4" indent="-22860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4200" b="0" i="0" u="none" kern="1200" baseline="0">
          <a:solidFill>
            <a:srgbClr val="FFFFFF"/>
          </a:solidFill>
          <a:latin typeface="Arial" panose="020B0604020202020204" pitchFamily="34" charset="0"/>
          <a:ea typeface="Microsoft YaHei" panose="020B0503020204020204" charset="-122"/>
          <a:cs typeface="+mj-cs"/>
        </a:defRPr>
      </a:lvl5pPr>
    </p:titleStyle>
    <p:bodyStyle>
      <a:lvl1pPr marL="342900" lvl="0" indent="-342900" algn="l" defTabSz="457200" rtl="0" eaLnBrk="0" fontAlgn="base" latinLnBrk="0" hangingPunct="0">
        <a:lnSpc>
          <a:spcPct val="100000"/>
        </a:lnSpc>
        <a:spcBef>
          <a:spcPts val="800"/>
        </a:spcBef>
        <a:spcAft>
          <a:spcPct val="0"/>
        </a:spcAft>
        <a:buClr>
          <a:srgbClr val="000000"/>
        </a:buClr>
        <a:buSzPct val="100000"/>
        <a:buFont typeface="Times New Roman" panose="02020603050405020304" pitchFamily="16" charset="0"/>
        <a:buNone/>
        <a:defRPr sz="3200" b="0" i="0" u="none" kern="1200" baseline="0">
          <a:solidFill>
            <a:srgbClr val="000000"/>
          </a:solidFill>
          <a:latin typeface="+mn-lt"/>
          <a:ea typeface="+mn-ea"/>
          <a:cs typeface="+mn-cs"/>
        </a:defRPr>
      </a:lvl1pPr>
      <a:lvl2pPr marL="742950" lvl="1" indent="-285750" algn="l" defTabSz="457200" rtl="0" eaLnBrk="0" fontAlgn="base" latinLnBrk="0" hangingPunct="0">
        <a:lnSpc>
          <a:spcPct val="100000"/>
        </a:lnSpc>
        <a:spcBef>
          <a:spcPts val="700"/>
        </a:spcBef>
        <a:spcAft>
          <a:spcPct val="0"/>
        </a:spcAft>
        <a:buClr>
          <a:srgbClr val="000000"/>
        </a:buClr>
        <a:buSzPct val="100000"/>
        <a:buFont typeface="Times New Roman" panose="02020603050405020304" pitchFamily="16" charset="0"/>
        <a:buNone/>
        <a:defRPr sz="2800" b="0" i="0" u="none" kern="1200" baseline="0">
          <a:solidFill>
            <a:srgbClr val="000000"/>
          </a:solidFill>
          <a:latin typeface="Arial" panose="020B0604020202020204" pitchFamily="34" charset="0"/>
          <a:ea typeface="Microsoft YaHei" panose="020B0503020204020204" charset="-122"/>
          <a:cs typeface="+mn-cs"/>
        </a:defRPr>
      </a:lvl2pPr>
      <a:lvl3pPr marL="1143000" lvl="2" indent="-228600" algn="l" defTabSz="457200" rtl="0" eaLnBrk="0" fontAlgn="base" latinLnBrk="0" hangingPunct="0">
        <a:lnSpc>
          <a:spcPct val="100000"/>
        </a:lnSpc>
        <a:spcBef>
          <a:spcPts val="600"/>
        </a:spcBef>
        <a:spcAft>
          <a:spcPct val="0"/>
        </a:spcAft>
        <a:buClr>
          <a:srgbClr val="000000"/>
        </a:buClr>
        <a:buSzPct val="100000"/>
        <a:buFont typeface="Times New Roman" panose="02020603050405020304" pitchFamily="16" charset="0"/>
        <a:buNone/>
        <a:defRPr sz="2400" b="0" i="0" u="none" kern="1200" baseline="0">
          <a:solidFill>
            <a:srgbClr val="000000"/>
          </a:solidFill>
          <a:latin typeface="Arial" panose="020B0604020202020204" pitchFamily="34" charset="0"/>
          <a:ea typeface="Microsoft YaHei" panose="020B0503020204020204" charset="-122"/>
          <a:cs typeface="+mn-cs"/>
        </a:defRPr>
      </a:lvl3pPr>
      <a:lvl4pPr marL="1600200" lvl="3"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4pPr>
      <a:lvl5pPr marL="2057400" lvl="4"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5pPr>
      <a:lvl6pPr marL="2514600" lvl="5"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6pPr>
      <a:lvl7pPr marL="2971800" lvl="6"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7pPr>
      <a:lvl8pPr marL="3429000" lvl="7"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8pPr>
      <a:lvl9pPr marL="3886200" lvl="8"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9pPr>
    </p:bodyStyle>
    <p:otherStyle>
      <a:lvl1pPr marL="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mn-lt"/>
          <a:ea typeface="+mn-ea"/>
          <a:cs typeface="+mn-cs"/>
        </a:defRPr>
      </a:lvl1pPr>
      <a:lvl2pPr marL="742950" lvl="1" indent="-28575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2pPr>
      <a:lvl3pPr marL="1143000" lvl="2"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3pPr>
      <a:lvl4pPr marL="1600200" lvl="3"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4pPr>
      <a:lvl5pPr marL="2057400" lvl="4"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5pPr>
      <a:lvl6pPr marL="2286000" lvl="5"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6pPr>
      <a:lvl7pPr marL="2743200" lvl="6"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7pPr>
      <a:lvl8pPr marL="3200400" lvl="7"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8pPr>
      <a:lvl9pPr marL="3657600" lvl="8"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9.xml"/><Relationship Id="rId2" Type="http://schemas.openxmlformats.org/officeDocument/2006/relationships/image" Target="../media/image2.jpe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7.xml"/><Relationship Id="rId3" Type="http://schemas.openxmlformats.org/officeDocument/2006/relationships/hyperlink" Target="https://gist.github.com/sunmeat/e156e1cb3bd8fa114a158b81291c38b0&#13;" TargetMode="External"/><Relationship Id="rId2" Type="http://schemas.openxmlformats.org/officeDocument/2006/relationships/hyperlink" Target="https://ru.legacy.reactjs.org/docs/conditional-rendering.html" TargetMode="External"/><Relationship Id="rId1" Type="http://schemas.openxmlformats.org/officeDocument/2006/relationships/hyperlink" Target="https://react.dev/learn/conditional-rendering" TargetMode="Externa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7.xml"/><Relationship Id="rId3" Type="http://schemas.openxmlformats.org/officeDocument/2006/relationships/hyperlink" Target="https://gist.github.com/sunmeat/2d5e2d15b796745b8e8318a1910095dd" TargetMode="External"/><Relationship Id="rId2" Type="http://schemas.openxmlformats.org/officeDocument/2006/relationships/hyperlink" Target="https://gist.github.com/sunmeat/3ed3c721f72fc90643d22d24dadf0b74" TargetMode="External"/><Relationship Id="rId1" Type="http://schemas.openxmlformats.org/officeDocument/2006/relationships/hyperlink" Target="https://gist.github.com/sunmeat/e34fb05ff6ec72875196619724282a8a&#13;" TargetMode="Externa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7.xml"/><Relationship Id="rId2" Type="http://schemas.openxmlformats.org/officeDocument/2006/relationships/hyperlink" Target="https://lesscss.org/&#13;" TargetMode="External"/><Relationship Id="rId1" Type="http://schemas.openxmlformats.org/officeDocument/2006/relationships/hyperlink" Target="https://gist.github.com/sunmeat/b1da63ebffb64864224bcc552b1c29c4" TargetMode="Externa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7.xml"/><Relationship Id="rId2" Type="http://schemas.openxmlformats.org/officeDocument/2006/relationships/hyperlink" Target="https://sass-lang.com/&#13;" TargetMode="External"/><Relationship Id="rId1" Type="http://schemas.openxmlformats.org/officeDocument/2006/relationships/hyperlink" Target="https://gist.github.com/sunmeat/7f409af641f186522f7dafd393c238d6" TargetMode="Externa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7.xml"/><Relationship Id="rId2" Type="http://schemas.openxmlformats.org/officeDocument/2006/relationships/hyperlink" Target="https://sass-lang.com/documentation/syntax/#scss" TargetMode="External"/><Relationship Id="rId1" Type="http://schemas.openxmlformats.org/officeDocument/2006/relationships/hyperlink" Target="https://gist.github.com/sunmeat/0dd0d2b0eb898b6d4f093f6fc36c227f" TargetMode="Externa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hyperlink" Target="https://tailwindcss.com/"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hyperlink" Target="https://github.com/sunmeat/react_samples/tree/main/lesson%204.%20tailwind" TargetMode="Externa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hyperlink" Target="https://getbootstrap.com/" TargetMode="External"/></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7.xml"/><Relationship Id="rId3" Type="http://schemas.openxmlformats.org/officeDocument/2006/relationships/hyperlink" Target="https://m3.material.io/&#13;" TargetMode="External"/><Relationship Id="rId2" Type="http://schemas.openxmlformats.org/officeDocument/2006/relationships/hyperlink" Target="https://materializecss.com/" TargetMode="External"/><Relationship Id="rId1" Type="http://schemas.openxmlformats.org/officeDocument/2006/relationships/hyperlink" Target="https://bulma.io/" TargetMode="Externa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hyperlink" Target="https://gist.github.com/sunmeat/3615e9222433f046a7e67479761b3571" TargetMode="Externa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hyperlink" Target="https://gist.github.com/sunmeat/b817613d2b6719649f40e80c7cb034bb" TargetMode="Externa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hyperlink" Target="https://gist.github.com/sunmeat/cb11ff9fc17be86a6173f5c23969af60" TargetMode="External"/></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7.xml"/><Relationship Id="rId3" Type="http://schemas.openxmlformats.org/officeDocument/2006/relationships/hyperlink" Target="https://github.com/lukeed/clsx" TargetMode="External"/><Relationship Id="rId2" Type="http://schemas.openxmlformats.org/officeDocument/2006/relationships/hyperlink" Target="https://emotion.sh/" TargetMode="External"/><Relationship Id="rId1" Type="http://schemas.openxmlformats.org/officeDocument/2006/relationships/hyperlink" Target="https://styled-components.com/"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hyperlink" Target="https://gist.github.com/sunmeat/1ea30cf37b45a4f9e26230e544f1cd29&#13;" TargetMode="Externa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7.xml"/><Relationship Id="rId1" Type="http://schemas.openxmlformats.org/officeDocument/2006/relationships/hyperlink" Target="https://gist.github.com/sunmeat/f3eddd5c55979253e3a776ce2e0cd6e7&#13;"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7.xml"/><Relationship Id="rId1" Type="http://schemas.openxmlformats.org/officeDocument/2006/relationships/hyperlink" Target="https://gist.github.com/sunmeat/7e0a3a8904ce357cd3563a262e8e0d3b&#13;" TargetMode="Externa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7.xml"/><Relationship Id="rId1" Type="http://schemas.openxmlformats.org/officeDocument/2006/relationships/hyperlink" Target="https://materials.itstep.org/content/3c6b4c43-7d52-4236-979f-4a47a97f03f9/uk" TargetMode="Externa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7.xml"/><Relationship Id="rId1" Type="http://schemas.openxmlformats.org/officeDocument/2006/relationships/hyperlink" Target="https://materials.itstep.org/content/bc0d6bf0-445f-42a6-a404-027a3a31ec91/u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122" name="Text Box 4096"/>
          <p:cNvSpPr txBox="1"/>
          <p:nvPr/>
        </p:nvSpPr>
        <p:spPr>
          <a:xfrm>
            <a:off x="228600" y="1427163"/>
            <a:ext cx="8077200" cy="1609725"/>
          </a:xfrm>
          <a:prstGeom prst="rect">
            <a:avLst/>
          </a:prstGeom>
          <a:noFill/>
          <a:ln w="9525">
            <a:noFill/>
          </a:ln>
        </p:spPr>
        <p:txBody>
          <a:bodyPr wrap="square" lIns="91440" tIns="45720" rIns="91440" bIns="45720" anchor="ctr" anchorCtr="0"/>
          <a:p>
            <a:pPr defTabSz="457200">
              <a:buClrTx/>
              <a:buFont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5200" dirty="0" err="1">
                <a:solidFill>
                  <a:srgbClr val="FFFFFF"/>
                </a:solidFill>
                <a:latin typeface="Arial" panose="020B0604020202020204" pitchFamily="34" charset="0"/>
              </a:rPr>
              <a:t>Умовний</a:t>
            </a:r>
            <a:r>
              <a:rPr lang="ru-RU" altLang="ru-RU" sz="5200" dirty="0" err="1">
                <a:solidFill>
                  <a:srgbClr val="FFFFFF"/>
                </a:solidFill>
                <a:latin typeface="Arial" panose="020B0604020202020204" pitchFamily="34" charset="0"/>
              </a:rPr>
              <a:t> рендеринг.</a:t>
            </a:r>
            <a:endParaRPr lang="ru-RU" altLang="ru-RU" sz="5200" dirty="0" err="1">
              <a:solidFill>
                <a:srgbClr val="FFFFFF"/>
              </a:solidFill>
              <a:latin typeface="Arial" panose="020B0604020202020204" pitchFamily="34" charset="0"/>
            </a:endParaRPr>
          </a:p>
          <a:p>
            <a:pPr defTabSz="457200">
              <a:buClrTx/>
              <a:buFont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ru-RU" altLang="ru-RU" sz="5200" dirty="0" err="1">
                <a:solidFill>
                  <a:srgbClr val="FFFFFF"/>
                </a:solidFill>
                <a:latin typeface="Arial" panose="020B0604020202020204" pitchFamily="34" charset="0"/>
              </a:rPr>
              <a:t>Стил</a:t>
            </a:r>
            <a:r>
              <a:rPr lang="uk-UA" altLang="ru-RU" sz="5200" dirty="0" err="1">
                <a:solidFill>
                  <a:srgbClr val="FFFFFF"/>
                </a:solidFill>
                <a:latin typeface="Arial" panose="020B0604020202020204" pitchFamily="34" charset="0"/>
              </a:rPr>
              <a:t>і</a:t>
            </a:r>
            <a:r>
              <a:rPr lang="ru-RU" altLang="ru-RU" sz="5200" dirty="0" err="1">
                <a:solidFill>
                  <a:srgbClr val="FFFFFF"/>
                </a:solidFill>
                <a:latin typeface="Arial" panose="020B0604020202020204" pitchFamily="34" charset="0"/>
              </a:rPr>
              <a:t>зац</a:t>
            </a:r>
            <a:r>
              <a:rPr lang="uk-UA" altLang="ru-RU" sz="5200" dirty="0" err="1">
                <a:solidFill>
                  <a:srgbClr val="FFFFFF"/>
                </a:solidFill>
                <a:latin typeface="Arial" panose="020B0604020202020204" pitchFamily="34" charset="0"/>
              </a:rPr>
              <a:t>і</a:t>
            </a:r>
            <a:r>
              <a:rPr lang="ru-RU" altLang="ru-RU" sz="5200" dirty="0" err="1">
                <a:solidFill>
                  <a:srgbClr val="FFFFFF"/>
                </a:solidFill>
                <a:latin typeface="Arial" panose="020B0604020202020204" pitchFamily="34" charset="0"/>
              </a:rPr>
              <a:t>я компонент</a:t>
            </a:r>
            <a:endParaRPr lang="ru-RU" altLang="ru-RU" sz="5200" dirty="0" err="1">
              <a:solidFill>
                <a:srgbClr val="FFFFFF"/>
              </a:solidFill>
              <a:latin typeface="Arial" panose="020B0604020202020204" pitchFamily="34" charset="0"/>
            </a:endParaRPr>
          </a:p>
        </p:txBody>
      </p:sp>
      <p:sp>
        <p:nvSpPr>
          <p:cNvPr id="5123" name="Rectangles 4097"/>
          <p:cNvSpPr/>
          <p:nvPr/>
        </p:nvSpPr>
        <p:spPr>
          <a:xfrm>
            <a:off x="5867400" y="44450"/>
            <a:ext cx="3277235" cy="369570"/>
          </a:xfrm>
          <a:prstGeom prst="rect">
            <a:avLst/>
          </a:prstGeom>
          <a:noFill/>
          <a:ln w="9525">
            <a:noFill/>
          </a:ln>
        </p:spPr>
        <p:txBody>
          <a:bodyPr wrap="none" lIns="90000" tIns="46800" rIns="90000" bIns="46800" anchor="t" anchorCtr="0">
            <a:spAutoFit/>
          </a:bodyPr>
          <a:p>
            <a:pPr defTabSz="457200">
              <a:buClrTx/>
              <a:buFont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dirty="0" err="1">
                <a:solidFill>
                  <a:srgbClr val="F7F7F7"/>
                </a:solidFill>
                <a:latin typeface="Arial" panose="020B0604020202020204" pitchFamily="34" charset="0"/>
              </a:rPr>
              <a:t>О</a:t>
            </a:r>
            <a:r>
              <a:rPr lang="ru-RU" altLang="x-none" dirty="0" err="1">
                <a:solidFill>
                  <a:srgbClr val="F7F7F7"/>
                </a:solidFill>
                <a:latin typeface="Arial" panose="020B0604020202020204" pitchFamily="34" charset="0"/>
              </a:rPr>
              <a:t>лександр Загоруйко © 20</a:t>
            </a:r>
            <a:r>
              <a:rPr lang="en-US" altLang="x-none" dirty="0" err="1">
                <a:solidFill>
                  <a:srgbClr val="F7F7F7"/>
                </a:solidFill>
                <a:latin typeface="Arial" panose="020B0604020202020204" pitchFamily="34" charset="0"/>
              </a:rPr>
              <a:t>2</a:t>
            </a:r>
            <a:r>
              <a:rPr lang="en-US" altLang="ru-RU" dirty="0" err="1">
                <a:solidFill>
                  <a:srgbClr val="F7F7F7"/>
                </a:solidFill>
                <a:latin typeface="Arial" panose="020B0604020202020204" pitchFamily="34" charset="0"/>
              </a:rPr>
              <a:t>6</a:t>
            </a:r>
            <a:endParaRPr lang="en-US" altLang="ru-RU" dirty="0" err="1">
              <a:solidFill>
                <a:srgbClr val="F7F7F7"/>
              </a:solidFill>
              <a:latin typeface="Arial" panose="020B0604020202020204" pitchFamily="34" charset="0"/>
            </a:endParaRPr>
          </a:p>
        </p:txBody>
      </p:sp>
      <p:pic>
        <p:nvPicPr>
          <p:cNvPr id="6" name="Picture 5" descr="1183672"/>
          <p:cNvPicPr>
            <a:picLocks noChangeAspect="1"/>
          </p:cNvPicPr>
          <p:nvPr/>
        </p:nvPicPr>
        <p:blipFill>
          <a:blip r:embed="rId1"/>
          <a:stretch>
            <a:fillRect/>
          </a:stretch>
        </p:blipFill>
        <p:spPr>
          <a:xfrm>
            <a:off x="116840" y="3361690"/>
            <a:ext cx="3439795" cy="3439795"/>
          </a:xfrm>
          <a:prstGeom prst="rect">
            <a:avLst/>
          </a:prstGeom>
        </p:spPr>
      </p:pic>
      <p:pic>
        <p:nvPicPr>
          <p:cNvPr id="3" name="Picture 2" descr="1731742412387"/>
          <p:cNvPicPr>
            <a:picLocks noChangeAspect="1"/>
          </p:cNvPicPr>
          <p:nvPr/>
        </p:nvPicPr>
        <p:blipFill>
          <a:blip r:embed="rId2"/>
          <a:stretch>
            <a:fillRect/>
          </a:stretch>
        </p:blipFill>
        <p:spPr>
          <a:xfrm>
            <a:off x="5598160" y="3283585"/>
            <a:ext cx="3508375" cy="3543935"/>
          </a:xfrm>
          <a:prstGeom prst="rect">
            <a:avLst/>
          </a:prstGeom>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7170" name="Text Box 5120"/>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Font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ru-RU" altLang="x-none" sz="4200" dirty="0" err="1">
                <a:solidFill>
                  <a:srgbClr val="FFFFFF"/>
                </a:solidFill>
                <a:latin typeface="Arial" panose="020B0604020202020204" pitchFamily="34" charset="0"/>
              </a:rPr>
              <a:t>План презентац</a:t>
            </a:r>
            <a:r>
              <a:rPr lang="uk-UA" altLang="x-none" sz="4200" dirty="0" err="1">
                <a:solidFill>
                  <a:srgbClr val="FFFFFF"/>
                </a:solidFill>
                <a:latin typeface="Arial" panose="020B0604020202020204" pitchFamily="34" charset="0"/>
              </a:rPr>
              <a:t>ії</a:t>
            </a:r>
            <a:r>
              <a:rPr lang="ru-RU" altLang="x-none" sz="4200" dirty="0" err="1">
                <a:solidFill>
                  <a:srgbClr val="FFFFFF"/>
                </a:solidFill>
                <a:latin typeface="Arial" panose="020B0604020202020204" pitchFamily="34" charset="0"/>
              </a:rPr>
              <a:t> - </a:t>
            </a:r>
            <a:r>
              <a:rPr lang="ru-RU" altLang="uk-UA" sz="4200" dirty="0" err="1">
                <a:solidFill>
                  <a:srgbClr val="FFFFFF"/>
                </a:solidFill>
                <a:latin typeface="Arial" panose="020B0604020202020204" pitchFamily="34" charset="0"/>
              </a:rPr>
              <a:t>2</a:t>
            </a:r>
            <a:r>
              <a:rPr lang="ru-RU" altLang="x-none" sz="4200" dirty="0" err="1">
                <a:solidFill>
                  <a:srgbClr val="FFFFFF"/>
                </a:solidFill>
                <a:latin typeface="Arial" panose="020B0604020202020204" pitchFamily="34" charset="0"/>
              </a:rPr>
              <a:t> пар</a:t>
            </a:r>
            <a:r>
              <a:rPr lang="uk-UA" altLang="ru-RU" sz="4200" dirty="0" err="1">
                <a:solidFill>
                  <a:srgbClr val="FFFFFF"/>
                </a:solidFill>
                <a:latin typeface="Arial" panose="020B0604020202020204" pitchFamily="34" charset="0"/>
              </a:rPr>
              <a:t>и</a:t>
            </a:r>
            <a:endParaRPr lang="uk-UA" altLang="ru-RU" sz="4200" dirty="0" err="1">
              <a:solidFill>
                <a:srgbClr val="FFFFFF"/>
              </a:solidFill>
              <a:latin typeface="Arial" panose="020B0604020202020204" pitchFamily="34" charset="0"/>
            </a:endParaRPr>
          </a:p>
        </p:txBody>
      </p:sp>
      <p:sp>
        <p:nvSpPr>
          <p:cNvPr id="7171" name="Text Box 5121"/>
          <p:cNvSpPr txBox="1"/>
          <p:nvPr/>
        </p:nvSpPr>
        <p:spPr>
          <a:xfrm>
            <a:off x="476885" y="1403985"/>
            <a:ext cx="7924800" cy="4419600"/>
          </a:xfrm>
          <a:prstGeom prst="rect">
            <a:avLst/>
          </a:prstGeom>
          <a:noFill/>
          <a:ln w="9525">
            <a:noFill/>
          </a:ln>
        </p:spPr>
        <p:txBody>
          <a:bodyPr wrap="square" lIns="91440" tIns="45720" rIns="91440" bIns="45720" anchor="t" anchorCtr="0"/>
          <a:p>
            <a:pPr marL="215900" indent="-215900" algn="l" defTabSz="457200">
              <a:buSzPct val="45000"/>
              <a:buFont typeface="Wingdings" panose="05000000000000000000" pitchFamily="2" charset="2"/>
              <a:buChar char=""/>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pPr>
            <a:r>
              <a:rPr lang="en-US" altLang="en-US" sz="3500" dirty="0" err="1">
                <a:solidFill>
                  <a:srgbClr val="000000"/>
                </a:solidFill>
                <a:latin typeface="Arial" panose="020B0604020202020204" pitchFamily="34" charset="0"/>
                <a:ea typeface="Times New Roman" panose="02020603050405020304" pitchFamily="16" charset="0"/>
              </a:rPr>
              <a:t>Умовне відображення компонент</a:t>
            </a:r>
            <a:endParaRPr lang="en-US" altLang="en-US" sz="3500" dirty="0" err="1">
              <a:solidFill>
                <a:srgbClr val="000000"/>
              </a:solidFill>
              <a:latin typeface="Arial" panose="020B0604020202020204" pitchFamily="34" charset="0"/>
              <a:ea typeface="Times New Roman" panose="02020603050405020304" pitchFamily="16" charset="0"/>
            </a:endParaRPr>
          </a:p>
          <a:p>
            <a:pPr marL="215900" indent="-215900" algn="l" defTabSz="457200">
              <a:buSzPct val="45000"/>
              <a:buFont typeface="Wingdings" panose="05000000000000000000" pitchFamily="2" charset="2"/>
              <a:buChar char=""/>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pPr>
            <a:r>
              <a:rPr lang="uk-UA" altLang="en-US" sz="3500" dirty="0" err="1">
                <a:solidFill>
                  <a:srgbClr val="000000"/>
                </a:solidFill>
                <a:latin typeface="Arial" panose="020B0604020202020204" pitchFamily="34" charset="0"/>
                <a:ea typeface="Times New Roman" panose="02020603050405020304" pitchFamily="16" charset="0"/>
              </a:rPr>
              <a:t>Дещо </a:t>
            </a:r>
            <a:r>
              <a:rPr lang="en-US" altLang="en-US" sz="3500" dirty="0" err="1">
                <a:solidFill>
                  <a:srgbClr val="000000"/>
                </a:solidFill>
                <a:latin typeface="Arial" panose="020B0604020202020204" pitchFamily="34" charset="0"/>
                <a:ea typeface="Times New Roman" panose="02020603050405020304" pitchFamily="16" charset="0"/>
              </a:rPr>
              <a:t>про рендеринг</a:t>
            </a:r>
            <a:endParaRPr lang="en-US" altLang="en-US" sz="3500" dirty="0" err="1">
              <a:solidFill>
                <a:srgbClr val="000000"/>
              </a:solidFill>
              <a:latin typeface="Arial" panose="020B0604020202020204" pitchFamily="34" charset="0"/>
              <a:ea typeface="Times New Roman" panose="02020603050405020304" pitchFamily="16" charset="0"/>
            </a:endParaRPr>
          </a:p>
          <a:p>
            <a:pPr marL="215900" indent="-215900" algn="l" defTabSz="457200">
              <a:buSzPct val="45000"/>
              <a:buFont typeface="Wingdings" panose="05000000000000000000" pitchFamily="2" charset="2"/>
              <a:buChar char=""/>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pPr>
            <a:r>
              <a:rPr lang="en-US" altLang="en-US" sz="3500" dirty="0" err="1">
                <a:solidFill>
                  <a:srgbClr val="000000"/>
                </a:solidFill>
                <a:latin typeface="Arial" panose="020B0604020202020204" pitchFamily="34" charset="0"/>
                <a:ea typeface="Times New Roman" panose="02020603050405020304" pitchFamily="16" charset="0"/>
              </a:rPr>
              <a:t>Стилізація компонент</a:t>
            </a:r>
            <a:endParaRPr lang="en-US" altLang="en-US" sz="3500" dirty="0" err="1">
              <a:solidFill>
                <a:srgbClr val="000000"/>
              </a:solidFill>
              <a:latin typeface="Arial" panose="020B0604020202020204" pitchFamily="34" charset="0"/>
              <a:ea typeface="Times New Roman" panose="02020603050405020304" pitchFamily="16" charset="0"/>
            </a:endParaRPr>
          </a:p>
          <a:p>
            <a:pPr marL="215900" indent="-215900" algn="l" defTabSz="457200">
              <a:buSzPct val="45000"/>
              <a:buFont typeface="Wingdings" panose="05000000000000000000" pitchFamily="2" charset="2"/>
              <a:buChar char=""/>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pPr>
            <a:r>
              <a:rPr lang="en-US" altLang="en-US" sz="3500" dirty="0" err="1">
                <a:solidFill>
                  <a:srgbClr val="000000"/>
                </a:solidFill>
                <a:latin typeface="Arial" panose="020B0604020202020204" pitchFamily="34" charset="0"/>
                <a:ea typeface="Times New Roman" panose="02020603050405020304" pitchFamily="16" charset="0"/>
              </a:rPr>
              <a:t>Динамічне додавання стилів</a:t>
            </a:r>
            <a:endParaRPr lang="en-US" altLang="en-US" sz="3500" dirty="0" err="1">
              <a:solidFill>
                <a:srgbClr val="000000"/>
              </a:solidFill>
              <a:latin typeface="Arial" panose="020B0604020202020204" pitchFamily="34" charset="0"/>
              <a:ea typeface="Times New Roman" panose="02020603050405020304" pitchFamily="16" charset="0"/>
            </a:endParaRPr>
          </a:p>
          <a:p>
            <a:pPr marL="215900" indent="-215900" algn="l" defTabSz="457200">
              <a:buSzPct val="45000"/>
              <a:buFont typeface="Wingdings" panose="05000000000000000000" pitchFamily="2" charset="2"/>
              <a:buChar char=""/>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pPr>
            <a:r>
              <a:rPr lang="en-US" altLang="en-US" sz="3500" dirty="0" err="1">
                <a:solidFill>
                  <a:srgbClr val="000000"/>
                </a:solidFill>
                <a:latin typeface="Arial" panose="020B0604020202020204" pitchFamily="34" charset="0"/>
                <a:ea typeface="Times New Roman" panose="02020603050405020304" pitchFamily="16" charset="0"/>
              </a:rPr>
              <a:t>Практичні приклади</a:t>
            </a:r>
            <a:endParaRPr lang="en-US" altLang="en-US" sz="3500" dirty="0" err="1">
              <a:solidFill>
                <a:srgbClr val="000000"/>
              </a:solidFill>
              <a:latin typeface="Arial" panose="020B0604020202020204" pitchFamily="34" charset="0"/>
              <a:ea typeface="Times New Roman" panose="02020603050405020304" pitchFamily="16" charset="0"/>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Text Box 5222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4200" dirty="0" err="1">
                <a:solidFill>
                  <a:srgbClr val="FFFFFF"/>
                </a:solidFill>
                <a:ea typeface="Microsoft YaHei" panose="020B0503020204020204" charset="-122"/>
              </a:rPr>
              <a:t>Умовне відображення</a:t>
            </a:r>
            <a:endParaRPr lang="uk-UA" altLang="ru-RU" sz="4200" dirty="0" err="1">
              <a:solidFill>
                <a:srgbClr val="FFFFFF"/>
              </a:solidFill>
              <a:ea typeface="Microsoft YaHei" panose="020B0503020204020204" charset="-122"/>
            </a:endParaRPr>
          </a:p>
        </p:txBody>
      </p:sp>
      <p:sp>
        <p:nvSpPr>
          <p:cNvPr id="52226" name="Text Box 52225"/>
          <p:cNvSpPr txBox="1"/>
          <p:nvPr/>
        </p:nvSpPr>
        <p:spPr>
          <a:xfrm>
            <a:off x="526415" y="1430655"/>
            <a:ext cx="8033385" cy="4419600"/>
          </a:xfrm>
          <a:prstGeom prst="rect">
            <a:avLst/>
          </a:prstGeom>
          <a:noFill/>
          <a:ln w="9525">
            <a:noFill/>
          </a:ln>
        </p:spPr>
        <p:txBody>
          <a:bodyPr wrap="square" lIns="91440" tIns="45720" rIns="91440" bIns="45720" anchor="t" anchorCtr="0"/>
          <a:p>
            <a:pP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900" b="1" dirty="0" err="1">
                <a:solidFill>
                  <a:schemeClr val="tx1"/>
                </a:solidFill>
                <a:ea typeface="Microsoft YaHei" panose="020B0503020204020204" charset="-122"/>
              </a:rPr>
              <a:t>Умовне відображення </a:t>
            </a:r>
            <a:r>
              <a:rPr lang="en-US" altLang="en-US" sz="1900" dirty="0" err="1">
                <a:solidFill>
                  <a:schemeClr val="tx1"/>
                </a:solidFill>
                <a:ea typeface="Microsoft YaHei" panose="020B0503020204020204" charset="-122"/>
              </a:rPr>
              <a:t>(conditional rendering) React дозволяє рендерувати компоненти або елементи в залежності від певних умов. Це досягається за допомогою умовних операторів (if, тернарний оператор ?:), логічних операторів (&amp;&amp;) або</a:t>
            </a:r>
            <a:r>
              <a:rPr lang="uk-UA" altLang="en-US" sz="1900" dirty="0" err="1">
                <a:solidFill>
                  <a:schemeClr val="tx1"/>
                </a:solidFill>
                <a:ea typeface="Microsoft YaHei" panose="020B0503020204020204" charset="-122"/>
              </a:rPr>
              <a:t> деяких</a:t>
            </a:r>
            <a:r>
              <a:rPr lang="en-US" altLang="en-US" sz="1900" dirty="0" err="1">
                <a:solidFill>
                  <a:schemeClr val="tx1"/>
                </a:solidFill>
                <a:ea typeface="Microsoft YaHei" panose="020B0503020204020204" charset="-122"/>
              </a:rPr>
              <a:t> інших конструкцій JavaScript.</a:t>
            </a:r>
            <a:endParaRPr lang="en-US" altLang="en-US" sz="1900" dirty="0" err="1">
              <a:solidFill>
                <a:schemeClr val="tx1"/>
              </a:solidFill>
              <a:ea typeface="Microsoft YaHei" panose="020B0503020204020204" charset="-122"/>
            </a:endParaRPr>
          </a:p>
          <a:p>
            <a:pP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900" dirty="0" err="1">
                <a:solidFill>
                  <a:schemeClr val="tx1"/>
                </a:solidFill>
                <a:ea typeface="Microsoft YaHei" panose="020B0503020204020204" charset="-122"/>
              </a:rPr>
              <a:t>Основн</a:t>
            </a:r>
            <a:r>
              <a:rPr lang="uk-UA" altLang="en-US" sz="1900" dirty="0" err="1">
                <a:solidFill>
                  <a:schemeClr val="tx1"/>
                </a:solidFill>
                <a:ea typeface="Microsoft YaHei" panose="020B0503020204020204" charset="-122"/>
              </a:rPr>
              <a:t>і</a:t>
            </a:r>
            <a:r>
              <a:rPr lang="en-US" altLang="en-US" sz="1900" dirty="0" err="1">
                <a:solidFill>
                  <a:schemeClr val="tx1"/>
                </a:solidFill>
                <a:ea typeface="Microsoft YaHei" panose="020B0503020204020204" charset="-122"/>
              </a:rPr>
              <a:t> п</a:t>
            </a:r>
            <a:r>
              <a:rPr lang="uk-UA" altLang="en-US" sz="1900" dirty="0" err="1">
                <a:solidFill>
                  <a:schemeClr val="tx1"/>
                </a:solidFill>
                <a:ea typeface="Microsoft YaHei" panose="020B0503020204020204" charset="-122"/>
              </a:rPr>
              <a:t>і</a:t>
            </a:r>
            <a:r>
              <a:rPr lang="en-US" altLang="en-US" sz="1900" dirty="0" err="1">
                <a:solidFill>
                  <a:schemeClr val="tx1"/>
                </a:solidFill>
                <a:ea typeface="Microsoft YaHei" panose="020B0503020204020204" charset="-122"/>
              </a:rPr>
              <a:t>дход</a:t>
            </a:r>
            <a:r>
              <a:rPr lang="uk-UA" altLang="en-US" sz="1900" dirty="0" err="1">
                <a:solidFill>
                  <a:schemeClr val="tx1"/>
                </a:solidFill>
                <a:ea typeface="Microsoft YaHei" panose="020B0503020204020204" charset="-122"/>
              </a:rPr>
              <a:t>и</a:t>
            </a:r>
            <a:r>
              <a:rPr lang="en-US" altLang="en-US" sz="1900" dirty="0" err="1">
                <a:solidFill>
                  <a:schemeClr val="tx1"/>
                </a:solidFill>
                <a:ea typeface="Microsoft YaHei" panose="020B0503020204020204" charset="-122"/>
              </a:rPr>
              <a:t>: </a:t>
            </a:r>
            <a:r>
              <a:rPr lang="en-US" altLang="en-US" sz="1900" b="1" dirty="0" err="1">
                <a:solidFill>
                  <a:srgbClr val="0070C0"/>
                </a:solidFill>
                <a:ea typeface="Microsoft YaHei" panose="020B0503020204020204" charset="-122"/>
                <a:hlinkClick r:id="rId1" action="ppaction://hlinkfile"/>
              </a:rPr>
              <a:t>https://react.dev/learn/conditional-rendering</a:t>
            </a:r>
            <a:endParaRPr lang="en-US" altLang="en-US" sz="1900" dirty="0" err="1">
              <a:solidFill>
                <a:schemeClr val="tx1"/>
              </a:solidFill>
              <a:ea typeface="Microsoft YaHei" panose="020B0503020204020204" charset="-122"/>
            </a:endParaRPr>
          </a:p>
          <a:p>
            <a:pPr marL="342900" indent="-342900" defTabSz="457200">
              <a:spcBef>
                <a:spcPts val="8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en-US" sz="1900" b="1" dirty="0" err="1">
                <a:solidFill>
                  <a:schemeClr val="tx1"/>
                </a:solidFill>
                <a:ea typeface="Microsoft YaHei" panose="020B0503020204020204" charset="-122"/>
              </a:rPr>
              <a:t>Умовний </a:t>
            </a:r>
            <a:r>
              <a:rPr lang="en-US" altLang="en-US" sz="1900" b="1" dirty="0" err="1">
                <a:solidFill>
                  <a:schemeClr val="tx1"/>
                </a:solidFill>
                <a:ea typeface="Microsoft YaHei" panose="020B0503020204020204" charset="-122"/>
              </a:rPr>
              <a:t>оператор if</a:t>
            </a:r>
            <a:r>
              <a:rPr lang="ru-RU" altLang="en-US" sz="1900" b="1" dirty="0" err="1">
                <a:solidFill>
                  <a:schemeClr val="tx1"/>
                </a:solidFill>
                <a:ea typeface="Microsoft YaHei" panose="020B0503020204020204" charset="-122"/>
              </a:rPr>
              <a:t> </a:t>
            </a:r>
            <a:r>
              <a:rPr lang="ru-RU" altLang="en-US" sz="1900" dirty="0" err="1">
                <a:solidFill>
                  <a:schemeClr val="tx1"/>
                </a:solidFill>
                <a:ea typeface="Microsoft YaHei" panose="020B0503020204020204" charset="-122"/>
              </a:rPr>
              <a:t>- </a:t>
            </a:r>
            <a:r>
              <a:rPr lang="uk-UA" sz="1900" dirty="0" err="1">
                <a:solidFill>
                  <a:schemeClr val="tx1"/>
                </a:solidFill>
                <a:ea typeface="Microsoft YaHei" panose="020B0503020204020204" charset="-122"/>
              </a:rPr>
              <a:t>використовується для вибору, який</a:t>
            </a:r>
            <a:r>
              <a:rPr lang="en-US" altLang="en-US" sz="1900" dirty="0" err="1">
                <a:solidFill>
                  <a:schemeClr val="tx1"/>
                </a:solidFill>
                <a:ea typeface="Microsoft YaHei" panose="020B0503020204020204" charset="-122"/>
              </a:rPr>
              <a:t> JSX </a:t>
            </a:r>
            <a:r>
              <a:rPr lang="uk-UA" altLang="en-US" sz="1900" dirty="0" err="1">
                <a:solidFill>
                  <a:schemeClr val="tx1"/>
                </a:solidFill>
                <a:ea typeface="Microsoft YaHei" panose="020B0503020204020204" charset="-122"/>
              </a:rPr>
              <a:t>повернути</a:t>
            </a:r>
            <a:endParaRPr lang="en-US" altLang="en-US" sz="1900" dirty="0" err="1">
              <a:solidFill>
                <a:schemeClr val="tx1"/>
              </a:solidFill>
              <a:ea typeface="Microsoft YaHei" panose="020B0503020204020204" charset="-122"/>
            </a:endParaRPr>
          </a:p>
          <a:p>
            <a:pPr marL="342900" indent="-342900" defTabSz="457200">
              <a:spcBef>
                <a:spcPts val="8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900" b="1" dirty="0" err="1">
                <a:solidFill>
                  <a:schemeClr val="tx1"/>
                </a:solidFill>
                <a:ea typeface="Microsoft YaHei" panose="020B0503020204020204" charset="-122"/>
              </a:rPr>
              <a:t>Тернарн</a:t>
            </a:r>
            <a:r>
              <a:rPr lang="uk-UA" altLang="en-US" sz="1900" b="1" dirty="0" err="1">
                <a:solidFill>
                  <a:schemeClr val="tx1"/>
                </a:solidFill>
                <a:ea typeface="Microsoft YaHei" panose="020B0503020204020204" charset="-122"/>
              </a:rPr>
              <a:t>и</a:t>
            </a:r>
            <a:r>
              <a:rPr lang="en-US" altLang="en-US" sz="1900" b="1" dirty="0" err="1">
                <a:solidFill>
                  <a:schemeClr val="tx1"/>
                </a:solidFill>
                <a:ea typeface="Microsoft YaHei" panose="020B0503020204020204" charset="-122"/>
              </a:rPr>
              <a:t>й оператор</a:t>
            </a:r>
            <a:r>
              <a:rPr lang="ru-RU" altLang="en-US" sz="1900" dirty="0" err="1">
                <a:solidFill>
                  <a:schemeClr val="tx1"/>
                </a:solidFill>
                <a:ea typeface="Microsoft YaHei" panose="020B0503020204020204" charset="-122"/>
              </a:rPr>
              <a:t> - к</a:t>
            </a:r>
            <a:r>
              <a:rPr lang="en-US" altLang="en-US" sz="1900" dirty="0" err="1">
                <a:solidFill>
                  <a:schemeClr val="tx1"/>
                </a:solidFill>
                <a:ea typeface="Microsoft YaHei" panose="020B0503020204020204" charset="-122"/>
              </a:rPr>
              <a:t>омпактн</a:t>
            </a:r>
            <a:r>
              <a:rPr lang="uk-UA" altLang="en-US" sz="1900" dirty="0" err="1">
                <a:solidFill>
                  <a:schemeClr val="tx1"/>
                </a:solidFill>
                <a:ea typeface="Microsoft YaHei" panose="020B0503020204020204" charset="-122"/>
              </a:rPr>
              <a:t>и</a:t>
            </a:r>
            <a:r>
              <a:rPr lang="en-US" altLang="en-US" sz="1900" dirty="0" err="1">
                <a:solidFill>
                  <a:schemeClr val="tx1"/>
                </a:solidFill>
                <a:ea typeface="Microsoft YaHei" panose="020B0503020204020204" charset="-122"/>
              </a:rPr>
              <a:t>й спос</a:t>
            </a:r>
            <a:r>
              <a:rPr lang="uk-UA" altLang="en-US" sz="1900" dirty="0" err="1">
                <a:solidFill>
                  <a:schemeClr val="tx1"/>
                </a:solidFill>
                <a:ea typeface="Microsoft YaHei" panose="020B0503020204020204" charset="-122"/>
              </a:rPr>
              <a:t>і</a:t>
            </a:r>
            <a:r>
              <a:rPr lang="en-US" altLang="en-US" sz="1900" dirty="0" err="1">
                <a:solidFill>
                  <a:schemeClr val="tx1"/>
                </a:solidFill>
                <a:ea typeface="Microsoft YaHei" panose="020B0503020204020204" charset="-122"/>
              </a:rPr>
              <a:t>б в</a:t>
            </a:r>
            <a:r>
              <a:rPr lang="uk-UA" altLang="en-US" sz="1900" dirty="0" err="1">
                <a:solidFill>
                  <a:schemeClr val="tx1"/>
                </a:solidFill>
                <a:ea typeface="Microsoft YaHei" panose="020B0503020204020204" charset="-122"/>
              </a:rPr>
              <a:t>и</a:t>
            </a:r>
            <a:r>
              <a:rPr lang="en-US" altLang="en-US" sz="1900" dirty="0" err="1">
                <a:solidFill>
                  <a:schemeClr val="tx1"/>
                </a:solidFill>
                <a:ea typeface="Microsoft YaHei" panose="020B0503020204020204" charset="-122"/>
              </a:rPr>
              <a:t>бор</a:t>
            </a:r>
            <a:r>
              <a:rPr lang="uk-UA" altLang="en-US" sz="1900" dirty="0" err="1">
                <a:solidFill>
                  <a:schemeClr val="tx1"/>
                </a:solidFill>
                <a:ea typeface="Microsoft YaHei" panose="020B0503020204020204" charset="-122"/>
              </a:rPr>
              <a:t>у</a:t>
            </a:r>
            <a:r>
              <a:rPr lang="en-US" altLang="en-US" sz="1900" dirty="0" err="1">
                <a:solidFill>
                  <a:schemeClr val="tx1"/>
                </a:solidFill>
                <a:ea typeface="Microsoft YaHei" panose="020B0503020204020204" charset="-122"/>
              </a:rPr>
              <a:t> </a:t>
            </a:r>
            <a:r>
              <a:rPr lang="uk-UA" altLang="en-US" sz="1900" dirty="0" err="1">
                <a:solidFill>
                  <a:schemeClr val="tx1"/>
                </a:solidFill>
                <a:ea typeface="Microsoft YaHei" panose="020B0503020204020204" charset="-122"/>
              </a:rPr>
              <a:t>між двома </a:t>
            </a:r>
            <a:r>
              <a:rPr lang="en-US" altLang="en-US" sz="1900" dirty="0" err="1">
                <a:solidFill>
                  <a:schemeClr val="tx1"/>
                </a:solidFill>
                <a:ea typeface="Microsoft YaHei" panose="020B0503020204020204" charset="-122"/>
              </a:rPr>
              <a:t>вар</a:t>
            </a:r>
            <a:r>
              <a:rPr lang="uk-UA" altLang="en-US" sz="1900" dirty="0" err="1">
                <a:solidFill>
                  <a:schemeClr val="tx1"/>
                </a:solidFill>
                <a:ea typeface="Microsoft YaHei" panose="020B0503020204020204" charset="-122"/>
              </a:rPr>
              <a:t>і</a:t>
            </a:r>
            <a:r>
              <a:rPr lang="en-US" altLang="en-US" sz="1900" dirty="0" err="1">
                <a:solidFill>
                  <a:schemeClr val="tx1"/>
                </a:solidFill>
                <a:ea typeface="Microsoft YaHei" panose="020B0503020204020204" charset="-122"/>
              </a:rPr>
              <a:t>антами</a:t>
            </a:r>
            <a:endParaRPr lang="en-US" altLang="en-US" sz="1900" dirty="0" err="1">
              <a:solidFill>
                <a:schemeClr val="tx1"/>
              </a:solidFill>
              <a:ea typeface="Microsoft YaHei" panose="020B0503020204020204" charset="-122"/>
            </a:endParaRPr>
          </a:p>
          <a:p>
            <a:pPr marL="342900" indent="-342900" defTabSz="457200">
              <a:spcBef>
                <a:spcPts val="8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900" b="1" dirty="0" err="1">
                <a:solidFill>
                  <a:schemeClr val="tx1"/>
                </a:solidFill>
                <a:ea typeface="Microsoft YaHei" panose="020B0503020204020204" charset="-122"/>
              </a:rPr>
              <a:t>Лог</a:t>
            </a:r>
            <a:r>
              <a:rPr lang="uk-UA" altLang="en-US" sz="1900" b="1" dirty="0" err="1">
                <a:solidFill>
                  <a:schemeClr val="tx1"/>
                </a:solidFill>
                <a:ea typeface="Microsoft YaHei" panose="020B0503020204020204" charset="-122"/>
              </a:rPr>
              <a:t>ічний</a:t>
            </a:r>
            <a:r>
              <a:rPr lang="en-US" altLang="en-US" sz="1900" b="1" dirty="0" err="1">
                <a:solidFill>
                  <a:schemeClr val="tx1"/>
                </a:solidFill>
                <a:ea typeface="Microsoft YaHei" panose="020B0503020204020204" charset="-122"/>
              </a:rPr>
              <a:t> оператор &amp;&amp;</a:t>
            </a:r>
            <a:r>
              <a:rPr lang="ru-RU" altLang="en-US" sz="1900" dirty="0" err="1">
                <a:solidFill>
                  <a:schemeClr val="tx1"/>
                </a:solidFill>
                <a:ea typeface="Microsoft YaHei" panose="020B0503020204020204" charset="-122"/>
              </a:rPr>
              <a:t> - </a:t>
            </a:r>
            <a:r>
              <a:rPr lang="en-US" altLang="en-US" sz="1900" dirty="0" err="1">
                <a:solidFill>
                  <a:schemeClr val="tx1"/>
                </a:solidFill>
                <a:ea typeface="Microsoft YaHei" panose="020B0503020204020204" charset="-122"/>
              </a:rPr>
              <a:t>зручний для рендерингу елемента лише при виконанні кількох умов</a:t>
            </a:r>
            <a:endParaRPr lang="en-US" altLang="en-US" sz="1900" dirty="0" err="1">
              <a:solidFill>
                <a:schemeClr val="tx1"/>
              </a:solidFill>
              <a:ea typeface="Microsoft YaHei" panose="020B0503020204020204" charset="-122"/>
            </a:endParaRPr>
          </a:p>
          <a:p>
            <a:pPr marL="342900" indent="-342900" defTabSz="457200">
              <a:spcBef>
                <a:spcPts val="8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900" b="1" dirty="0" err="1">
                <a:solidFill>
                  <a:schemeClr val="tx1"/>
                </a:solidFill>
                <a:ea typeface="Microsoft YaHei" panose="020B0503020204020204" charset="-122"/>
              </a:rPr>
              <a:t>Раннє повернення</a:t>
            </a:r>
            <a:r>
              <a:rPr lang="en-US" altLang="en-US" sz="1900" dirty="0" err="1">
                <a:solidFill>
                  <a:schemeClr val="tx1"/>
                </a:solidFill>
                <a:ea typeface="Microsoft YaHei" panose="020B0503020204020204" charset="-122"/>
              </a:rPr>
              <a:t> - повернення null або іншого значення </a:t>
            </a:r>
            <a:r>
              <a:rPr lang="uk-UA" altLang="en-US" sz="1900" dirty="0" err="1">
                <a:solidFill>
                  <a:schemeClr val="tx1"/>
                </a:solidFill>
                <a:ea typeface="Microsoft YaHei" panose="020B0503020204020204" charset="-122"/>
              </a:rPr>
              <a:t>        </a:t>
            </a:r>
            <a:r>
              <a:rPr lang="en-US" altLang="en-US" sz="1900" dirty="0" err="1">
                <a:solidFill>
                  <a:schemeClr val="tx1"/>
                </a:solidFill>
                <a:ea typeface="Microsoft YaHei" panose="020B0503020204020204" charset="-122"/>
              </a:rPr>
              <a:t>для запобігання рендерингу</a:t>
            </a:r>
            <a:endParaRPr lang="en-US" altLang="en-US" sz="1900" dirty="0" err="1">
              <a:solidFill>
                <a:schemeClr val="tx1"/>
              </a:solidFill>
              <a:ea typeface="Microsoft YaHei" panose="020B0503020204020204" charset="-122"/>
            </a:endParaRPr>
          </a:p>
        </p:txBody>
      </p:sp>
      <p:sp>
        <p:nvSpPr>
          <p:cNvPr id="2" name="Text Box 1"/>
          <p:cNvSpPr txBox="1"/>
          <p:nvPr/>
        </p:nvSpPr>
        <p:spPr>
          <a:xfrm>
            <a:off x="1906905" y="3742055"/>
            <a:ext cx="6697345" cy="368300"/>
          </a:xfrm>
          <a:prstGeom prst="rect">
            <a:avLst/>
          </a:prstGeom>
          <a:noFill/>
        </p:spPr>
        <p:txBody>
          <a:bodyPr wrap="square" rtlCol="0" anchor="t">
            <a:spAutoFit/>
          </a:bodyPr>
          <a:p>
            <a:pPr algn="ctr"/>
            <a:r>
              <a:rPr lang="en-US" altLang="en-US">
                <a:solidFill>
                  <a:srgbClr val="0070C0"/>
                </a:solidFill>
                <a:hlinkClick r:id="rId2" action="ppaction://hlinkfile"/>
              </a:rPr>
              <a:t>https://ru.legacy.reactjs.org/docs/conditional-rendering.html</a:t>
            </a:r>
            <a:endParaRPr lang="en-US" altLang="en-US">
              <a:solidFill>
                <a:srgbClr val="0070C0"/>
              </a:solidFill>
            </a:endParaRPr>
          </a:p>
        </p:txBody>
      </p:sp>
      <p:sp>
        <p:nvSpPr>
          <p:cNvPr id="3" name="Text Box 2"/>
          <p:cNvSpPr txBox="1"/>
          <p:nvPr/>
        </p:nvSpPr>
        <p:spPr>
          <a:xfrm>
            <a:off x="75565" y="6395720"/>
            <a:ext cx="9029700" cy="368300"/>
          </a:xfrm>
          <a:prstGeom prst="rect">
            <a:avLst/>
          </a:prstGeom>
          <a:noFill/>
        </p:spPr>
        <p:txBody>
          <a:bodyPr wrap="square" rtlCol="0" anchor="t">
            <a:spAutoFit/>
          </a:bodyPr>
          <a:p>
            <a:pPr algn="ctr"/>
            <a:r>
              <a:rPr lang="en-US" altLang="en-US" b="1">
                <a:solidFill>
                  <a:srgbClr val="0070C0"/>
                </a:solidFill>
                <a:hlinkClick r:id="rId3" action="ppaction://hlinkfile"/>
              </a:rPr>
              <a:t>https://gist.github.com/sunmeat/e156e1cb3bd8fa114a158b81291c38b0</a:t>
            </a:r>
            <a:endParaRPr lang="en-US" altLang="en-US" b="1">
              <a:solidFill>
                <a:srgbClr val="0070C0"/>
              </a:solidFill>
            </a:endParaRPr>
          </a:p>
        </p:txBody>
      </p:sp>
    </p:spTree>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Text Box 5222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4200" dirty="0" err="1">
                <a:solidFill>
                  <a:schemeClr val="bg1"/>
                </a:solidFill>
                <a:sym typeface="+mn-ea"/>
              </a:rPr>
              <a:t>Стил</a:t>
            </a:r>
            <a:r>
              <a:rPr lang="uk-UA" altLang="en-US" sz="4200" dirty="0" err="1">
                <a:solidFill>
                  <a:schemeClr val="bg1"/>
                </a:solidFill>
                <a:sym typeface="+mn-ea"/>
              </a:rPr>
              <a:t>і</a:t>
            </a:r>
            <a:r>
              <a:rPr lang="en-US" altLang="en-US" sz="4200" dirty="0" err="1">
                <a:solidFill>
                  <a:schemeClr val="bg1"/>
                </a:solidFill>
                <a:sym typeface="+mn-ea"/>
              </a:rPr>
              <a:t>зац</a:t>
            </a:r>
            <a:r>
              <a:rPr lang="uk-UA" altLang="en-US" sz="4200" dirty="0" err="1">
                <a:solidFill>
                  <a:schemeClr val="bg1"/>
                </a:solidFill>
                <a:sym typeface="+mn-ea"/>
              </a:rPr>
              <a:t>і</a:t>
            </a:r>
            <a:r>
              <a:rPr lang="en-US" altLang="en-US" sz="4200" dirty="0" err="1">
                <a:solidFill>
                  <a:schemeClr val="bg1"/>
                </a:solidFill>
                <a:sym typeface="+mn-ea"/>
              </a:rPr>
              <a:t>я в React</a:t>
            </a:r>
            <a:endParaRPr lang="en-US" altLang="en-US" sz="4200" dirty="0" err="1">
              <a:solidFill>
                <a:schemeClr val="bg1"/>
              </a:solidFill>
              <a:ea typeface="Microsoft YaHei" panose="020B0503020204020204" charset="-122"/>
              <a:sym typeface="+mn-ea"/>
            </a:endParaRPr>
          </a:p>
        </p:txBody>
      </p:sp>
      <p:sp>
        <p:nvSpPr>
          <p:cNvPr id="52226" name="Text Box 52225"/>
          <p:cNvSpPr txBox="1"/>
          <p:nvPr/>
        </p:nvSpPr>
        <p:spPr>
          <a:xfrm>
            <a:off x="447675" y="1430655"/>
            <a:ext cx="8264525" cy="4419600"/>
          </a:xfrm>
          <a:prstGeom prst="rect">
            <a:avLst/>
          </a:prstGeom>
          <a:noFill/>
          <a:ln w="9525">
            <a:noFill/>
          </a:ln>
        </p:spPr>
        <p:txBody>
          <a:bodyPr wrap="square" lIns="91440" tIns="45720" rIns="91440" bIns="45720" anchor="t" anchorCtr="0"/>
          <a:p>
            <a:pP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200" dirty="0" err="1">
                <a:solidFill>
                  <a:schemeClr val="tx1"/>
                </a:solidFill>
                <a:ea typeface="Microsoft YaHei" panose="020B0503020204020204" charset="-122"/>
              </a:rPr>
              <a:t>Стилізація в React може виконуватися </a:t>
            </a:r>
            <a:r>
              <a:rPr lang="uk-UA" altLang="en-US" sz="2200" dirty="0" err="1">
                <a:solidFill>
                  <a:schemeClr val="tx1"/>
                </a:solidFill>
                <a:ea typeface="Microsoft YaHei" panose="020B0503020204020204" charset="-122"/>
              </a:rPr>
              <a:t>різними </a:t>
            </a:r>
            <a:r>
              <a:rPr lang="en-US" altLang="en-US" sz="2200" dirty="0" err="1">
                <a:solidFill>
                  <a:schemeClr val="tx1"/>
                </a:solidFill>
                <a:ea typeface="Microsoft YaHei" panose="020B0503020204020204" charset="-122"/>
              </a:rPr>
              <a:t>способами:</a:t>
            </a:r>
            <a:endParaRPr lang="en-US" altLang="en-US" sz="2200" dirty="0" err="1">
              <a:solidFill>
                <a:schemeClr val="tx1"/>
              </a:solidFill>
              <a:ea typeface="Microsoft YaHei" panose="020B0503020204020204" charset="-122"/>
            </a:endParaRPr>
          </a:p>
          <a:p>
            <a:pPr marL="285750" indent="-285750" defTabSz="457200">
              <a:spcBef>
                <a:spcPts val="8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900" b="1" dirty="0" err="1">
                <a:solidFill>
                  <a:schemeClr val="tx1"/>
                </a:solidFill>
                <a:ea typeface="Microsoft YaHei" panose="020B0503020204020204" charset="-122"/>
              </a:rPr>
              <a:t>звичайні CSS-файли</a:t>
            </a:r>
            <a:r>
              <a:rPr lang="en-US" altLang="en-US" sz="1900" dirty="0" err="1">
                <a:solidFill>
                  <a:schemeClr val="tx1"/>
                </a:solidFill>
                <a:ea typeface="Microsoft YaHei" panose="020B0503020204020204" charset="-122"/>
              </a:rPr>
              <a:t> - імпорт CSS-файлів у компонент</a:t>
            </a:r>
            <a:r>
              <a:rPr lang="uk-UA" altLang="en-US" sz="1900" dirty="0" err="1">
                <a:solidFill>
                  <a:schemeClr val="tx1"/>
                </a:solidFill>
                <a:ea typeface="Microsoft YaHei" panose="020B0503020204020204" charset="-122"/>
              </a:rPr>
              <a:t>и</a:t>
            </a:r>
            <a:r>
              <a:rPr lang="en-US" altLang="en-US" sz="1900" dirty="0" err="1">
                <a:solidFill>
                  <a:schemeClr val="tx1"/>
                </a:solidFill>
                <a:ea typeface="Microsoft YaHei" panose="020B0503020204020204" charset="-122"/>
              </a:rPr>
              <a:t> </a:t>
            </a:r>
            <a:r>
              <a:rPr lang="en-US" altLang="en-US" sz="1800" b="1" dirty="0" err="1">
                <a:solidFill>
                  <a:srgbClr val="0070C0"/>
                </a:solidFill>
                <a:ea typeface="Microsoft YaHei" panose="020B0503020204020204" charset="-122"/>
                <a:hlinkClick r:id="rId1" action="ppaction://hlinkfile"/>
              </a:rPr>
              <a:t>https://gist.github.com/sunmeat/e34fb05ff6ec72875196619724282a8a</a:t>
            </a:r>
            <a:endParaRPr lang="en-US" altLang="en-US" sz="1900" dirty="0" err="1">
              <a:solidFill>
                <a:schemeClr val="tx1"/>
              </a:solidFill>
              <a:ea typeface="Microsoft YaHei" panose="020B0503020204020204" charset="-122"/>
            </a:endParaRPr>
          </a:p>
          <a:p>
            <a:pPr marL="285750" indent="-285750" defTabSz="457200">
              <a:spcBef>
                <a:spcPts val="8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900" b="1" dirty="0" err="1">
                <a:solidFill>
                  <a:schemeClr val="tx1"/>
                </a:solidFill>
                <a:ea typeface="Microsoft YaHei" panose="020B0503020204020204" charset="-122"/>
              </a:rPr>
              <a:t>інлайн-стилі </a:t>
            </a:r>
            <a:r>
              <a:rPr lang="en-US" altLang="en-US" sz="1900" dirty="0" err="1">
                <a:solidFill>
                  <a:schemeClr val="tx1"/>
                </a:solidFill>
                <a:ea typeface="Microsoft YaHei" panose="020B0503020204020204" charset="-122"/>
              </a:rPr>
              <a:t>- використання об'єкта style у JSX </a:t>
            </a:r>
            <a:r>
              <a:rPr lang="en-US" altLang="en-US" sz="1800" b="1" dirty="0" err="1">
                <a:solidFill>
                  <a:srgbClr val="0070C0"/>
                </a:solidFill>
                <a:ea typeface="Microsoft YaHei" panose="020B0503020204020204" charset="-122"/>
                <a:hlinkClick r:id="rId2" action="ppaction://hlinkfile"/>
              </a:rPr>
              <a:t>https://gist.github.com/sunmeat/3ed3c721f72fc90643d22d24dadf0b74</a:t>
            </a:r>
            <a:endParaRPr lang="en-US" altLang="en-US" sz="1900" dirty="0" err="1">
              <a:solidFill>
                <a:schemeClr val="tx1"/>
              </a:solidFill>
              <a:ea typeface="Microsoft YaHei" panose="020B0503020204020204" charset="-122"/>
            </a:endParaRPr>
          </a:p>
          <a:p>
            <a:pPr marL="285750" indent="-285750" defTabSz="457200">
              <a:spcBef>
                <a:spcPts val="8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900" b="1" dirty="0" err="1">
                <a:solidFill>
                  <a:schemeClr val="tx1"/>
                </a:solidFill>
                <a:ea typeface="Microsoft YaHei" panose="020B0503020204020204" charset="-122"/>
              </a:rPr>
              <a:t>CSS-модулі</a:t>
            </a:r>
            <a:r>
              <a:rPr lang="en-US" altLang="en-US" sz="1900" dirty="0" err="1">
                <a:solidFill>
                  <a:schemeClr val="tx1"/>
                </a:solidFill>
                <a:ea typeface="Microsoft YaHei" panose="020B0503020204020204" charset="-122"/>
              </a:rPr>
              <a:t> - локальні стилі з автоматичною генерацією унікальних класів</a:t>
            </a:r>
            <a:r>
              <a:rPr lang="uk-UA" altLang="en-US" sz="1900" dirty="0" err="1">
                <a:solidFill>
                  <a:schemeClr val="tx1"/>
                </a:solidFill>
                <a:ea typeface="Microsoft YaHei" panose="020B0503020204020204" charset="-122"/>
              </a:rPr>
              <a:t> </a:t>
            </a:r>
            <a:r>
              <a:rPr lang="en-US" altLang="en-US" sz="1800" b="1" dirty="0" err="1">
                <a:solidFill>
                  <a:srgbClr val="0070C0"/>
                </a:solidFill>
                <a:ea typeface="Microsoft YaHei" panose="020B0503020204020204" charset="-122"/>
                <a:hlinkClick r:id="rId3" action="ppaction://hlinkfile"/>
              </a:rPr>
              <a:t>https://gist.github.com/sunmeat/2d5e2d15b796745b8e8318a1910095dd</a:t>
            </a:r>
            <a:endParaRPr lang="en-US" altLang="en-US" sz="1900" dirty="0" err="1">
              <a:solidFill>
                <a:schemeClr val="tx1"/>
              </a:solidFill>
              <a:ea typeface="Microsoft YaHei" panose="020B0503020204020204" charset="-122"/>
            </a:endParaRPr>
          </a:p>
          <a:p>
            <a:pPr marL="285750" indent="-285750" defTabSz="457200">
              <a:spcBef>
                <a:spcPts val="8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900" b="1" dirty="0" err="1">
                <a:solidFill>
                  <a:schemeClr val="tx1"/>
                </a:solidFill>
                <a:ea typeface="Microsoft YaHei" panose="020B0503020204020204" charset="-122"/>
              </a:rPr>
              <a:t>CSS-фреймворки </a:t>
            </a:r>
            <a:r>
              <a:rPr lang="en-US" altLang="en-US" sz="1900" dirty="0" err="1">
                <a:solidFill>
                  <a:schemeClr val="tx1"/>
                </a:solidFill>
                <a:ea typeface="Microsoft YaHei" panose="020B0503020204020204" charset="-122"/>
              </a:rPr>
              <a:t>- Tailwind CSS, Bootstrap, Bulma, Materialize та ін.</a:t>
            </a:r>
            <a:endParaRPr lang="en-US" altLang="en-US" sz="1900" dirty="0" err="1">
              <a:solidFill>
                <a:schemeClr val="tx1"/>
              </a:solidFill>
              <a:ea typeface="Microsoft YaHei" panose="020B0503020204020204" charset="-122"/>
            </a:endParaRPr>
          </a:p>
          <a:p>
            <a:pPr marL="285750" indent="-285750" defTabSz="457200">
              <a:spcBef>
                <a:spcPts val="8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900" b="1" dirty="0" err="1">
                <a:solidFill>
                  <a:schemeClr val="tx1"/>
                </a:solidFill>
                <a:ea typeface="Microsoft YaHei" panose="020B0503020204020204" charset="-122"/>
              </a:rPr>
              <a:t>Бібліотеки стилів</a:t>
            </a:r>
            <a:r>
              <a:rPr lang="en-US" altLang="en-US" sz="1900" dirty="0" err="1">
                <a:solidFill>
                  <a:schemeClr val="tx1"/>
                </a:solidFill>
                <a:ea typeface="Microsoft YaHei" panose="020B0503020204020204" charset="-122"/>
              </a:rPr>
              <a:t> - styled-components, Emotion, Linaria, stitches та ін.</a:t>
            </a:r>
            <a:endParaRPr lang="en-US" altLang="en-US" sz="1900" dirty="0" err="1">
              <a:solidFill>
                <a:schemeClr val="tx1"/>
              </a:solidFill>
              <a:ea typeface="Microsoft YaHei" panose="020B0503020204020204" charset="-122"/>
            </a:endParaRPr>
          </a:p>
        </p:txBody>
      </p:sp>
    </p:spTree>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Text Box 52224"/>
          <p:cNvSpPr txBox="1"/>
          <p:nvPr/>
        </p:nvSpPr>
        <p:spPr>
          <a:xfrm>
            <a:off x="195580" y="228600"/>
            <a:ext cx="8627745"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ru-RU" sz="4200" dirty="0" err="1">
                <a:solidFill>
                  <a:schemeClr val="bg1"/>
                </a:solidFill>
                <a:ea typeface="Microsoft YaHei" panose="020B0503020204020204" charset="-122"/>
                <a:sym typeface="+mn-ea"/>
              </a:rPr>
              <a:t>Файл</a:t>
            </a:r>
            <a:r>
              <a:rPr lang="uk-UA" sz="4200" dirty="0" err="1">
                <a:solidFill>
                  <a:schemeClr val="bg1"/>
                </a:solidFill>
                <a:ea typeface="Microsoft YaHei" panose="020B0503020204020204" charset="-122"/>
                <a:sym typeface="+mn-ea"/>
              </a:rPr>
              <a:t>и</a:t>
            </a:r>
            <a:r>
              <a:rPr lang="ru-RU" sz="4200" dirty="0" err="1">
                <a:solidFill>
                  <a:schemeClr val="bg1"/>
                </a:solidFill>
                <a:ea typeface="Microsoft YaHei" panose="020B0503020204020204" charset="-122"/>
                <a:sym typeface="+mn-ea"/>
              </a:rPr>
              <a:t> стил</a:t>
            </a:r>
            <a:r>
              <a:rPr lang="uk-UA" altLang="ru-RU" sz="4200" dirty="0" err="1">
                <a:solidFill>
                  <a:schemeClr val="bg1"/>
                </a:solidFill>
                <a:ea typeface="Microsoft YaHei" panose="020B0503020204020204" charset="-122"/>
                <a:sym typeface="+mn-ea"/>
              </a:rPr>
              <a:t>ів</a:t>
            </a:r>
            <a:r>
              <a:rPr lang="ru-RU" sz="4200" dirty="0" err="1">
                <a:solidFill>
                  <a:schemeClr val="bg1"/>
                </a:solidFill>
                <a:ea typeface="Microsoft YaHei" panose="020B0503020204020204" charset="-122"/>
                <a:sym typeface="+mn-ea"/>
              </a:rPr>
              <a:t> </a:t>
            </a:r>
            <a:r>
              <a:rPr lang="en-US" sz="4200" dirty="0" err="1">
                <a:solidFill>
                  <a:schemeClr val="bg1"/>
                </a:solidFill>
                <a:ea typeface="Microsoft YaHei" panose="020B0503020204020204" charset="-122"/>
                <a:sym typeface="+mn-ea"/>
              </a:rPr>
              <a:t>CSS </a:t>
            </a:r>
            <a:r>
              <a:rPr lang="uk-UA" altLang="en-US" sz="4200" dirty="0" err="1">
                <a:solidFill>
                  <a:schemeClr val="bg1"/>
                </a:solidFill>
                <a:ea typeface="Microsoft YaHei" panose="020B0503020204020204" charset="-122"/>
                <a:sym typeface="+mn-ea"/>
              </a:rPr>
              <a:t>у</a:t>
            </a:r>
            <a:r>
              <a:rPr lang="uk-UA" altLang="en-US" sz="4200" dirty="0" err="1">
                <a:solidFill>
                  <a:schemeClr val="bg1"/>
                </a:solidFill>
                <a:ea typeface="Microsoft YaHei" panose="020B0503020204020204" charset="-122"/>
                <a:sym typeface="+mn-ea"/>
              </a:rPr>
              <a:t> </a:t>
            </a:r>
            <a:r>
              <a:rPr lang="en-US" altLang="en-US" sz="4200" dirty="0" err="1">
                <a:solidFill>
                  <a:schemeClr val="bg1"/>
                </a:solidFill>
                <a:ea typeface="Microsoft YaHei" panose="020B0503020204020204" charset="-122"/>
                <a:sym typeface="+mn-ea"/>
              </a:rPr>
              <a:t>WebStorm</a:t>
            </a:r>
            <a:endParaRPr lang="en-US" altLang="en-US" sz="4200" dirty="0" err="1">
              <a:solidFill>
                <a:schemeClr val="bg1"/>
              </a:solidFill>
              <a:ea typeface="Microsoft YaHei" panose="020B0503020204020204" charset="-122"/>
              <a:sym typeface="+mn-ea"/>
            </a:endParaRPr>
          </a:p>
        </p:txBody>
      </p:sp>
      <p:sp>
        <p:nvSpPr>
          <p:cNvPr id="52226" name="Text Box 52225"/>
          <p:cNvSpPr txBox="1"/>
          <p:nvPr/>
        </p:nvSpPr>
        <p:spPr>
          <a:xfrm>
            <a:off x="526415" y="1430655"/>
            <a:ext cx="8033385" cy="4419600"/>
          </a:xfrm>
          <a:prstGeom prst="rect">
            <a:avLst/>
          </a:prstGeom>
          <a:noFill/>
          <a:ln w="9525">
            <a:noFill/>
          </a:ln>
        </p:spPr>
        <p:txBody>
          <a:bodyPr wrap="square" lIns="91440" tIns="45720" rIns="91440" bIns="45720" anchor="t" anchorCtr="0"/>
          <a:p>
            <a:pP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800" dirty="0" err="1">
                <a:solidFill>
                  <a:schemeClr val="tx1"/>
                </a:solidFill>
                <a:ea typeface="Microsoft YaHei" panose="020B0503020204020204" charset="-122"/>
              </a:rPr>
              <a:t>Формати файлів стилів (включ</a:t>
            </a:r>
            <a:r>
              <a:rPr lang="uk-UA" altLang="en-US" sz="1800" dirty="0" err="1">
                <a:solidFill>
                  <a:schemeClr val="tx1"/>
                </a:solidFill>
                <a:ea typeface="Microsoft YaHei" panose="020B0503020204020204" charset="-122"/>
              </a:rPr>
              <a:t>но з</a:t>
            </a:r>
            <a:r>
              <a:rPr lang="en-US" altLang="en-US" sz="1800" dirty="0" err="1">
                <a:solidFill>
                  <a:schemeClr val="tx1"/>
                </a:solidFill>
                <a:ea typeface="Microsoft YaHei" panose="020B0503020204020204" charset="-122"/>
              </a:rPr>
              <a:t> діалект</a:t>
            </a:r>
            <a:r>
              <a:rPr lang="uk-UA" altLang="en-US" sz="1800" dirty="0" err="1">
                <a:solidFill>
                  <a:schemeClr val="tx1"/>
                </a:solidFill>
                <a:ea typeface="Microsoft YaHei" panose="020B0503020204020204" charset="-122"/>
              </a:rPr>
              <a:t>ами</a:t>
            </a:r>
            <a:r>
              <a:rPr lang="en-US" altLang="en-US" sz="1800" dirty="0" err="1">
                <a:solidFill>
                  <a:schemeClr val="tx1"/>
                </a:solidFill>
                <a:ea typeface="Microsoft YaHei" panose="020B0503020204020204" charset="-122"/>
              </a:rPr>
              <a:t> CSS та препроцесор</a:t>
            </a:r>
            <a:r>
              <a:rPr lang="uk-UA" altLang="en-US" sz="1800" dirty="0" err="1">
                <a:solidFill>
                  <a:schemeClr val="tx1"/>
                </a:solidFill>
                <a:ea typeface="Microsoft YaHei" panose="020B0503020204020204" charset="-122"/>
              </a:rPr>
              <a:t>ами</a:t>
            </a:r>
            <a:r>
              <a:rPr lang="en-US" altLang="en-US" sz="1800" dirty="0" err="1">
                <a:solidFill>
                  <a:schemeClr val="tx1"/>
                </a:solidFill>
                <a:ea typeface="Microsoft YaHei" panose="020B0503020204020204" charset="-122"/>
              </a:rPr>
              <a:t>):</a:t>
            </a:r>
            <a:endParaRPr lang="en-US" altLang="en-US" sz="1800" dirty="0" err="1">
              <a:solidFill>
                <a:schemeClr val="tx1"/>
              </a:solidFill>
              <a:ea typeface="Microsoft YaHei" panose="020B0503020204020204" charset="-122"/>
            </a:endParaRPr>
          </a:p>
          <a:p>
            <a:pPr marL="342900" indent="-342900" defTabSz="457200">
              <a:spcBef>
                <a:spcPts val="8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800" b="1" dirty="0" err="1">
                <a:solidFill>
                  <a:schemeClr val="tx1"/>
                </a:solidFill>
                <a:ea typeface="Microsoft YaHei" panose="020B0503020204020204" charset="-122"/>
              </a:rPr>
              <a:t>CSS </a:t>
            </a:r>
            <a:r>
              <a:rPr lang="en-US" altLang="en-US" sz="1800" dirty="0" err="1">
                <a:solidFill>
                  <a:schemeClr val="tx1"/>
                </a:solidFill>
                <a:ea typeface="Microsoft YaHei" panose="020B0503020204020204" charset="-122"/>
              </a:rPr>
              <a:t>- звичайний каскадний стиль, без розширень</a:t>
            </a:r>
            <a:endParaRPr lang="en-US" altLang="en-US" sz="1800" dirty="0" err="1">
              <a:solidFill>
                <a:schemeClr val="tx1"/>
              </a:solidFill>
              <a:ea typeface="Microsoft YaHei" panose="020B0503020204020204" charset="-122"/>
            </a:endParaRPr>
          </a:p>
          <a:p>
            <a:pPr marL="342900" indent="-342900" defTabSz="457200">
              <a:spcBef>
                <a:spcPts val="8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800" b="1" dirty="0" err="1">
                <a:solidFill>
                  <a:schemeClr val="tx1"/>
                </a:solidFill>
                <a:ea typeface="Microsoft YaHei" panose="020B0503020204020204" charset="-122"/>
              </a:rPr>
              <a:t>Less </a:t>
            </a:r>
            <a:r>
              <a:rPr lang="en-US" altLang="en-US" sz="1800" dirty="0" err="1">
                <a:solidFill>
                  <a:schemeClr val="tx1"/>
                </a:solidFill>
                <a:ea typeface="Microsoft YaHei" panose="020B0503020204020204" charset="-122"/>
              </a:rPr>
              <a:t>- препроцесор зі змінними, схожий на JS</a:t>
            </a:r>
            <a:endParaRPr lang="en-US" altLang="en-US" sz="1800" dirty="0" err="1">
              <a:solidFill>
                <a:schemeClr val="tx1"/>
              </a:solidFill>
              <a:ea typeface="Microsoft YaHei" panose="020B0503020204020204" charset="-122"/>
            </a:endParaRPr>
          </a:p>
          <a:p>
            <a:pPr marL="342900" indent="-342900" defTabSz="457200">
              <a:spcBef>
                <a:spcPts val="8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800" b="1" dirty="0" err="1">
                <a:solidFill>
                  <a:schemeClr val="tx1"/>
                </a:solidFill>
                <a:ea typeface="Microsoft YaHei" panose="020B0503020204020204" charset="-122"/>
              </a:rPr>
              <a:t>PostCSS </a:t>
            </a:r>
            <a:r>
              <a:rPr lang="en-US" altLang="en-US" sz="1800" dirty="0" err="1">
                <a:solidFill>
                  <a:schemeClr val="tx1"/>
                </a:solidFill>
                <a:ea typeface="Microsoft YaHei" panose="020B0503020204020204" charset="-122"/>
              </a:rPr>
              <a:t>- інструмент для трансформації CSS через плагіни</a:t>
            </a:r>
            <a:endParaRPr lang="en-US" altLang="en-US" sz="1800" dirty="0" err="1">
              <a:solidFill>
                <a:schemeClr val="tx1"/>
              </a:solidFill>
              <a:ea typeface="Microsoft YaHei" panose="020B0503020204020204" charset="-122"/>
            </a:endParaRPr>
          </a:p>
          <a:p>
            <a:pPr marL="342900" indent="-342900" defTabSz="457200">
              <a:spcBef>
                <a:spcPts val="8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800" b="1" dirty="0" err="1">
                <a:solidFill>
                  <a:schemeClr val="tx1"/>
                </a:solidFill>
                <a:ea typeface="Microsoft YaHei" panose="020B0503020204020204" charset="-122"/>
              </a:rPr>
              <a:t>Sass </a:t>
            </a:r>
            <a:r>
              <a:rPr lang="en-US" altLang="en-US" sz="1800" dirty="0" err="1">
                <a:solidFill>
                  <a:schemeClr val="tx1"/>
                </a:solidFill>
                <a:ea typeface="Microsoft YaHei" panose="020B0503020204020204" charset="-122"/>
              </a:rPr>
              <a:t>(.sass) - препроцесор з мінімалістичним синтаксисом без дужок</a:t>
            </a:r>
            <a:endParaRPr lang="en-US" altLang="en-US" sz="1800" dirty="0" err="1">
              <a:solidFill>
                <a:schemeClr val="tx1"/>
              </a:solidFill>
              <a:ea typeface="Microsoft YaHei" panose="020B0503020204020204" charset="-122"/>
            </a:endParaRPr>
          </a:p>
          <a:p>
            <a:pPr marL="342900" indent="-342900" defTabSz="457200">
              <a:spcBef>
                <a:spcPts val="8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800" b="1" dirty="0" err="1">
                <a:solidFill>
                  <a:schemeClr val="tx1"/>
                </a:solidFill>
                <a:ea typeface="Microsoft YaHei" panose="020B0503020204020204" charset="-122"/>
              </a:rPr>
              <a:t>SCSS </a:t>
            </a:r>
            <a:r>
              <a:rPr lang="en-US" altLang="en-US" sz="1800" dirty="0" err="1">
                <a:solidFill>
                  <a:schemeClr val="tx1"/>
                </a:solidFill>
                <a:ea typeface="Microsoft YaHei" panose="020B0503020204020204" charset="-122"/>
              </a:rPr>
              <a:t>- Sass із синтаксисом, схожим на звичайний CSS ({}, ;)</a:t>
            </a:r>
            <a:endParaRPr lang="en-US" altLang="en-US" sz="1800" dirty="0" err="1">
              <a:solidFill>
                <a:schemeClr val="tx1"/>
              </a:solidFill>
              <a:ea typeface="Microsoft YaHei" panose="020B0503020204020204" charset="-122"/>
            </a:endParaRPr>
          </a:p>
        </p:txBody>
      </p:sp>
      <p:pic>
        <p:nvPicPr>
          <p:cNvPr id="2" name="Picture 1" descr="Снимок экрана 2025-05-22 141414"/>
          <p:cNvPicPr>
            <a:picLocks noChangeAspect="1"/>
          </p:cNvPicPr>
          <p:nvPr/>
        </p:nvPicPr>
        <p:blipFill>
          <a:blip r:embed="rId1"/>
          <a:stretch>
            <a:fillRect/>
          </a:stretch>
        </p:blipFill>
        <p:spPr>
          <a:xfrm>
            <a:off x="2762885" y="3742690"/>
            <a:ext cx="3505200" cy="3028950"/>
          </a:xfrm>
          <a:prstGeom prst="rect">
            <a:avLst/>
          </a:prstGeom>
        </p:spPr>
      </p:pic>
    </p:spTree>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Text Box 52224"/>
          <p:cNvSpPr txBox="1"/>
          <p:nvPr/>
        </p:nvSpPr>
        <p:spPr>
          <a:xfrm>
            <a:off x="195580" y="228600"/>
            <a:ext cx="8627745"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en-US" sz="4200" dirty="0" err="1">
                <a:solidFill>
                  <a:schemeClr val="bg1"/>
                </a:solidFill>
                <a:ea typeface="Microsoft YaHei" panose="020B0503020204020204" charset="-122"/>
                <a:sym typeface="+mn-ea"/>
              </a:rPr>
              <a:t>Приклад на </a:t>
            </a:r>
            <a:r>
              <a:rPr lang="en-US" altLang="en-US" sz="4200" dirty="0" err="1">
                <a:solidFill>
                  <a:schemeClr val="bg1"/>
                </a:solidFill>
                <a:ea typeface="Microsoft YaHei" panose="020B0503020204020204" charset="-122"/>
                <a:sym typeface="+mn-ea"/>
              </a:rPr>
              <a:t>Less</a:t>
            </a:r>
            <a:endParaRPr lang="en-US" altLang="en-US" sz="4200" dirty="0" err="1">
              <a:solidFill>
                <a:schemeClr val="bg1"/>
              </a:solidFill>
              <a:ea typeface="Microsoft YaHei" panose="020B0503020204020204" charset="-122"/>
              <a:sym typeface="+mn-ea"/>
            </a:endParaRPr>
          </a:p>
        </p:txBody>
      </p:sp>
      <p:sp>
        <p:nvSpPr>
          <p:cNvPr id="52226" name="Text Box 52225"/>
          <p:cNvSpPr txBox="1"/>
          <p:nvPr/>
        </p:nvSpPr>
        <p:spPr>
          <a:xfrm>
            <a:off x="526415" y="1430655"/>
            <a:ext cx="8033385" cy="4419600"/>
          </a:xfrm>
          <a:prstGeom prst="rect">
            <a:avLst/>
          </a:prstGeom>
          <a:noFill/>
          <a:ln w="9525">
            <a:noFill/>
          </a:ln>
        </p:spPr>
        <p:txBody>
          <a:bodyPr wrap="square" lIns="91440" tIns="45720" rIns="91440" bIns="45720" anchor="t" anchorCtr="0"/>
          <a:p>
            <a:pP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sz="2800" dirty="0" err="1">
                <a:solidFill>
                  <a:schemeClr val="tx1"/>
                </a:solidFill>
                <a:ea typeface="Microsoft YaHei" panose="020B0503020204020204" charset="-122"/>
              </a:rPr>
              <a:t>встановити залежність</a:t>
            </a:r>
            <a:endParaRPr lang="uk-UA" sz="2800" dirty="0" err="1">
              <a:solidFill>
                <a:schemeClr val="tx1"/>
              </a:solidFill>
              <a:ea typeface="Microsoft YaHei" panose="020B0503020204020204" charset="-122"/>
            </a:endParaRPr>
          </a:p>
          <a:p>
            <a:pP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800" b="1" dirty="0" err="1">
                <a:solidFill>
                  <a:schemeClr val="tx1"/>
                </a:solidFill>
                <a:ea typeface="Microsoft YaHei" panose="020B0503020204020204" charset="-122"/>
              </a:rPr>
              <a:t>npm install less --save-dev</a:t>
            </a:r>
            <a:endParaRPr lang="en-US" altLang="en-US" sz="2800" b="1" dirty="0" err="1">
              <a:solidFill>
                <a:schemeClr val="tx1"/>
              </a:solidFill>
              <a:ea typeface="Microsoft YaHei" panose="020B0503020204020204" charset="-122"/>
            </a:endParaRPr>
          </a:p>
          <a:p>
            <a:pP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2800" b="1" dirty="0" err="1">
              <a:solidFill>
                <a:srgbClr val="0070C0"/>
              </a:solidFill>
              <a:ea typeface="Microsoft YaHei" panose="020B0503020204020204" charset="-122"/>
            </a:endParaRPr>
          </a:p>
          <a:p>
            <a:pPr algn="ct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800" b="1" dirty="0" err="1">
                <a:solidFill>
                  <a:srgbClr val="0070C0"/>
                </a:solidFill>
                <a:ea typeface="Microsoft YaHei" panose="020B0503020204020204" charset="-122"/>
                <a:hlinkClick r:id="rId1" action="ppaction://hlinkfile"/>
              </a:rPr>
              <a:t>https://gist.github.com/sunmeat/b1da63ebffb64864224bcc552b1c29c4</a:t>
            </a:r>
            <a:endParaRPr lang="en-US" altLang="en-US" sz="2800" b="1" dirty="0" err="1">
              <a:solidFill>
                <a:schemeClr val="tx1"/>
              </a:solidFill>
              <a:ea typeface="Microsoft YaHei" panose="020B0503020204020204" charset="-122"/>
            </a:endParaRPr>
          </a:p>
          <a:p>
            <a:pP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ru-RU" altLang="en-US" sz="2800" dirty="0" err="1">
              <a:solidFill>
                <a:schemeClr val="tx1"/>
              </a:solidFill>
              <a:ea typeface="Microsoft YaHei" panose="020B0503020204020204" charset="-122"/>
            </a:endParaRPr>
          </a:p>
        </p:txBody>
      </p:sp>
      <p:sp>
        <p:nvSpPr>
          <p:cNvPr id="4" name="Text Box 3"/>
          <p:cNvSpPr txBox="1"/>
          <p:nvPr/>
        </p:nvSpPr>
        <p:spPr>
          <a:xfrm>
            <a:off x="1415415" y="4909185"/>
            <a:ext cx="7395845" cy="860425"/>
          </a:xfrm>
          <a:prstGeom prst="rect">
            <a:avLst/>
          </a:prstGeom>
          <a:noFill/>
        </p:spPr>
        <p:txBody>
          <a:bodyPr wrap="square" rtlCol="0" anchor="t">
            <a:spAutoFit/>
          </a:bodyPr>
          <a:p>
            <a:r>
              <a:rPr lang="en-US" altLang="en-US" sz="5000" b="1">
                <a:solidFill>
                  <a:srgbClr val="0070C0"/>
                </a:solidFill>
                <a:hlinkClick r:id="rId2" action="ppaction://hlinkfile"/>
              </a:rPr>
              <a:t>https://lesscss.org/</a:t>
            </a:r>
            <a:endParaRPr lang="en-US" altLang="en-US" sz="5000" b="1">
              <a:solidFill>
                <a:srgbClr val="0070C0"/>
              </a:solidFill>
            </a:endParaRPr>
          </a:p>
        </p:txBody>
      </p:sp>
    </p:spTree>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Text Box 52224"/>
          <p:cNvSpPr txBox="1"/>
          <p:nvPr/>
        </p:nvSpPr>
        <p:spPr>
          <a:xfrm>
            <a:off x="195580" y="228600"/>
            <a:ext cx="8627745"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en-US" sz="4200" dirty="0" err="1">
                <a:solidFill>
                  <a:schemeClr val="bg1"/>
                </a:solidFill>
                <a:ea typeface="Microsoft YaHei" panose="020B0503020204020204" charset="-122"/>
                <a:sym typeface="+mn-ea"/>
              </a:rPr>
              <a:t>Приклад на </a:t>
            </a:r>
            <a:r>
              <a:rPr lang="en-US" altLang="en-US" sz="4200" dirty="0" err="1">
                <a:solidFill>
                  <a:schemeClr val="bg1"/>
                </a:solidFill>
                <a:ea typeface="Microsoft YaHei" panose="020B0503020204020204" charset="-122"/>
                <a:sym typeface="+mn-ea"/>
              </a:rPr>
              <a:t>Sass</a:t>
            </a:r>
            <a:endParaRPr lang="en-US" altLang="en-US" sz="4200" dirty="0" err="1">
              <a:solidFill>
                <a:schemeClr val="bg1"/>
              </a:solidFill>
              <a:ea typeface="Microsoft YaHei" panose="020B0503020204020204" charset="-122"/>
              <a:sym typeface="+mn-ea"/>
            </a:endParaRPr>
          </a:p>
        </p:txBody>
      </p:sp>
      <p:sp>
        <p:nvSpPr>
          <p:cNvPr id="52226" name="Text Box 52225"/>
          <p:cNvSpPr txBox="1"/>
          <p:nvPr/>
        </p:nvSpPr>
        <p:spPr>
          <a:xfrm>
            <a:off x="526415" y="1430655"/>
            <a:ext cx="8033385" cy="4419600"/>
          </a:xfrm>
          <a:prstGeom prst="rect">
            <a:avLst/>
          </a:prstGeom>
          <a:noFill/>
          <a:ln w="9525">
            <a:noFill/>
          </a:ln>
        </p:spPr>
        <p:txBody>
          <a:bodyPr wrap="square" lIns="91440" tIns="45720" rIns="91440" bIns="45720" anchor="t" anchorCtr="0"/>
          <a:p>
            <a:pP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sz="2500" dirty="0" err="1">
                <a:solidFill>
                  <a:schemeClr val="tx1"/>
                </a:solidFill>
                <a:ea typeface="Microsoft YaHei" panose="020B0503020204020204" charset="-122"/>
              </a:rPr>
              <a:t>встановити залежність </a:t>
            </a:r>
            <a:r>
              <a:rPr lang="en-US" altLang="en-US" sz="2500" b="1" dirty="0" err="1">
                <a:solidFill>
                  <a:schemeClr val="tx1"/>
                </a:solidFill>
                <a:ea typeface="Microsoft YaHei" panose="020B0503020204020204" charset="-122"/>
              </a:rPr>
              <a:t>npm install -D sass</a:t>
            </a:r>
            <a:endParaRPr lang="en-US" altLang="en-US" sz="2500" dirty="0" err="1">
              <a:solidFill>
                <a:schemeClr val="tx1"/>
              </a:solidFill>
              <a:ea typeface="Microsoft YaHei" panose="020B0503020204020204" charset="-122"/>
            </a:endParaRPr>
          </a:p>
          <a:p>
            <a:pP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2500" b="1" dirty="0" err="1">
              <a:solidFill>
                <a:srgbClr val="0070C0"/>
              </a:solidFill>
              <a:ea typeface="Microsoft YaHei" panose="020B0503020204020204" charset="-122"/>
            </a:endParaRPr>
          </a:p>
          <a:p>
            <a:pPr algn="ct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500" b="1" dirty="0" err="1">
                <a:solidFill>
                  <a:srgbClr val="0070C0"/>
                </a:solidFill>
                <a:ea typeface="Microsoft YaHei" panose="020B0503020204020204" charset="-122"/>
                <a:hlinkClick r:id="rId1" action="ppaction://hlinkfile"/>
              </a:rPr>
              <a:t>https://gist.github.com/sunmeat/7f409af641f186522f7dafd393c238d6</a:t>
            </a:r>
            <a:endParaRPr lang="en-US" altLang="en-US" sz="2500" b="1" dirty="0" err="1">
              <a:solidFill>
                <a:schemeClr val="tx1"/>
              </a:solidFill>
              <a:ea typeface="Microsoft YaHei" panose="020B0503020204020204" charset="-122"/>
            </a:endParaRPr>
          </a:p>
          <a:p>
            <a:pP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ru-RU" altLang="en-US" sz="2500" dirty="0" err="1">
              <a:solidFill>
                <a:schemeClr val="tx1"/>
              </a:solidFill>
              <a:ea typeface="Microsoft YaHei" panose="020B0503020204020204" charset="-122"/>
            </a:endParaRPr>
          </a:p>
        </p:txBody>
      </p:sp>
      <p:sp>
        <p:nvSpPr>
          <p:cNvPr id="4" name="Text Box 3"/>
          <p:cNvSpPr txBox="1"/>
          <p:nvPr/>
        </p:nvSpPr>
        <p:spPr>
          <a:xfrm>
            <a:off x="1102360" y="5139055"/>
            <a:ext cx="7776210" cy="860425"/>
          </a:xfrm>
          <a:prstGeom prst="rect">
            <a:avLst/>
          </a:prstGeom>
          <a:noFill/>
        </p:spPr>
        <p:txBody>
          <a:bodyPr wrap="square" rtlCol="0" anchor="t">
            <a:spAutoFit/>
          </a:bodyPr>
          <a:p>
            <a:r>
              <a:rPr lang="en-US" altLang="en-US" sz="5000" b="1">
                <a:solidFill>
                  <a:srgbClr val="0070C0"/>
                </a:solidFill>
                <a:hlinkClick r:id="rId2" action="ppaction://hlinkfile"/>
              </a:rPr>
              <a:t>https://sass-lang.com/</a:t>
            </a:r>
            <a:endParaRPr lang="en-US" altLang="en-US" sz="5000" b="1">
              <a:solidFill>
                <a:srgbClr val="0070C0"/>
              </a:solidFill>
            </a:endParaRPr>
          </a:p>
        </p:txBody>
      </p:sp>
    </p:spTree>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Text Box 52224"/>
          <p:cNvSpPr txBox="1"/>
          <p:nvPr/>
        </p:nvSpPr>
        <p:spPr>
          <a:xfrm>
            <a:off x="195580" y="228600"/>
            <a:ext cx="8627745"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en-US" sz="4200" dirty="0" err="1">
                <a:solidFill>
                  <a:schemeClr val="bg1"/>
                </a:solidFill>
                <a:ea typeface="Microsoft YaHei" panose="020B0503020204020204" charset="-122"/>
                <a:sym typeface="+mn-ea"/>
              </a:rPr>
              <a:t>Приклад на </a:t>
            </a:r>
            <a:r>
              <a:rPr lang="en-US" altLang="en-US" sz="4200" dirty="0" err="1">
                <a:solidFill>
                  <a:schemeClr val="bg1"/>
                </a:solidFill>
                <a:ea typeface="Microsoft YaHei" panose="020B0503020204020204" charset="-122"/>
                <a:sym typeface="+mn-ea"/>
              </a:rPr>
              <a:t>S</a:t>
            </a:r>
            <a:r>
              <a:rPr lang="en-US" altLang="en-US" sz="4200" b="1" dirty="0" err="1">
                <a:solidFill>
                  <a:schemeClr val="bg1"/>
                </a:solidFill>
                <a:ea typeface="Microsoft YaHei" panose="020B0503020204020204" charset="-122"/>
                <a:sym typeface="+mn-ea"/>
              </a:rPr>
              <a:t>c</a:t>
            </a:r>
            <a:r>
              <a:rPr lang="en-US" altLang="en-US" sz="4200" dirty="0" err="1">
                <a:solidFill>
                  <a:schemeClr val="bg1"/>
                </a:solidFill>
                <a:ea typeface="Microsoft YaHei" panose="020B0503020204020204" charset="-122"/>
                <a:sym typeface="+mn-ea"/>
              </a:rPr>
              <a:t>ss</a:t>
            </a:r>
            <a:endParaRPr lang="en-US" altLang="en-US" sz="4200" dirty="0" err="1">
              <a:solidFill>
                <a:schemeClr val="bg1"/>
              </a:solidFill>
              <a:ea typeface="Microsoft YaHei" panose="020B0503020204020204" charset="-122"/>
              <a:sym typeface="+mn-ea"/>
            </a:endParaRPr>
          </a:p>
        </p:txBody>
      </p:sp>
      <p:sp>
        <p:nvSpPr>
          <p:cNvPr id="52226" name="Text Box 52225"/>
          <p:cNvSpPr txBox="1"/>
          <p:nvPr/>
        </p:nvSpPr>
        <p:spPr>
          <a:xfrm>
            <a:off x="526415" y="1430655"/>
            <a:ext cx="8033385" cy="4419600"/>
          </a:xfrm>
          <a:prstGeom prst="rect">
            <a:avLst/>
          </a:prstGeom>
          <a:noFill/>
          <a:ln w="9525">
            <a:noFill/>
          </a:ln>
        </p:spPr>
        <p:txBody>
          <a:bodyPr wrap="square" lIns="91440" tIns="45720" rIns="91440" bIns="45720" anchor="t" anchorCtr="0"/>
          <a:p>
            <a:pP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sz="2500" dirty="0" err="1">
                <a:solidFill>
                  <a:schemeClr val="tx1"/>
                </a:solidFill>
                <a:ea typeface="Microsoft YaHei" panose="020B0503020204020204" charset="-122"/>
              </a:rPr>
              <a:t>залежність </a:t>
            </a:r>
            <a:r>
              <a:rPr lang="en-US" altLang="en-US" sz="2500" b="1" dirty="0" err="1">
                <a:solidFill>
                  <a:schemeClr val="tx1"/>
                </a:solidFill>
                <a:ea typeface="Microsoft YaHei" panose="020B0503020204020204" charset="-122"/>
              </a:rPr>
              <a:t>npm install -D sass</a:t>
            </a:r>
            <a:r>
              <a:rPr lang="en-US" altLang="en-US" sz="2500" dirty="0" err="1">
                <a:solidFill>
                  <a:schemeClr val="tx1"/>
                </a:solidFill>
                <a:ea typeface="Microsoft YaHei" panose="020B0503020204020204" charset="-122"/>
              </a:rPr>
              <a:t> (</a:t>
            </a:r>
            <a:r>
              <a:rPr lang="uk-UA" altLang="en-US" sz="2500" dirty="0" err="1">
                <a:solidFill>
                  <a:schemeClr val="tx1"/>
                </a:solidFill>
                <a:ea typeface="Microsoft YaHei" panose="020B0503020204020204" charset="-122"/>
              </a:rPr>
              <a:t>вже є)</a:t>
            </a:r>
            <a:endParaRPr lang="en-US" altLang="en-US" sz="2500" dirty="0" err="1">
              <a:solidFill>
                <a:schemeClr val="tx1"/>
              </a:solidFill>
              <a:ea typeface="Microsoft YaHei" panose="020B0503020204020204" charset="-122"/>
            </a:endParaRPr>
          </a:p>
          <a:p>
            <a:pP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2500" b="1" dirty="0" err="1">
              <a:solidFill>
                <a:srgbClr val="0070C0"/>
              </a:solidFill>
              <a:ea typeface="Microsoft YaHei" panose="020B0503020204020204" charset="-122"/>
            </a:endParaRPr>
          </a:p>
          <a:p>
            <a:pPr algn="ct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500" b="1" dirty="0" err="1">
                <a:solidFill>
                  <a:srgbClr val="0070C0"/>
                </a:solidFill>
                <a:ea typeface="Microsoft YaHei" panose="020B0503020204020204" charset="-122"/>
                <a:hlinkClick r:id="rId1" action="ppaction://hlinkfile"/>
              </a:rPr>
              <a:t>https://gist.github.com/sunmeat/0dd0d2b0eb898b6d4f093f6fc36c227f</a:t>
            </a:r>
            <a:endParaRPr lang="en-US" altLang="en-US" sz="2500" b="1" dirty="0" err="1">
              <a:solidFill>
                <a:schemeClr val="tx1"/>
              </a:solidFill>
              <a:ea typeface="Microsoft YaHei" panose="020B0503020204020204" charset="-122"/>
            </a:endParaRPr>
          </a:p>
          <a:p>
            <a:pP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ru-RU" altLang="en-US" sz="2500" dirty="0" err="1">
              <a:solidFill>
                <a:schemeClr val="tx1"/>
              </a:solidFill>
              <a:ea typeface="Microsoft YaHei" panose="020B0503020204020204" charset="-122"/>
            </a:endParaRPr>
          </a:p>
        </p:txBody>
      </p:sp>
      <p:sp>
        <p:nvSpPr>
          <p:cNvPr id="4" name="Text Box 3"/>
          <p:cNvSpPr txBox="1"/>
          <p:nvPr/>
        </p:nvSpPr>
        <p:spPr>
          <a:xfrm>
            <a:off x="566420" y="3884930"/>
            <a:ext cx="7854950" cy="1622425"/>
          </a:xfrm>
          <a:prstGeom prst="rect">
            <a:avLst/>
          </a:prstGeom>
          <a:noFill/>
        </p:spPr>
        <p:txBody>
          <a:bodyPr wrap="square" rtlCol="0" anchor="t">
            <a:noAutofit/>
          </a:bodyPr>
          <a:p>
            <a:pPr algn="ctr"/>
            <a:r>
              <a:rPr lang="en-US" altLang="en-US" sz="5000" b="1">
                <a:solidFill>
                  <a:srgbClr val="0070C0"/>
                </a:solidFill>
                <a:hlinkClick r:id="rId2" action="ppaction://hlinkfile"/>
              </a:rPr>
              <a:t>https://sass-lang.com/documentation/syntax/#scss</a:t>
            </a:r>
            <a:endParaRPr lang="en-US" altLang="en-US" sz="5000" b="1">
              <a:solidFill>
                <a:srgbClr val="0070C0"/>
              </a:solidFill>
            </a:endParaRPr>
          </a:p>
        </p:txBody>
      </p:sp>
    </p:spTree>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Text Box 5222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4200" dirty="0" err="1">
                <a:solidFill>
                  <a:schemeClr val="bg1"/>
                </a:solidFill>
                <a:sym typeface="+mn-ea"/>
              </a:rPr>
              <a:t>Tailwind CSS </a:t>
            </a:r>
            <a:endParaRPr lang="en-US" altLang="en-US" sz="4200" dirty="0" err="1">
              <a:solidFill>
                <a:schemeClr val="bg1"/>
              </a:solidFill>
              <a:ea typeface="Microsoft YaHei" panose="020B0503020204020204" charset="-122"/>
              <a:sym typeface="+mn-ea"/>
            </a:endParaRPr>
          </a:p>
        </p:txBody>
      </p:sp>
      <p:sp>
        <p:nvSpPr>
          <p:cNvPr id="52226" name="Text Box 52225"/>
          <p:cNvSpPr txBox="1"/>
          <p:nvPr/>
        </p:nvSpPr>
        <p:spPr>
          <a:xfrm>
            <a:off x="526415" y="1430655"/>
            <a:ext cx="8033385" cy="4419600"/>
          </a:xfrm>
          <a:prstGeom prst="rect">
            <a:avLst/>
          </a:prstGeom>
          <a:noFill/>
          <a:ln w="9525">
            <a:noFill/>
          </a:ln>
        </p:spPr>
        <p:txBody>
          <a:bodyPr wrap="square" lIns="91440" tIns="45720" rIns="91440" bIns="45720" anchor="t" anchorCtr="0"/>
          <a:p>
            <a:pP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200" b="1" dirty="0" err="1">
                <a:solidFill>
                  <a:schemeClr val="tx1"/>
                </a:solidFill>
                <a:ea typeface="Microsoft YaHei" panose="020B0503020204020204" charset="-122"/>
              </a:rPr>
              <a:t>Tailwind CSS </a:t>
            </a:r>
            <a:r>
              <a:rPr lang="en-US" altLang="en-US" sz="2200" dirty="0" err="1">
                <a:solidFill>
                  <a:schemeClr val="tx1"/>
                </a:solidFill>
                <a:ea typeface="Microsoft YaHei" panose="020B0503020204020204" charset="-122"/>
              </a:rPr>
              <a:t>- це утилітарний CSS-фреймворк, </a:t>
            </a:r>
            <a:r>
              <a:rPr lang="uk-UA" altLang="en-US" sz="2200" dirty="0" err="1">
                <a:solidFill>
                  <a:schemeClr val="tx1"/>
                </a:solidFill>
                <a:ea typeface="Microsoft YaHei" panose="020B0503020204020204" charset="-122"/>
              </a:rPr>
              <a:t>             </a:t>
            </a:r>
            <a:r>
              <a:rPr lang="en-US" altLang="en-US" sz="2200" dirty="0" err="1">
                <a:solidFill>
                  <a:schemeClr val="tx1"/>
                </a:solidFill>
                <a:ea typeface="Microsoft YaHei" panose="020B0503020204020204" charset="-122"/>
              </a:rPr>
              <a:t>який дозволяє стилізувати веб-додатки, використовуючи готові класи безпосередньо в HTML-розмітці, </a:t>
            </a:r>
            <a:r>
              <a:rPr lang="uk-UA" altLang="en-US" sz="2200" dirty="0" err="1">
                <a:solidFill>
                  <a:schemeClr val="tx1"/>
                </a:solidFill>
                <a:ea typeface="Microsoft YaHei" panose="020B0503020204020204" charset="-122"/>
              </a:rPr>
              <a:t>                   </a:t>
            </a:r>
            <a:r>
              <a:rPr lang="en-US" altLang="en-US" sz="2200" dirty="0" err="1">
                <a:solidFill>
                  <a:schemeClr val="tx1"/>
                </a:solidFill>
                <a:ea typeface="Microsoft YaHei" panose="020B0503020204020204" charset="-122"/>
              </a:rPr>
              <a:t>без необхідності писати складні CSS-файли. </a:t>
            </a:r>
            <a:r>
              <a:rPr lang="uk-UA" altLang="en-US" sz="2200" dirty="0" err="1">
                <a:solidFill>
                  <a:schemeClr val="tx1"/>
                </a:solidFill>
                <a:ea typeface="Microsoft YaHei" panose="020B0503020204020204" charset="-122"/>
              </a:rPr>
              <a:t>             </a:t>
            </a:r>
            <a:r>
              <a:rPr lang="en-US" altLang="en-US" sz="2200" dirty="0" err="1">
                <a:solidFill>
                  <a:schemeClr val="tx1"/>
                </a:solidFill>
                <a:ea typeface="Microsoft YaHei" panose="020B0503020204020204" charset="-122"/>
              </a:rPr>
              <a:t>Замість традиційного підходу з використанням семантичних класів</a:t>
            </a:r>
            <a:r>
              <a:rPr lang="uk-UA" altLang="en-US" sz="2200" dirty="0" err="1">
                <a:solidFill>
                  <a:schemeClr val="tx1"/>
                </a:solidFill>
                <a:ea typeface="Microsoft YaHei" panose="020B0503020204020204" charset="-122"/>
              </a:rPr>
              <a:t>,</a:t>
            </a:r>
            <a:r>
              <a:rPr lang="en-US" altLang="en-US" sz="2200" dirty="0" err="1">
                <a:solidFill>
                  <a:schemeClr val="tx1"/>
                </a:solidFill>
                <a:ea typeface="Microsoft YaHei" panose="020B0503020204020204" charset="-122"/>
              </a:rPr>
              <a:t> Tailwind пропонує низькорівневі утиліти, такі як flex, bg-blue-500, p-4, які задають конкретні стилі (наприклад, display: flex, background-color: blue, padding: 1rem). </a:t>
            </a:r>
            <a:r>
              <a:rPr lang="uk-UA" altLang="en-US" sz="2200" dirty="0" err="1">
                <a:solidFill>
                  <a:schemeClr val="tx1"/>
                </a:solidFill>
                <a:ea typeface="Microsoft YaHei" panose="020B0503020204020204" charset="-122"/>
              </a:rPr>
              <a:t>           </a:t>
            </a:r>
            <a:r>
              <a:rPr lang="en-US" altLang="en-US" sz="2200" dirty="0" err="1">
                <a:solidFill>
                  <a:schemeClr val="tx1"/>
                </a:solidFill>
                <a:ea typeface="Microsoft YaHei" panose="020B0503020204020204" charset="-122"/>
              </a:rPr>
              <a:t>Це прискорює розробку та спрощує підтримку коду, особливо у зв'язку з сучасними JavaScript-фреймворками, такими як React та Vue.</a:t>
            </a:r>
            <a:endParaRPr lang="en-US" altLang="en-US" sz="2200" dirty="0" err="1">
              <a:solidFill>
                <a:schemeClr val="tx1"/>
              </a:solidFill>
              <a:ea typeface="Microsoft YaHei" panose="020B0503020204020204" charset="-122"/>
            </a:endParaRPr>
          </a:p>
          <a:p>
            <a:pPr algn="ct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3500" b="1" dirty="0" err="1">
                <a:solidFill>
                  <a:srgbClr val="0070C0"/>
                </a:solidFill>
                <a:ea typeface="Microsoft YaHei" panose="020B0503020204020204" charset="-122"/>
                <a:hlinkClick r:id="rId1" action="ppaction://hlinkfile"/>
              </a:rPr>
              <a:t>https://tailwindcss.com/</a:t>
            </a:r>
            <a:endParaRPr lang="en-US" altLang="en-US" sz="3500" b="1" dirty="0" err="1">
              <a:solidFill>
                <a:srgbClr val="0070C0"/>
              </a:solidFill>
              <a:ea typeface="Microsoft YaHei" panose="020B0503020204020204" charset="-122"/>
            </a:endParaRPr>
          </a:p>
        </p:txBody>
      </p:sp>
    </p:spTree>
  </p:cSld>
  <p:clrMapOvr>
    <a:masterClrMapping/>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Text Box 5222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4200" dirty="0" err="1">
                <a:solidFill>
                  <a:schemeClr val="bg1"/>
                </a:solidFill>
                <a:sym typeface="+mn-ea"/>
              </a:rPr>
              <a:t>Tailwind CSS </a:t>
            </a:r>
            <a:endParaRPr lang="en-US" altLang="en-US" sz="4200" dirty="0" err="1">
              <a:solidFill>
                <a:schemeClr val="bg1"/>
              </a:solidFill>
              <a:ea typeface="Microsoft YaHei" panose="020B0503020204020204" charset="-122"/>
              <a:sym typeface="+mn-ea"/>
            </a:endParaRPr>
          </a:p>
        </p:txBody>
      </p:sp>
      <p:sp>
        <p:nvSpPr>
          <p:cNvPr id="52226" name="Text Box 52225"/>
          <p:cNvSpPr txBox="1"/>
          <p:nvPr/>
        </p:nvSpPr>
        <p:spPr>
          <a:xfrm>
            <a:off x="526415" y="1430655"/>
            <a:ext cx="8033385" cy="4419600"/>
          </a:xfrm>
          <a:prstGeom prst="rect">
            <a:avLst/>
          </a:prstGeom>
          <a:noFill/>
          <a:ln w="9525">
            <a:noFill/>
          </a:ln>
        </p:spPr>
        <p:txBody>
          <a:bodyPr wrap="square" lIns="91440" tIns="45720" rIns="91440" bIns="45720" anchor="t" anchorCtr="0"/>
          <a:p>
            <a:pPr marL="342900" indent="-342900" defTabSz="457200">
              <a:spcBef>
                <a:spcPts val="8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900" dirty="0" err="1">
                <a:solidFill>
                  <a:schemeClr val="tx1"/>
                </a:solidFill>
                <a:ea typeface="Microsoft YaHei" panose="020B0503020204020204" charset="-122"/>
              </a:rPr>
              <a:t>Tailwind надає класи для більшості CSS-властивостей, </a:t>
            </a:r>
            <a:r>
              <a:rPr lang="uk-UA" altLang="en-US" sz="1900" dirty="0" err="1">
                <a:solidFill>
                  <a:schemeClr val="tx1"/>
                </a:solidFill>
                <a:ea typeface="Microsoft YaHei" panose="020B0503020204020204" charset="-122"/>
              </a:rPr>
              <a:t>               </a:t>
            </a:r>
            <a:r>
              <a:rPr lang="en-US" altLang="en-US" sz="1900" dirty="0" err="1">
                <a:solidFill>
                  <a:schemeClr val="tx1"/>
                </a:solidFill>
                <a:ea typeface="Microsoft YaHei" panose="020B0503020204020204" charset="-122"/>
              </a:rPr>
              <a:t>що дозволяє стилізувати елементи прямо в HTML/JSX</a:t>
            </a:r>
            <a:r>
              <a:rPr lang="uk-UA" altLang="en-US" sz="1900" dirty="0" err="1">
                <a:solidFill>
                  <a:schemeClr val="tx1"/>
                </a:solidFill>
                <a:ea typeface="Microsoft YaHei" panose="020B0503020204020204" charset="-122"/>
              </a:rPr>
              <a:t>               </a:t>
            </a:r>
            <a:r>
              <a:rPr lang="en-US" altLang="en-US" sz="1900" dirty="0" err="1">
                <a:solidFill>
                  <a:schemeClr val="tx1"/>
                </a:solidFill>
                <a:ea typeface="Microsoft YaHei" panose="020B0503020204020204" charset="-122"/>
              </a:rPr>
              <a:t> без написання користува</a:t>
            </a:r>
            <a:r>
              <a:rPr lang="uk-UA" altLang="en-US" sz="1900" dirty="0" err="1">
                <a:solidFill>
                  <a:schemeClr val="tx1"/>
                </a:solidFill>
                <a:ea typeface="Microsoft YaHei" panose="020B0503020204020204" charset="-122"/>
              </a:rPr>
              <a:t>цького</a:t>
            </a:r>
            <a:r>
              <a:rPr lang="en-US" altLang="en-US" sz="1900" dirty="0" err="1">
                <a:solidFill>
                  <a:schemeClr val="tx1"/>
                </a:solidFill>
                <a:ea typeface="Microsoft YaHei" panose="020B0503020204020204" charset="-122"/>
              </a:rPr>
              <a:t> CSS</a:t>
            </a:r>
            <a:endParaRPr lang="en-US" altLang="en-US" sz="1900" dirty="0" err="1">
              <a:solidFill>
                <a:schemeClr val="tx1"/>
              </a:solidFill>
              <a:ea typeface="Microsoft YaHei" panose="020B0503020204020204" charset="-122"/>
            </a:endParaRPr>
          </a:p>
          <a:p>
            <a:pPr marL="342900" indent="-342900" defTabSz="457200">
              <a:spcBef>
                <a:spcPts val="8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900" b="1" dirty="0" err="1">
                <a:solidFill>
                  <a:schemeClr val="tx1"/>
                </a:solidFill>
                <a:ea typeface="Microsoft YaHei" panose="020B0503020204020204" charset="-122"/>
              </a:rPr>
              <a:t>&lt;div class="flex justify-center bg-blue-500 text-white p-4"&gt; </a:t>
            </a:r>
            <a:r>
              <a:rPr lang="en-US" altLang="en-US" sz="1900" dirty="0" err="1">
                <a:solidFill>
                  <a:schemeClr val="tx1"/>
                </a:solidFill>
                <a:ea typeface="Microsoft YaHei" panose="020B0503020204020204" charset="-122"/>
              </a:rPr>
              <a:t>створює центрований flex-контейнер із синім фоном та білим текстом</a:t>
            </a:r>
            <a:endParaRPr lang="en-US" altLang="en-US" sz="1900" dirty="0" err="1">
              <a:solidFill>
                <a:schemeClr val="tx1"/>
              </a:solidFill>
              <a:ea typeface="Microsoft YaHei" panose="020B0503020204020204" charset="-122"/>
            </a:endParaRPr>
          </a:p>
          <a:p>
            <a:pPr marL="342900" indent="-342900" defTabSz="457200">
              <a:spcBef>
                <a:spcPts val="8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900" dirty="0" err="1">
                <a:solidFill>
                  <a:schemeClr val="tx1"/>
                </a:solidFill>
                <a:ea typeface="Microsoft YaHei" panose="020B0503020204020204" charset="-122"/>
              </a:rPr>
              <a:t>Фреймворк налаштовується через файл </a:t>
            </a:r>
            <a:r>
              <a:rPr lang="en-US" altLang="en-US" sz="1900" b="1" dirty="0" err="1">
                <a:solidFill>
                  <a:schemeClr val="tx1"/>
                </a:solidFill>
                <a:ea typeface="Microsoft YaHei" panose="020B0503020204020204" charset="-122"/>
              </a:rPr>
              <a:t>tailwind.config.js</a:t>
            </a:r>
            <a:r>
              <a:rPr lang="en-US" altLang="en-US" sz="1900" dirty="0" err="1">
                <a:solidFill>
                  <a:schemeClr val="tx1"/>
                </a:solidFill>
                <a:ea typeface="Microsoft YaHei" panose="020B0503020204020204" charset="-122"/>
              </a:rPr>
              <a:t>, </a:t>
            </a:r>
            <a:r>
              <a:rPr lang="uk-UA" altLang="en-US" sz="1900" dirty="0" err="1">
                <a:solidFill>
                  <a:schemeClr val="tx1"/>
                </a:solidFill>
                <a:ea typeface="Microsoft YaHei" panose="020B0503020204020204" charset="-122"/>
              </a:rPr>
              <a:t>         </a:t>
            </a:r>
            <a:r>
              <a:rPr lang="en-US" altLang="en-US" sz="1900" dirty="0" err="1">
                <a:solidFill>
                  <a:schemeClr val="tx1"/>
                </a:solidFill>
                <a:ea typeface="Microsoft YaHei" panose="020B0503020204020204" charset="-122"/>
              </a:rPr>
              <a:t>де можна визначити власні кольори, розміри, шрифти та інші параметри</a:t>
            </a:r>
            <a:endParaRPr lang="en-US" altLang="en-US" sz="1900" dirty="0" err="1">
              <a:solidFill>
                <a:schemeClr val="tx1"/>
              </a:solidFill>
              <a:ea typeface="Microsoft YaHei" panose="020B0503020204020204" charset="-122"/>
            </a:endParaRPr>
          </a:p>
          <a:p>
            <a:pPr marL="342900" indent="-342900" defTabSz="457200">
              <a:spcBef>
                <a:spcPts val="8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900" dirty="0" err="1">
                <a:solidFill>
                  <a:schemeClr val="tx1"/>
                </a:solidFill>
                <a:ea typeface="Microsoft YaHei" panose="020B0503020204020204" charset="-122"/>
              </a:rPr>
              <a:t>Підтримує адаптивний дизайн із префіксами (наприклад, </a:t>
            </a:r>
            <a:r>
              <a:rPr lang="uk-UA" altLang="en-US" sz="1900" dirty="0" err="1">
                <a:solidFill>
                  <a:schemeClr val="tx1"/>
                </a:solidFill>
                <a:ea typeface="Microsoft YaHei" panose="020B0503020204020204" charset="-122"/>
              </a:rPr>
              <a:t>   </a:t>
            </a:r>
            <a:r>
              <a:rPr lang="en-US" altLang="en-US" sz="1900" dirty="0" err="1">
                <a:solidFill>
                  <a:schemeClr val="tx1"/>
                </a:solidFill>
                <a:ea typeface="Microsoft YaHei" panose="020B0503020204020204" charset="-122"/>
              </a:rPr>
              <a:t>md:text-lg для тексту на середніх екранах)</a:t>
            </a:r>
            <a:endParaRPr lang="en-US" altLang="en-US" sz="1900" dirty="0" err="1">
              <a:solidFill>
                <a:schemeClr val="tx1"/>
              </a:solidFill>
              <a:ea typeface="Microsoft YaHei" panose="020B0503020204020204" charset="-122"/>
            </a:endParaRPr>
          </a:p>
          <a:p>
            <a:pPr marL="342900" indent="-342900" defTabSz="457200">
              <a:spcBef>
                <a:spcPts val="8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900" dirty="0" err="1">
                <a:solidFill>
                  <a:schemeClr val="tx1"/>
                </a:solidFill>
                <a:ea typeface="Microsoft YaHei" panose="020B0503020204020204" charset="-122"/>
              </a:rPr>
              <a:t>Tailwind використовує вбудовану оптимізацію для видалення стилів, що не використовуються, що значно зменшує розмір підсумкового CSS-файлу</a:t>
            </a:r>
            <a:endParaRPr lang="en-US" altLang="en-US" sz="1900" dirty="0" err="1">
              <a:solidFill>
                <a:schemeClr val="tx1"/>
              </a:solidFill>
              <a:ea typeface="Microsoft YaHei" panose="020B0503020204020204" charset="-122"/>
            </a:endParaRPr>
          </a:p>
        </p:txBody>
      </p:sp>
    </p:spTree>
  </p:cSld>
  <p:clrMapOvr>
    <a:masterClrMapping/>
  </p:clrMapOvr>
  <p:transition spd="med"/>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Text Box 5222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4200" dirty="0" err="1">
                <a:solidFill>
                  <a:schemeClr val="bg1"/>
                </a:solidFill>
                <a:sym typeface="+mn-ea"/>
              </a:rPr>
              <a:t>Tailwind CSS </a:t>
            </a:r>
            <a:endParaRPr lang="en-US" altLang="en-US" sz="4200" dirty="0" err="1">
              <a:solidFill>
                <a:schemeClr val="bg1"/>
              </a:solidFill>
              <a:ea typeface="Microsoft YaHei" panose="020B0503020204020204" charset="-122"/>
              <a:sym typeface="+mn-ea"/>
            </a:endParaRPr>
          </a:p>
        </p:txBody>
      </p:sp>
      <p:sp>
        <p:nvSpPr>
          <p:cNvPr id="52226" name="Text Box 52225"/>
          <p:cNvSpPr txBox="1"/>
          <p:nvPr/>
        </p:nvSpPr>
        <p:spPr>
          <a:xfrm>
            <a:off x="526415" y="1430655"/>
            <a:ext cx="8033385" cy="4419600"/>
          </a:xfrm>
          <a:prstGeom prst="rect">
            <a:avLst/>
          </a:prstGeom>
          <a:noFill/>
          <a:ln w="9525">
            <a:noFill/>
          </a:ln>
        </p:spPr>
        <p:txBody>
          <a:bodyPr wrap="square" lIns="91440" tIns="45720" rIns="91440" bIns="45720" anchor="t" anchorCtr="0"/>
          <a:p>
            <a:pPr marL="342900" indent="-342900" defTabSz="457200">
              <a:spcBef>
                <a:spcPts val="8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000" dirty="0" err="1">
                <a:solidFill>
                  <a:schemeClr val="tx1"/>
                </a:solidFill>
                <a:ea typeface="Microsoft YaHei" panose="020B0503020204020204" charset="-122"/>
              </a:rPr>
              <a:t>Відмінно працює з Vite, Webpack та іншими збирачами, особливо у зв'язці з React, Vue або Svelte</a:t>
            </a:r>
            <a:endParaRPr lang="en-US" altLang="en-US" sz="2000" dirty="0" err="1">
              <a:solidFill>
                <a:schemeClr val="tx1"/>
              </a:solidFill>
              <a:ea typeface="Microsoft YaHei" panose="020B0503020204020204" charset="-122"/>
            </a:endParaRPr>
          </a:p>
          <a:p>
            <a:pPr marL="342900" indent="-342900" defTabSz="457200">
              <a:spcBef>
                <a:spcPts val="8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000" dirty="0" err="1">
                <a:solidFill>
                  <a:schemeClr val="tx1"/>
                </a:solidFill>
                <a:ea typeface="Microsoft YaHei" panose="020B0503020204020204" charset="-122"/>
              </a:rPr>
              <a:t>Підтримує PostCSS та Autoprefixer для забезпечення кросбраузерності</a:t>
            </a:r>
            <a:endParaRPr lang="en-US" altLang="en-US" sz="2000" dirty="0" err="1">
              <a:solidFill>
                <a:schemeClr val="tx1"/>
              </a:solidFill>
              <a:ea typeface="Microsoft YaHei" panose="020B0503020204020204" charset="-122"/>
            </a:endParaRPr>
          </a:p>
          <a:p>
            <a:pPr marL="342900" indent="-342900" defTabSz="457200">
              <a:spcBef>
                <a:spcPts val="8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000" dirty="0" err="1">
                <a:solidFill>
                  <a:schemeClr val="tx1"/>
                </a:solidFill>
                <a:ea typeface="Microsoft YaHei" panose="020B0503020204020204" charset="-122"/>
              </a:rPr>
              <a:t>Tailwind має плагіни (наприклад, для форм, типографіки) та активну спільноту, яка створює готові компоненти (бібліотеки Tailwind UI, Flowbite)</a:t>
            </a:r>
            <a:endParaRPr lang="en-US" altLang="en-US" sz="2000" dirty="0" err="1">
              <a:solidFill>
                <a:schemeClr val="tx1"/>
              </a:solidFill>
              <a:ea typeface="Microsoft YaHei" panose="020B0503020204020204" charset="-122"/>
            </a:endParaRPr>
          </a:p>
          <a:p>
            <a:pPr marL="342900" indent="-342900" defTabSz="457200">
              <a:spcBef>
                <a:spcPts val="8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000" dirty="0" err="1">
                <a:solidFill>
                  <a:schemeClr val="tx1"/>
                </a:solidFill>
                <a:ea typeface="Microsoft YaHei" panose="020B0503020204020204" charset="-122"/>
              </a:rPr>
              <a:t>У версії 4.0 (реліз у січні 2025 року) Tailwind став ще швидшим завдяки новому двигуну, покращеній продуктивності та спрощен</a:t>
            </a:r>
            <a:r>
              <a:rPr lang="uk-UA" altLang="en-US" sz="2000" dirty="0" err="1">
                <a:solidFill>
                  <a:schemeClr val="tx1"/>
                </a:solidFill>
                <a:ea typeface="Microsoft YaHei" panose="020B0503020204020204" charset="-122"/>
              </a:rPr>
              <a:t>им налаштуванням</a:t>
            </a:r>
            <a:endParaRPr lang="en-US" altLang="en-US" sz="2000" dirty="0" err="1">
              <a:solidFill>
                <a:schemeClr val="tx1"/>
              </a:solidFill>
              <a:ea typeface="Microsoft YaHei" panose="020B0503020204020204" charset="-122"/>
            </a:endParaRPr>
          </a:p>
          <a:p>
            <a:pPr marL="342900" indent="-342900" defTabSz="457200">
              <a:spcBef>
                <a:spcPts val="8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000" dirty="0" err="1">
                <a:solidFill>
                  <a:schemeClr val="tx1"/>
                </a:solidFill>
                <a:ea typeface="Microsoft YaHei" panose="020B0503020204020204" charset="-122"/>
              </a:rPr>
              <a:t>Tailwind CSS продовжує набирати популярності завдяки своїй простоті, гнучкості та підтримці сучасних робочих процесів</a:t>
            </a:r>
            <a:endParaRPr lang="en-US" altLang="en-US" sz="2000" dirty="0" err="1">
              <a:solidFill>
                <a:schemeClr val="tx1"/>
              </a:solidFill>
              <a:ea typeface="Microsoft YaHei" panose="020B0503020204020204" charset="-122"/>
            </a:endParaRPr>
          </a:p>
        </p:txBody>
      </p:sp>
    </p:spTree>
  </p:cSld>
  <p:clrMapOvr>
    <a:masterClrMapping/>
  </p:clrMapOvr>
  <p:transition spd="med"/>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Text Box 5222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4200" dirty="0" err="1">
                <a:solidFill>
                  <a:schemeClr val="bg1"/>
                </a:solidFill>
                <a:sym typeface="+mn-ea"/>
              </a:rPr>
              <a:t>Tailwind CSS</a:t>
            </a:r>
            <a:r>
              <a:rPr lang="uk-UA" altLang="en-US" sz="4200" dirty="0" err="1">
                <a:solidFill>
                  <a:schemeClr val="bg1"/>
                </a:solidFill>
                <a:sym typeface="+mn-ea"/>
              </a:rPr>
              <a:t>. Практика</a:t>
            </a:r>
            <a:r>
              <a:rPr lang="en-US" altLang="en-US" sz="4200" dirty="0" err="1">
                <a:solidFill>
                  <a:schemeClr val="bg1"/>
                </a:solidFill>
                <a:sym typeface="+mn-ea"/>
              </a:rPr>
              <a:t> </a:t>
            </a:r>
            <a:endParaRPr lang="en-US" altLang="en-US" sz="4200" dirty="0" err="1">
              <a:solidFill>
                <a:schemeClr val="bg1"/>
              </a:solidFill>
              <a:ea typeface="Microsoft YaHei" panose="020B0503020204020204" charset="-122"/>
              <a:sym typeface="+mn-ea"/>
            </a:endParaRPr>
          </a:p>
        </p:txBody>
      </p:sp>
      <p:sp>
        <p:nvSpPr>
          <p:cNvPr id="52226" name="Text Box 52225"/>
          <p:cNvSpPr txBox="1"/>
          <p:nvPr/>
        </p:nvSpPr>
        <p:spPr>
          <a:xfrm>
            <a:off x="526415" y="1430655"/>
            <a:ext cx="8033385" cy="4419600"/>
          </a:xfrm>
          <a:prstGeom prst="rect">
            <a:avLst/>
          </a:prstGeom>
          <a:noFill/>
          <a:ln w="9525">
            <a:noFill/>
          </a:ln>
        </p:spPr>
        <p:txBody>
          <a:bodyPr wrap="square" lIns="91440" tIns="45720" rIns="91440" bIns="45720" anchor="t" anchorCtr="0"/>
          <a:p>
            <a:pP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sz="2300" dirty="0" err="1">
                <a:solidFill>
                  <a:schemeClr val="tx1"/>
                </a:solidFill>
                <a:ea typeface="Microsoft YaHei" panose="020B0503020204020204" charset="-122"/>
              </a:rPr>
              <a:t>список залежностей:</a:t>
            </a:r>
            <a:endParaRPr lang="uk-UA" sz="2300" dirty="0" err="1">
              <a:solidFill>
                <a:schemeClr val="tx1"/>
              </a:solidFill>
              <a:ea typeface="Microsoft YaHei" panose="020B0503020204020204" charset="-122"/>
            </a:endParaRPr>
          </a:p>
          <a:p>
            <a:pPr marL="285750" indent="-285750" defTabSz="457200">
              <a:spcBef>
                <a:spcPts val="8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300" b="1" dirty="0" err="1">
                <a:solidFill>
                  <a:schemeClr val="tx1"/>
                </a:solidFill>
                <a:ea typeface="Microsoft YaHei" panose="020B0503020204020204" charset="-122"/>
              </a:rPr>
              <a:t>npm install -D tailwindcss@3.4.13</a:t>
            </a:r>
            <a:endParaRPr lang="en-US" altLang="en-US" sz="2300" b="1" dirty="0" err="1">
              <a:solidFill>
                <a:schemeClr val="tx1"/>
              </a:solidFill>
              <a:ea typeface="Microsoft YaHei" panose="020B0503020204020204" charset="-122"/>
            </a:endParaRPr>
          </a:p>
          <a:p>
            <a:pPr marL="285750" indent="-285750" defTabSz="457200">
              <a:spcBef>
                <a:spcPts val="8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300" b="1" dirty="0" err="1">
                <a:solidFill>
                  <a:schemeClr val="tx1"/>
                </a:solidFill>
                <a:ea typeface="Microsoft YaHei" panose="020B0503020204020204" charset="-122"/>
              </a:rPr>
              <a:t>npx tailwindcss init -p</a:t>
            </a:r>
            <a:endParaRPr lang="en-US" altLang="en-US" sz="2300" b="1" dirty="0" err="1">
              <a:solidFill>
                <a:schemeClr val="tx1"/>
              </a:solidFill>
              <a:ea typeface="Microsoft YaHei" panose="020B0503020204020204" charset="-122"/>
            </a:endParaRPr>
          </a:p>
          <a:p>
            <a:pPr marL="285750" indent="-285750" defTabSz="457200">
              <a:spcBef>
                <a:spcPts val="8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300" b="1" dirty="0" err="1">
                <a:solidFill>
                  <a:schemeClr val="tx1"/>
                </a:solidFill>
                <a:ea typeface="Microsoft YaHei" panose="020B0503020204020204" charset="-122"/>
              </a:rPr>
              <a:t>npm install -D autoprefixer</a:t>
            </a:r>
            <a:endParaRPr lang="en-US" altLang="en-US" sz="2300" b="1" dirty="0" err="1">
              <a:solidFill>
                <a:schemeClr val="tx1"/>
              </a:solidFill>
              <a:ea typeface="Microsoft YaHei" panose="020B0503020204020204" charset="-122"/>
            </a:endParaRPr>
          </a:p>
          <a:p>
            <a:pP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2300" b="1" dirty="0" err="1">
              <a:solidFill>
                <a:srgbClr val="0070C0"/>
              </a:solidFill>
              <a:ea typeface="Microsoft YaHei" panose="020B0503020204020204" charset="-122"/>
            </a:endParaRPr>
          </a:p>
          <a:p>
            <a:pPr algn="ct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700" b="1" dirty="0" err="1">
                <a:solidFill>
                  <a:srgbClr val="0070C0"/>
                </a:solidFill>
                <a:ea typeface="Microsoft YaHei" panose="020B0503020204020204" charset="-122"/>
                <a:hlinkClick r:id="rId1" action="ppaction://hlinkfile"/>
              </a:rPr>
              <a:t>https://github.com/sunmeat/react_samples/tree/main/lesson%204.%20tailwind</a:t>
            </a:r>
            <a:endParaRPr lang="en-US" altLang="en-US" sz="2700" b="1" dirty="0" err="1">
              <a:solidFill>
                <a:srgbClr val="0070C0"/>
              </a:solidFill>
              <a:ea typeface="Microsoft YaHei" panose="020B0503020204020204" charset="-122"/>
            </a:endParaRPr>
          </a:p>
          <a:p>
            <a:pP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2700" b="1" dirty="0" err="1">
              <a:solidFill>
                <a:srgbClr val="0070C0"/>
              </a:solidFill>
              <a:ea typeface="Microsoft YaHei" panose="020B0503020204020204" charset="-122"/>
            </a:endParaRPr>
          </a:p>
        </p:txBody>
      </p:sp>
    </p:spTree>
  </p:cSld>
  <p:clrMapOvr>
    <a:masterClrMapping/>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Text Box 5222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sz="3500" dirty="0" err="1">
                <a:solidFill>
                  <a:srgbClr val="FFFFFF"/>
                </a:solidFill>
                <a:ea typeface="Microsoft YaHei" panose="020B0503020204020204" charset="-122"/>
              </a:rPr>
              <a:t>Порівняння з іншими фреймворками</a:t>
            </a:r>
            <a:endParaRPr lang="uk-UA" sz="3500" dirty="0" err="1">
              <a:solidFill>
                <a:srgbClr val="FFFFFF"/>
              </a:solidFill>
              <a:ea typeface="Microsoft YaHei" panose="020B0503020204020204" charset="-122"/>
            </a:endParaRPr>
          </a:p>
        </p:txBody>
      </p:sp>
      <p:sp>
        <p:nvSpPr>
          <p:cNvPr id="52226" name="Text Box 52225"/>
          <p:cNvSpPr txBox="1"/>
          <p:nvPr/>
        </p:nvSpPr>
        <p:spPr>
          <a:xfrm>
            <a:off x="526415" y="1430655"/>
            <a:ext cx="8033385" cy="4419600"/>
          </a:xfrm>
          <a:prstGeom prst="rect">
            <a:avLst/>
          </a:prstGeom>
          <a:noFill/>
          <a:ln w="9525">
            <a:noFill/>
          </a:ln>
        </p:spPr>
        <p:txBody>
          <a:bodyPr wrap="square" lIns="91440" tIns="45720" rIns="91440" bIns="45720" anchor="t" anchorCtr="0"/>
          <a:p>
            <a:pP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700" b="1" dirty="0" err="1">
                <a:solidFill>
                  <a:schemeClr val="tx1"/>
                </a:solidFill>
                <a:ea typeface="Microsoft YaHei" panose="020B0503020204020204" charset="-122"/>
              </a:rPr>
              <a:t>Tailwind CSS:</a:t>
            </a:r>
            <a:endParaRPr lang="en-US" altLang="en-US" sz="1700" b="1" dirty="0" err="1">
              <a:solidFill>
                <a:schemeClr val="tx1"/>
              </a:solidFill>
              <a:ea typeface="Microsoft YaHei" panose="020B0503020204020204" charset="-122"/>
            </a:endParaRPr>
          </a:p>
          <a:p>
            <a:pPr marL="285750" indent="-285750" defTabSz="457200">
              <a:spcBef>
                <a:spcPts val="8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700" dirty="0" err="1">
                <a:solidFill>
                  <a:schemeClr val="tx1"/>
                </a:solidFill>
                <a:ea typeface="Microsoft YaHei" panose="020B0503020204020204" charset="-122"/>
              </a:rPr>
              <a:t>Утилітарний фреймворк: надає </a:t>
            </a:r>
            <a:r>
              <a:rPr lang="en-US" altLang="en-US" sz="1700" b="1" dirty="0" err="1">
                <a:solidFill>
                  <a:schemeClr val="tx1"/>
                </a:solidFill>
                <a:ea typeface="Microsoft YaHei" panose="020B0503020204020204" charset="-122"/>
              </a:rPr>
              <a:t>низькорівневі класи</a:t>
            </a:r>
            <a:r>
              <a:rPr lang="en-US" altLang="en-US" sz="1700" dirty="0" err="1">
                <a:solidFill>
                  <a:schemeClr val="tx1"/>
                </a:solidFill>
                <a:ea typeface="Microsoft YaHei" panose="020B0503020204020204" charset="-122"/>
              </a:rPr>
              <a:t> (наприклад, flex, bg-blue-500, p-4) для стилізації прямо в розмітці</a:t>
            </a:r>
            <a:endParaRPr lang="en-US" altLang="en-US" sz="1700" dirty="0" err="1">
              <a:solidFill>
                <a:schemeClr val="tx1"/>
              </a:solidFill>
              <a:ea typeface="Microsoft YaHei" panose="020B0503020204020204" charset="-122"/>
            </a:endParaRPr>
          </a:p>
          <a:p>
            <a:pPr marL="285750" indent="-285750" defTabSz="457200">
              <a:spcBef>
                <a:spcPts val="8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ru-RU" altLang="en-US" sz="1700" dirty="0" err="1">
                <a:solidFill>
                  <a:schemeClr val="tx1"/>
                </a:solidFill>
                <a:ea typeface="Microsoft YaHei" panose="020B0503020204020204" charset="-122"/>
              </a:rPr>
              <a:t>Н</a:t>
            </a:r>
            <a:r>
              <a:rPr lang="en-US" altLang="en-US" sz="1700" dirty="0" err="1">
                <a:solidFill>
                  <a:schemeClr val="tx1"/>
                </a:solidFill>
                <a:ea typeface="Microsoft YaHei" panose="020B0503020204020204" charset="-122"/>
              </a:rPr>
              <a:t>е нав'язує готових компонентів, що дає повну свободу дизайну</a:t>
            </a:r>
            <a:endParaRPr lang="en-US" altLang="en-US" sz="1700" dirty="0" err="1">
              <a:solidFill>
                <a:schemeClr val="tx1"/>
              </a:solidFill>
              <a:ea typeface="Microsoft YaHei" panose="020B0503020204020204" charset="-122"/>
            </a:endParaRPr>
          </a:p>
          <a:p>
            <a:pPr marL="285750" indent="-285750" defTabSz="457200">
              <a:spcBef>
                <a:spcPts val="8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700" dirty="0" err="1">
                <a:solidFill>
                  <a:schemeClr val="tx1"/>
                </a:solidFill>
                <a:ea typeface="Microsoft YaHei" panose="020B0503020204020204" charset="-122"/>
              </a:rPr>
              <a:t>Вимагає написання багатьох класів у HTML/JSX, але ідеально інтегрується з React-компонентамии</a:t>
            </a:r>
            <a:endParaRPr lang="en-US" altLang="en-US" sz="1700" dirty="0" err="1">
              <a:solidFill>
                <a:schemeClr val="tx1"/>
              </a:solidFill>
              <a:ea typeface="Microsoft YaHei" panose="020B0503020204020204" charset="-122"/>
            </a:endParaRPr>
          </a:p>
          <a:p>
            <a:pP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700" b="1" dirty="0" err="1">
                <a:solidFill>
                  <a:schemeClr val="tx1"/>
                </a:solidFill>
                <a:ea typeface="Microsoft YaHei" panose="020B0503020204020204" charset="-122"/>
              </a:rPr>
              <a:t>Bootstrap: </a:t>
            </a:r>
            <a:r>
              <a:rPr lang="en-US" altLang="en-US" sz="1700" b="1" dirty="0" err="1">
                <a:solidFill>
                  <a:srgbClr val="0070C0"/>
                </a:solidFill>
                <a:ea typeface="Microsoft YaHei" panose="020B0503020204020204" charset="-122"/>
                <a:hlinkClick r:id="rId1" action="ppaction://hlinkfile"/>
              </a:rPr>
              <a:t>https://getbootstrap.com/</a:t>
            </a:r>
            <a:endParaRPr lang="en-US" altLang="en-US" sz="1700" b="1" dirty="0" err="1">
              <a:solidFill>
                <a:schemeClr val="tx1"/>
              </a:solidFill>
              <a:ea typeface="Microsoft YaHei" panose="020B0503020204020204" charset="-122"/>
            </a:endParaRPr>
          </a:p>
          <a:p>
            <a:pPr marL="342900" indent="-342900" defTabSz="457200">
              <a:spcBef>
                <a:spcPts val="8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700" dirty="0" err="1">
                <a:solidFill>
                  <a:schemeClr val="tx1"/>
                </a:solidFill>
                <a:ea typeface="Microsoft YaHei" panose="020B0503020204020204" charset="-122"/>
              </a:rPr>
              <a:t>Компонентно-орієнтований фреймворк: пропонує готові компоненти (кнопки, картки, навігація) з певним дизайном</a:t>
            </a:r>
            <a:endParaRPr lang="en-US" altLang="en-US" sz="1700" dirty="0" err="1">
              <a:solidFill>
                <a:schemeClr val="tx1"/>
              </a:solidFill>
              <a:ea typeface="Microsoft YaHei" panose="020B0503020204020204" charset="-122"/>
            </a:endParaRPr>
          </a:p>
          <a:p>
            <a:pPr marL="342900" indent="-342900" defTabSz="457200">
              <a:spcBef>
                <a:spcPts val="8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700" dirty="0" err="1">
                <a:solidFill>
                  <a:schemeClr val="tx1"/>
                </a:solidFill>
                <a:ea typeface="Microsoft YaHei" panose="020B0503020204020204" charset="-122"/>
              </a:rPr>
              <a:t>Підходить для швидкого створення стандартних інтерфейсів, </a:t>
            </a:r>
            <a:r>
              <a:rPr lang="ru-RU" altLang="en-US" sz="1700" dirty="0" err="1">
                <a:solidFill>
                  <a:schemeClr val="tx1"/>
                </a:solidFill>
                <a:ea typeface="Microsoft YaHei" panose="020B0503020204020204" charset="-122"/>
              </a:rPr>
              <a:t>                </a:t>
            </a:r>
            <a:r>
              <a:rPr lang="en-US" altLang="en-US" sz="1700" dirty="0" err="1">
                <a:solidFill>
                  <a:schemeClr val="tx1"/>
                </a:solidFill>
                <a:ea typeface="Microsoft YaHei" panose="020B0503020204020204" charset="-122"/>
              </a:rPr>
              <a:t>але кастомізація складніша через жорстку структуру CSS</a:t>
            </a:r>
            <a:endParaRPr lang="en-US" altLang="en-US" sz="1700" dirty="0" err="1">
              <a:solidFill>
                <a:schemeClr val="tx1"/>
              </a:solidFill>
              <a:ea typeface="Microsoft YaHei" panose="020B0503020204020204" charset="-122"/>
            </a:endParaRPr>
          </a:p>
          <a:p>
            <a:pPr marL="342900" indent="-342900" defTabSz="457200">
              <a:spcBef>
                <a:spcPts val="8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700" dirty="0" err="1">
                <a:solidFill>
                  <a:schemeClr val="tx1"/>
                </a:solidFill>
                <a:ea typeface="Microsoft YaHei" panose="020B0503020204020204" charset="-122"/>
              </a:rPr>
              <a:t>Має JavaScript-компоненти (наприклад, модальні вікна, каруселі), </a:t>
            </a:r>
            <a:r>
              <a:rPr lang="ru-RU" altLang="en-US" sz="1700" dirty="0" err="1">
                <a:solidFill>
                  <a:schemeClr val="tx1"/>
                </a:solidFill>
                <a:ea typeface="Microsoft YaHei" panose="020B0503020204020204" charset="-122"/>
              </a:rPr>
              <a:t>          </a:t>
            </a:r>
            <a:r>
              <a:rPr lang="en-US" altLang="en-US" sz="1700" dirty="0" err="1">
                <a:solidFill>
                  <a:schemeClr val="tx1"/>
                </a:solidFill>
                <a:ea typeface="Microsoft YaHei" panose="020B0503020204020204" charset="-122"/>
              </a:rPr>
              <a:t>що додає залежності</a:t>
            </a:r>
            <a:r>
              <a:rPr lang="ru-RU" altLang="en-US" sz="1700" dirty="0" err="1">
                <a:solidFill>
                  <a:schemeClr val="tx1"/>
                </a:solidFill>
                <a:ea typeface="Microsoft YaHei" panose="020B0503020204020204" charset="-122"/>
              </a:rPr>
              <a:t> </a:t>
            </a:r>
            <a:r>
              <a:rPr lang="en-US" altLang="ru-RU" sz="1700" dirty="0" err="1">
                <a:solidFill>
                  <a:schemeClr val="tx1"/>
                </a:solidFill>
                <a:ea typeface="Microsoft YaHei" panose="020B0503020204020204" charset="-122"/>
              </a:rPr>
              <a:t>(</a:t>
            </a:r>
            <a:r>
              <a:rPr lang="uk-UA" altLang="ru-RU" sz="1700" dirty="0" err="1">
                <a:solidFill>
                  <a:schemeClr val="tx1"/>
                </a:solidFill>
                <a:ea typeface="Microsoft YaHei" panose="020B0503020204020204" charset="-122"/>
              </a:rPr>
              <a:t>і впливає на розмір проєкта)</a:t>
            </a:r>
            <a:endParaRPr lang="uk-UA" altLang="ru-RU" sz="1700" dirty="0" err="1">
              <a:solidFill>
                <a:schemeClr val="tx1"/>
              </a:solidFill>
              <a:ea typeface="Microsoft YaHei" panose="020B0503020204020204" charset="-122"/>
            </a:endParaRPr>
          </a:p>
        </p:txBody>
      </p:sp>
      <p:sp>
        <p:nvSpPr>
          <p:cNvPr id="2" name="Text Box 1"/>
          <p:cNvSpPr txBox="1"/>
          <p:nvPr/>
        </p:nvSpPr>
        <p:spPr>
          <a:xfrm>
            <a:off x="-63500" y="6259195"/>
            <a:ext cx="9098915" cy="460375"/>
          </a:xfrm>
          <a:prstGeom prst="rect">
            <a:avLst/>
          </a:prstGeom>
        </p:spPr>
        <p:txBody>
          <a:bodyPr wrap="square">
            <a:spAutoFit/>
          </a:bodyPr>
          <a:p>
            <a:pPr algn="ctr"/>
            <a:r>
              <a:rPr lang="en-US" altLang="en-US" sz="1200">
                <a:solidFill>
                  <a:schemeClr val="tx1"/>
                </a:solidFill>
              </a:rPr>
              <a:t>Низькорівневі класи – це утилітарні класи, які безпосередньо відповідають конкретним CSS-властивост</a:t>
            </a:r>
            <a:r>
              <a:rPr lang="uk-UA" altLang="en-US" sz="1200">
                <a:solidFill>
                  <a:schemeClr val="tx1"/>
                </a:solidFill>
              </a:rPr>
              <a:t>ям</a:t>
            </a:r>
            <a:r>
              <a:rPr lang="en-US" altLang="en-US" sz="1200">
                <a:solidFill>
                  <a:schemeClr val="tx1"/>
                </a:solidFill>
              </a:rPr>
              <a:t> та значенням. Вони призначені для стилізації елементів на рівні окремих CSS-правил, а не для опису їх призначення чи ролі в інтерфейсі.</a:t>
            </a:r>
            <a:endParaRPr lang="en-US" altLang="en-US" sz="1200">
              <a:solidFill>
                <a:schemeClr val="tx1"/>
              </a:solidFill>
            </a:endParaRPr>
          </a:p>
        </p:txBody>
      </p:sp>
    </p:spTree>
  </p:cSld>
  <p:clrMapOvr>
    <a:masterClrMapping/>
  </p:clrMapOvr>
  <p:transition spd="med"/>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Text Box 5222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sz="3500" dirty="0" err="1">
                <a:solidFill>
                  <a:srgbClr val="FFFFFF"/>
                </a:solidFill>
                <a:sym typeface="+mn-ea"/>
              </a:rPr>
              <a:t>Порівняння з іншими фреймворками</a:t>
            </a:r>
            <a:endParaRPr lang="ru-RU" sz="3500" dirty="0" err="1">
              <a:solidFill>
                <a:srgbClr val="FFFFFF"/>
              </a:solidFill>
              <a:ea typeface="Microsoft YaHei" panose="020B0503020204020204" charset="-122"/>
            </a:endParaRPr>
          </a:p>
        </p:txBody>
      </p:sp>
      <p:sp>
        <p:nvSpPr>
          <p:cNvPr id="52226" name="Text Box 52225"/>
          <p:cNvSpPr txBox="1"/>
          <p:nvPr/>
        </p:nvSpPr>
        <p:spPr>
          <a:xfrm>
            <a:off x="526415" y="1430655"/>
            <a:ext cx="8033385" cy="4419600"/>
          </a:xfrm>
          <a:prstGeom prst="rect">
            <a:avLst/>
          </a:prstGeom>
          <a:noFill/>
          <a:ln w="9525">
            <a:noFill/>
          </a:ln>
        </p:spPr>
        <p:txBody>
          <a:bodyPr wrap="square" lIns="91440" tIns="45720" rIns="91440" bIns="45720" anchor="t" anchorCtr="0"/>
          <a:p>
            <a:pP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700" b="1" dirty="0" err="1">
                <a:solidFill>
                  <a:schemeClr val="tx1"/>
                </a:solidFill>
                <a:ea typeface="Microsoft YaHei" panose="020B0503020204020204" charset="-122"/>
              </a:rPr>
              <a:t>Bulma:</a:t>
            </a:r>
            <a:r>
              <a:rPr lang="en-US" altLang="en-US" sz="1700" b="1" dirty="0" err="1">
                <a:solidFill>
                  <a:srgbClr val="0070C0"/>
                </a:solidFill>
                <a:ea typeface="Microsoft YaHei" panose="020B0503020204020204" charset="-122"/>
              </a:rPr>
              <a:t> </a:t>
            </a:r>
            <a:r>
              <a:rPr lang="en-US" altLang="en-US" sz="1700" b="1" dirty="0" err="1">
                <a:solidFill>
                  <a:srgbClr val="0070C0"/>
                </a:solidFill>
                <a:ea typeface="Microsoft YaHei" panose="020B0503020204020204" charset="-122"/>
                <a:hlinkClick r:id="rId1" action="ppaction://hlinkfile"/>
              </a:rPr>
              <a:t>https://bulma.io/</a:t>
            </a:r>
            <a:endParaRPr lang="en-US" altLang="en-US" sz="1700" b="1" dirty="0" err="1">
              <a:solidFill>
                <a:schemeClr val="tx1"/>
              </a:solidFill>
              <a:ea typeface="Microsoft YaHei" panose="020B0503020204020204" charset="-122"/>
            </a:endParaRPr>
          </a:p>
          <a:p>
            <a:pPr marL="285750" indent="-285750" defTabSz="457200">
              <a:spcBef>
                <a:spcPts val="8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700" dirty="0" err="1">
                <a:solidFill>
                  <a:schemeClr val="tx1"/>
                </a:solidFill>
                <a:ea typeface="Microsoft YaHei" panose="020B0503020204020204" charset="-122"/>
              </a:rPr>
              <a:t>Легкий CSS-фреймворк із компонентним підходом, схожим на Bootstrap, але без JavaScript-залежностей</a:t>
            </a:r>
            <a:endParaRPr lang="en-US" altLang="en-US" sz="1700" dirty="0" err="1">
              <a:solidFill>
                <a:schemeClr val="tx1"/>
              </a:solidFill>
              <a:ea typeface="Microsoft YaHei" panose="020B0503020204020204" charset="-122"/>
            </a:endParaRPr>
          </a:p>
          <a:p>
            <a:pPr marL="285750" indent="-285750" defTabSz="457200">
              <a:spcBef>
                <a:spcPts val="8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700" dirty="0" err="1">
                <a:solidFill>
                  <a:schemeClr val="tx1"/>
                </a:solidFill>
                <a:ea typeface="Microsoft YaHei" panose="020B0503020204020204" charset="-122"/>
              </a:rPr>
              <a:t>Використовує </a:t>
            </a:r>
            <a:r>
              <a:rPr lang="en-US" altLang="en-US" sz="1700" b="1" dirty="0" err="1">
                <a:solidFill>
                  <a:schemeClr val="tx1"/>
                </a:solidFill>
                <a:ea typeface="Microsoft YaHei" panose="020B0503020204020204" charset="-122"/>
              </a:rPr>
              <a:t>семантичні класи</a:t>
            </a:r>
            <a:r>
              <a:rPr lang="en-US" altLang="en-US" sz="1700" dirty="0" err="1">
                <a:solidFill>
                  <a:schemeClr val="tx1"/>
                </a:solidFill>
                <a:ea typeface="Microsoft YaHei" panose="020B0503020204020204" charset="-122"/>
              </a:rPr>
              <a:t> (наприклад, is-primary, columns) </a:t>
            </a:r>
            <a:r>
              <a:rPr lang="uk-UA" altLang="en-US" sz="1700" dirty="0" err="1">
                <a:solidFill>
                  <a:schemeClr val="tx1"/>
                </a:solidFill>
                <a:ea typeface="Microsoft YaHei" panose="020B0503020204020204" charset="-122"/>
              </a:rPr>
              <a:t>          за</a:t>
            </a:r>
            <a:r>
              <a:rPr lang="en-US" altLang="en-US" sz="1700" dirty="0" err="1">
                <a:solidFill>
                  <a:schemeClr val="tx1"/>
                </a:solidFill>
                <a:ea typeface="Microsoft YaHei" panose="020B0503020204020204" charset="-122"/>
              </a:rPr>
              <a:t>для створення адаптивних макетів</a:t>
            </a:r>
            <a:endParaRPr lang="en-US" altLang="en-US" sz="1700" dirty="0" err="1">
              <a:solidFill>
                <a:schemeClr val="tx1"/>
              </a:solidFill>
              <a:ea typeface="Microsoft YaHei" panose="020B0503020204020204" charset="-122"/>
            </a:endParaRPr>
          </a:p>
          <a:p>
            <a:pPr marL="285750" indent="-285750" defTabSz="457200">
              <a:spcBef>
                <a:spcPts val="8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700" dirty="0" err="1">
                <a:solidFill>
                  <a:schemeClr val="tx1"/>
                </a:solidFill>
                <a:ea typeface="Microsoft YaHei" panose="020B0503020204020204" charset="-122"/>
              </a:rPr>
              <a:t>Менш громіздкий, ніж Bootstrap, але дизайн менш гнучкий, ніж у Tailwind</a:t>
            </a:r>
            <a:endParaRPr lang="en-US" altLang="en-US" sz="1700" dirty="0" err="1">
              <a:solidFill>
                <a:schemeClr val="tx1"/>
              </a:solidFill>
              <a:ea typeface="Microsoft YaHei" panose="020B0503020204020204" charset="-122"/>
            </a:endParaRPr>
          </a:p>
          <a:p>
            <a:pP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700" b="1" dirty="0" err="1">
                <a:solidFill>
                  <a:schemeClr val="tx1"/>
                </a:solidFill>
                <a:ea typeface="Microsoft YaHei" panose="020B0503020204020204" charset="-122"/>
              </a:rPr>
              <a:t>Materialize: </a:t>
            </a:r>
            <a:r>
              <a:rPr lang="en-US" altLang="en-US" sz="1700" b="1" dirty="0" err="1">
                <a:solidFill>
                  <a:srgbClr val="0070C0"/>
                </a:solidFill>
                <a:ea typeface="Microsoft YaHei" panose="020B0503020204020204" charset="-122"/>
                <a:hlinkClick r:id="rId2" action="ppaction://hlinkfile"/>
              </a:rPr>
              <a:t>https://materializecss.com/</a:t>
            </a:r>
            <a:endParaRPr lang="en-US" altLang="en-US" sz="1700" b="1" dirty="0" err="1">
              <a:solidFill>
                <a:schemeClr val="tx1"/>
              </a:solidFill>
              <a:ea typeface="Microsoft YaHei" panose="020B0503020204020204" charset="-122"/>
            </a:endParaRPr>
          </a:p>
          <a:p>
            <a:pPr marL="285750" indent="-285750" defTabSz="457200">
              <a:spcBef>
                <a:spcPts val="8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700" b="1" dirty="0" err="1">
                <a:solidFill>
                  <a:schemeClr val="tx1"/>
                </a:solidFill>
                <a:ea typeface="Microsoft YaHei" panose="020B0503020204020204" charset="-122"/>
              </a:rPr>
              <a:t>Заснований на Material Design від Google</a:t>
            </a:r>
            <a:r>
              <a:rPr lang="en-US" altLang="en-US" sz="1700" dirty="0" err="1">
                <a:solidFill>
                  <a:schemeClr val="tx1"/>
                </a:solidFill>
                <a:ea typeface="Microsoft YaHei" panose="020B0503020204020204" charset="-122"/>
              </a:rPr>
              <a:t>, пропонує готові компоненти</a:t>
            </a:r>
            <a:r>
              <a:rPr lang="uk-UA" altLang="en-US" sz="1700" dirty="0" err="1">
                <a:solidFill>
                  <a:schemeClr val="tx1"/>
                </a:solidFill>
                <a:ea typeface="Microsoft YaHei" panose="020B0503020204020204" charset="-122"/>
              </a:rPr>
              <a:t>  </a:t>
            </a:r>
            <a:r>
              <a:rPr lang="en-US" altLang="en-US" sz="1700" dirty="0" err="1">
                <a:solidFill>
                  <a:schemeClr val="tx1"/>
                </a:solidFill>
                <a:ea typeface="Microsoft YaHei" panose="020B0503020204020204" charset="-122"/>
              </a:rPr>
              <a:t> з акцентом на анімації та візуальну естетику</a:t>
            </a:r>
            <a:endParaRPr lang="en-US" altLang="en-US" sz="1700" dirty="0" err="1">
              <a:solidFill>
                <a:schemeClr val="tx1"/>
              </a:solidFill>
              <a:ea typeface="Microsoft YaHei" panose="020B0503020204020204" charset="-122"/>
            </a:endParaRPr>
          </a:p>
          <a:p>
            <a:pPr marL="285750" indent="-285750" defTabSz="457200">
              <a:spcBef>
                <a:spcPts val="8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700" dirty="0" err="1">
                <a:solidFill>
                  <a:schemeClr val="tx1"/>
                </a:solidFill>
                <a:ea typeface="Microsoft YaHei" panose="020B0503020204020204" charset="-122"/>
              </a:rPr>
              <a:t>Включає JavaScript для інтерактивних елементів (наприклад, меню, слайдери, що випадають)</a:t>
            </a:r>
            <a:endParaRPr lang="en-US" altLang="en-US" sz="1700" dirty="0" err="1">
              <a:solidFill>
                <a:schemeClr val="tx1"/>
              </a:solidFill>
              <a:ea typeface="Microsoft YaHei" panose="020B0503020204020204" charset="-122"/>
            </a:endParaRPr>
          </a:p>
          <a:p>
            <a:pPr marL="285750" indent="-285750" defTabSz="457200">
              <a:spcBef>
                <a:spcPts val="8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700" dirty="0" err="1">
                <a:solidFill>
                  <a:schemeClr val="tx1"/>
                </a:solidFill>
                <a:ea typeface="Microsoft YaHei" panose="020B0503020204020204" charset="-122"/>
              </a:rPr>
              <a:t>Обмежений естетикою Material Design, що може не підійти для проектів</a:t>
            </a:r>
            <a:r>
              <a:rPr lang="uk-UA" altLang="en-US" sz="1700" dirty="0" err="1">
                <a:solidFill>
                  <a:schemeClr val="tx1"/>
                </a:solidFill>
                <a:ea typeface="Microsoft YaHei" panose="020B0503020204020204" charset="-122"/>
              </a:rPr>
              <a:t>    </a:t>
            </a:r>
            <a:r>
              <a:rPr lang="en-US" altLang="en-US" sz="1700" dirty="0" err="1">
                <a:solidFill>
                  <a:schemeClr val="tx1"/>
                </a:solidFill>
                <a:ea typeface="Microsoft YaHei" panose="020B0503020204020204" charset="-122"/>
              </a:rPr>
              <a:t> з унікальним дизайном </a:t>
            </a:r>
            <a:r>
              <a:rPr lang="en-US" altLang="en-US" sz="1700" b="1" dirty="0" err="1">
                <a:solidFill>
                  <a:srgbClr val="0070C0"/>
                </a:solidFill>
                <a:ea typeface="Microsoft YaHei" panose="020B0503020204020204" charset="-122"/>
                <a:hlinkClick r:id="rId3" action="ppaction://hlinkfile"/>
              </a:rPr>
              <a:t>https://m3.material.io/</a:t>
            </a:r>
            <a:endParaRPr lang="en-US" altLang="en-US" sz="1700" b="1" dirty="0" err="1">
              <a:solidFill>
                <a:srgbClr val="0070C0"/>
              </a:solidFill>
              <a:ea typeface="Microsoft YaHei" panose="020B0503020204020204" charset="-122"/>
            </a:endParaRPr>
          </a:p>
        </p:txBody>
      </p:sp>
      <p:sp>
        <p:nvSpPr>
          <p:cNvPr id="2" name="Text Box 1"/>
          <p:cNvSpPr txBox="1"/>
          <p:nvPr/>
        </p:nvSpPr>
        <p:spPr>
          <a:xfrm>
            <a:off x="55880" y="6221095"/>
            <a:ext cx="9039225" cy="645160"/>
          </a:xfrm>
          <a:prstGeom prst="rect">
            <a:avLst/>
          </a:prstGeom>
        </p:spPr>
        <p:txBody>
          <a:bodyPr wrap="square">
            <a:spAutoFit/>
          </a:bodyPr>
          <a:p>
            <a:pPr algn="ctr"/>
            <a:r>
              <a:rPr lang="en-US" altLang="en-US" sz="1200">
                <a:solidFill>
                  <a:schemeClr val="tx1"/>
                </a:solidFill>
              </a:rPr>
              <a:t>Семантичні класи — це класи, які описують призначення чи роль елемента в інтерфейсі, а чи не конкретні CSS-властивості. Вони абстрактніші і пов'язані з компонентами чи його поведінкою, а чи не з окремими стилями. Bulma надає готові компоненти (кнопки, картки, форми), що стилізуються через такі класи.</a:t>
            </a:r>
            <a:endParaRPr lang="en-US" altLang="en-US" sz="1200">
              <a:solidFill>
                <a:schemeClr val="tx1"/>
              </a:solidFill>
            </a:endParaRPr>
          </a:p>
        </p:txBody>
      </p:sp>
    </p:spTree>
  </p:cSld>
  <p:clrMapOvr>
    <a:masterClrMapping/>
  </p:clrMapOvr>
  <p:transition spd="med"/>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Text Box 5222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ru-RU" sz="4200" dirty="0" err="1">
                <a:solidFill>
                  <a:srgbClr val="FFFFFF"/>
                </a:solidFill>
                <a:sym typeface="+mn-ea"/>
              </a:rPr>
              <a:t>Bootstrap</a:t>
            </a:r>
            <a:r>
              <a:rPr lang="uk-UA" altLang="en-US" sz="4200" dirty="0" err="1">
                <a:solidFill>
                  <a:schemeClr val="bg1"/>
                </a:solidFill>
                <a:sym typeface="+mn-ea"/>
              </a:rPr>
              <a:t>. Практика</a:t>
            </a:r>
            <a:r>
              <a:rPr lang="en-US" altLang="en-US" sz="4200" dirty="0" err="1">
                <a:solidFill>
                  <a:schemeClr val="bg1"/>
                </a:solidFill>
                <a:sym typeface="+mn-ea"/>
              </a:rPr>
              <a:t> </a:t>
            </a:r>
            <a:endParaRPr lang="en-US" altLang="en-US" sz="4200" dirty="0" err="1">
              <a:solidFill>
                <a:schemeClr val="bg1"/>
              </a:solidFill>
              <a:ea typeface="Microsoft YaHei" panose="020B0503020204020204" charset="-122"/>
              <a:sym typeface="+mn-ea"/>
            </a:endParaRPr>
          </a:p>
        </p:txBody>
      </p:sp>
      <p:sp>
        <p:nvSpPr>
          <p:cNvPr id="52226" name="Text Box 52225"/>
          <p:cNvSpPr txBox="1"/>
          <p:nvPr/>
        </p:nvSpPr>
        <p:spPr>
          <a:xfrm>
            <a:off x="526415" y="1430655"/>
            <a:ext cx="8033385" cy="4419600"/>
          </a:xfrm>
          <a:prstGeom prst="rect">
            <a:avLst/>
          </a:prstGeom>
          <a:noFill/>
          <a:ln w="9525">
            <a:noFill/>
          </a:ln>
        </p:spPr>
        <p:txBody>
          <a:bodyPr wrap="square" lIns="91440" tIns="45720" rIns="91440" bIns="45720" anchor="t" anchorCtr="0"/>
          <a:p>
            <a:pP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ru-RU" sz="2500" dirty="0" err="1">
                <a:solidFill>
                  <a:schemeClr val="tx1"/>
                </a:solidFill>
                <a:ea typeface="Microsoft YaHei" panose="020B0503020204020204" charset="-122"/>
              </a:rPr>
              <a:t>залежност</a:t>
            </a:r>
            <a:r>
              <a:rPr lang="uk-UA" sz="2500" dirty="0" err="1">
                <a:solidFill>
                  <a:schemeClr val="tx1"/>
                </a:solidFill>
                <a:ea typeface="Microsoft YaHei" panose="020B0503020204020204" charset="-122"/>
              </a:rPr>
              <a:t>і</a:t>
            </a:r>
            <a:endParaRPr lang="en-US" sz="2500" dirty="0" err="1">
              <a:solidFill>
                <a:schemeClr val="tx1"/>
              </a:solidFill>
              <a:ea typeface="Microsoft YaHei" panose="020B0503020204020204" charset="-122"/>
            </a:endParaRPr>
          </a:p>
          <a:p>
            <a:pPr marL="285750" indent="-285750" defTabSz="457200">
              <a:spcBef>
                <a:spcPts val="8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500" b="1" dirty="0" err="1">
                <a:solidFill>
                  <a:schemeClr val="tx1"/>
                </a:solidFill>
                <a:ea typeface="Microsoft YaHei" panose="020B0503020204020204" charset="-122"/>
              </a:rPr>
              <a:t>npm install bootstrap</a:t>
            </a:r>
            <a:endParaRPr lang="en-US" altLang="en-US" sz="2500" b="1" dirty="0" err="1">
              <a:solidFill>
                <a:schemeClr val="tx1"/>
              </a:solidFill>
              <a:ea typeface="Microsoft YaHei" panose="020B0503020204020204" charset="-122"/>
            </a:endParaRPr>
          </a:p>
          <a:p>
            <a:pPr marL="285750" indent="-285750" defTabSz="457200">
              <a:spcBef>
                <a:spcPts val="8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500" b="1" dirty="0" err="1">
                <a:solidFill>
                  <a:schemeClr val="tx1"/>
                </a:solidFill>
                <a:ea typeface="Microsoft YaHei" panose="020B0503020204020204" charset="-122"/>
              </a:rPr>
              <a:t>npm install react-bootstrap bootstrap</a:t>
            </a:r>
            <a:endParaRPr lang="en-US" altLang="en-US" sz="2500" b="1" dirty="0" err="1">
              <a:solidFill>
                <a:schemeClr val="tx1"/>
              </a:solidFill>
              <a:ea typeface="Microsoft YaHei" panose="020B0503020204020204" charset="-122"/>
            </a:endParaRPr>
          </a:p>
          <a:p>
            <a:pPr marL="285750" indent="-285750" defTabSz="457200">
              <a:spcBef>
                <a:spcPts val="8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2500" b="1" dirty="0" err="1">
              <a:solidFill>
                <a:schemeClr val="tx1"/>
              </a:solidFill>
              <a:ea typeface="Microsoft YaHei" panose="020B0503020204020204" charset="-122"/>
            </a:endParaRPr>
          </a:p>
          <a:p>
            <a:pP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2500" b="1" dirty="0" err="1">
              <a:solidFill>
                <a:schemeClr val="tx1"/>
              </a:solidFill>
              <a:ea typeface="Microsoft YaHei" panose="020B0503020204020204" charset="-122"/>
            </a:endParaRPr>
          </a:p>
          <a:p>
            <a:pP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2500" b="1" dirty="0" err="1">
              <a:solidFill>
                <a:schemeClr val="tx1"/>
              </a:solidFill>
              <a:ea typeface="Microsoft YaHei" panose="020B0503020204020204" charset="-122"/>
            </a:endParaRPr>
          </a:p>
          <a:p>
            <a:pPr algn="ct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3500" b="1" dirty="0" err="1">
                <a:solidFill>
                  <a:srgbClr val="0070C0"/>
                </a:solidFill>
                <a:ea typeface="Microsoft YaHei" panose="020B0503020204020204" charset="-122"/>
                <a:hlinkClick r:id="rId1" action="ppaction://hlinkfile"/>
              </a:rPr>
              <a:t>https://gist.github.com/sunmeat/3615e9222433f046a7e67479761b3571</a:t>
            </a:r>
            <a:endParaRPr lang="en-US" altLang="en-US" sz="3500" b="1" dirty="0" err="1">
              <a:solidFill>
                <a:srgbClr val="0070C0"/>
              </a:solidFill>
              <a:ea typeface="Microsoft YaHei" panose="020B0503020204020204" charset="-122"/>
            </a:endParaRPr>
          </a:p>
          <a:p>
            <a:pP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3500" b="1" dirty="0" err="1">
              <a:solidFill>
                <a:srgbClr val="0070C0"/>
              </a:solidFill>
              <a:ea typeface="Microsoft YaHei" panose="020B0503020204020204" charset="-122"/>
            </a:endParaRPr>
          </a:p>
        </p:txBody>
      </p:sp>
    </p:spTree>
  </p:cSld>
  <p:clrMapOvr>
    <a:masterClrMapping/>
  </p:clrMapOvr>
  <p:transition spd="med"/>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Text Box 5222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ru-RU" sz="4200" dirty="0" err="1">
                <a:solidFill>
                  <a:srgbClr val="FFFFFF"/>
                </a:solidFill>
                <a:sym typeface="+mn-ea"/>
              </a:rPr>
              <a:t>Bulma</a:t>
            </a:r>
            <a:r>
              <a:rPr lang="uk-UA" altLang="en-US" sz="4200" dirty="0" err="1">
                <a:solidFill>
                  <a:schemeClr val="bg1"/>
                </a:solidFill>
                <a:sym typeface="+mn-ea"/>
              </a:rPr>
              <a:t>. Практика</a:t>
            </a:r>
            <a:r>
              <a:rPr lang="en-US" altLang="en-US" sz="4200" dirty="0" err="1">
                <a:solidFill>
                  <a:schemeClr val="bg1"/>
                </a:solidFill>
                <a:sym typeface="+mn-ea"/>
              </a:rPr>
              <a:t> </a:t>
            </a:r>
            <a:endParaRPr lang="en-US" altLang="en-US" sz="4200" dirty="0" err="1">
              <a:solidFill>
                <a:schemeClr val="bg1"/>
              </a:solidFill>
              <a:ea typeface="Microsoft YaHei" panose="020B0503020204020204" charset="-122"/>
              <a:sym typeface="+mn-ea"/>
            </a:endParaRPr>
          </a:p>
        </p:txBody>
      </p:sp>
      <p:sp>
        <p:nvSpPr>
          <p:cNvPr id="52226" name="Text Box 52225"/>
          <p:cNvSpPr txBox="1"/>
          <p:nvPr/>
        </p:nvSpPr>
        <p:spPr>
          <a:xfrm>
            <a:off x="526415" y="1430655"/>
            <a:ext cx="8033385" cy="4419600"/>
          </a:xfrm>
          <a:prstGeom prst="rect">
            <a:avLst/>
          </a:prstGeom>
          <a:noFill/>
          <a:ln w="9525">
            <a:noFill/>
          </a:ln>
        </p:spPr>
        <p:txBody>
          <a:bodyPr wrap="square" lIns="91440" tIns="45720" rIns="91440" bIns="45720" anchor="t" anchorCtr="0"/>
          <a:p>
            <a:pP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sz="2500" dirty="0" err="1">
                <a:solidFill>
                  <a:schemeClr val="tx1"/>
                </a:solidFill>
                <a:ea typeface="Microsoft YaHei" panose="020B0503020204020204" charset="-122"/>
              </a:rPr>
              <a:t>залежності</a:t>
            </a:r>
            <a:endParaRPr lang="uk-UA" sz="2500" dirty="0" err="1">
              <a:solidFill>
                <a:schemeClr val="tx1"/>
              </a:solidFill>
              <a:ea typeface="Microsoft YaHei" panose="020B0503020204020204" charset="-122"/>
            </a:endParaRPr>
          </a:p>
          <a:p>
            <a:pPr marL="285750" indent="-285750" defTabSz="457200">
              <a:spcBef>
                <a:spcPts val="8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500" b="1" dirty="0" err="1">
                <a:solidFill>
                  <a:schemeClr val="tx1"/>
                </a:solidFill>
                <a:ea typeface="Microsoft YaHei" panose="020B0503020204020204" charset="-122"/>
              </a:rPr>
              <a:t>npm install bulma</a:t>
            </a:r>
            <a:endParaRPr lang="en-US" altLang="en-US" sz="2500" b="1" dirty="0" err="1">
              <a:solidFill>
                <a:schemeClr val="tx1"/>
              </a:solidFill>
              <a:ea typeface="Microsoft YaHei" panose="020B0503020204020204" charset="-122"/>
            </a:endParaRPr>
          </a:p>
          <a:p>
            <a:pPr marL="285750" indent="-285750" defTabSz="457200">
              <a:spcBef>
                <a:spcPts val="8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500" b="1" dirty="0" err="1">
                <a:solidFill>
                  <a:schemeClr val="tx1"/>
                </a:solidFill>
                <a:ea typeface="Microsoft YaHei" panose="020B0503020204020204" charset="-122"/>
              </a:rPr>
              <a:t>npm install react-bulma-components</a:t>
            </a:r>
            <a:endParaRPr lang="en-US" altLang="en-US" sz="2500" b="1" dirty="0" err="1">
              <a:solidFill>
                <a:schemeClr val="tx1"/>
              </a:solidFill>
              <a:ea typeface="Microsoft YaHei" panose="020B0503020204020204" charset="-122"/>
            </a:endParaRPr>
          </a:p>
          <a:p>
            <a:pPr marL="285750" indent="-285750" defTabSz="457200">
              <a:spcBef>
                <a:spcPts val="8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2500" b="1" dirty="0" err="1">
              <a:solidFill>
                <a:schemeClr val="tx1"/>
              </a:solidFill>
              <a:ea typeface="Microsoft YaHei" panose="020B0503020204020204" charset="-122"/>
            </a:endParaRPr>
          </a:p>
          <a:p>
            <a:pPr marL="285750" indent="-285750" defTabSz="457200">
              <a:spcBef>
                <a:spcPts val="8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2500" b="1" dirty="0" err="1">
              <a:solidFill>
                <a:schemeClr val="tx1"/>
              </a:solidFill>
              <a:ea typeface="Microsoft YaHei" panose="020B0503020204020204" charset="-122"/>
            </a:endParaRPr>
          </a:p>
          <a:p>
            <a:pPr algn="ct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3500" b="1" dirty="0" err="1">
                <a:solidFill>
                  <a:srgbClr val="0070C0"/>
                </a:solidFill>
                <a:ea typeface="Microsoft YaHei" panose="020B0503020204020204" charset="-122"/>
                <a:hlinkClick r:id="rId1" action="ppaction://hlinkfile"/>
              </a:rPr>
              <a:t>https://gist.github.com/sunmeat/b817613d2b6719649f40e80c7cb034bb</a:t>
            </a:r>
            <a:endParaRPr lang="en-US" altLang="en-US" sz="3500" b="1" dirty="0" err="1">
              <a:solidFill>
                <a:srgbClr val="0070C0"/>
              </a:solidFill>
              <a:ea typeface="Microsoft YaHei" panose="020B0503020204020204" charset="-122"/>
            </a:endParaRPr>
          </a:p>
          <a:p>
            <a:pP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3500" b="1" dirty="0" err="1">
              <a:solidFill>
                <a:srgbClr val="0070C0"/>
              </a:solidFill>
              <a:ea typeface="Microsoft YaHei" panose="020B0503020204020204" charset="-122"/>
            </a:endParaRPr>
          </a:p>
        </p:txBody>
      </p:sp>
    </p:spTree>
  </p:cSld>
  <p:clrMapOvr>
    <a:masterClrMapping/>
  </p:clrMapOvr>
  <p:transition spd="med"/>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Text Box 5222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4200" dirty="0" err="1">
                <a:solidFill>
                  <a:schemeClr val="bg1"/>
                </a:solidFill>
                <a:sym typeface="+mn-ea"/>
              </a:rPr>
              <a:t>Materialize</a:t>
            </a:r>
            <a:r>
              <a:rPr lang="uk-UA" altLang="en-US" sz="4200" dirty="0" err="1">
                <a:solidFill>
                  <a:schemeClr val="bg1"/>
                </a:solidFill>
                <a:sym typeface="+mn-ea"/>
              </a:rPr>
              <a:t>. Практика</a:t>
            </a:r>
            <a:endParaRPr lang="en-US" altLang="en-US" sz="4200" dirty="0" err="1">
              <a:solidFill>
                <a:schemeClr val="bg1"/>
              </a:solidFill>
              <a:ea typeface="Microsoft YaHei" panose="020B0503020204020204" charset="-122"/>
              <a:sym typeface="+mn-ea"/>
            </a:endParaRPr>
          </a:p>
        </p:txBody>
      </p:sp>
      <p:sp>
        <p:nvSpPr>
          <p:cNvPr id="52226" name="Text Box 52225"/>
          <p:cNvSpPr txBox="1"/>
          <p:nvPr/>
        </p:nvSpPr>
        <p:spPr>
          <a:xfrm>
            <a:off x="526415" y="1564005"/>
            <a:ext cx="8033385" cy="4419600"/>
          </a:xfrm>
          <a:prstGeom prst="rect">
            <a:avLst/>
          </a:prstGeom>
          <a:noFill/>
          <a:ln w="9525">
            <a:noFill/>
          </a:ln>
        </p:spPr>
        <p:txBody>
          <a:bodyPr wrap="square" lIns="91440" tIns="45720" rIns="91440" bIns="45720" anchor="t" anchorCtr="0"/>
          <a:p>
            <a:pP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en-US" sz="2500" dirty="0" err="1">
                <a:solidFill>
                  <a:schemeClr val="tx1"/>
                </a:solidFill>
                <a:ea typeface="Microsoft YaHei" panose="020B0503020204020204" charset="-122"/>
              </a:rPr>
              <a:t>залежність </a:t>
            </a:r>
            <a:r>
              <a:rPr lang="en-US" altLang="en-US" sz="2500" b="1" dirty="0" err="1">
                <a:solidFill>
                  <a:schemeClr val="tx1"/>
                </a:solidFill>
                <a:ea typeface="Microsoft YaHei" panose="020B0503020204020204" charset="-122"/>
              </a:rPr>
              <a:t>npm install materialize-css</a:t>
            </a:r>
            <a:endParaRPr lang="en-US" altLang="en-US" sz="2500" b="1" dirty="0" err="1">
              <a:solidFill>
                <a:schemeClr val="tx1"/>
              </a:solidFill>
              <a:ea typeface="Microsoft YaHei" panose="020B0503020204020204" charset="-122"/>
            </a:endParaRPr>
          </a:p>
          <a:p>
            <a:pP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2500" b="1" dirty="0" err="1">
              <a:solidFill>
                <a:schemeClr val="tx1"/>
              </a:solidFill>
              <a:ea typeface="Microsoft YaHei" panose="020B0503020204020204" charset="-122"/>
            </a:endParaRPr>
          </a:p>
          <a:p>
            <a:pP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2500" b="1" dirty="0" err="1">
              <a:solidFill>
                <a:schemeClr val="tx1"/>
              </a:solidFill>
              <a:ea typeface="Microsoft YaHei" panose="020B0503020204020204" charset="-122"/>
            </a:endParaRPr>
          </a:p>
          <a:p>
            <a:pPr algn="ct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3500" b="1" dirty="0" err="1">
                <a:solidFill>
                  <a:srgbClr val="0070C0"/>
                </a:solidFill>
                <a:ea typeface="Microsoft YaHei" panose="020B0503020204020204" charset="-122"/>
                <a:hlinkClick r:id="rId1" action="ppaction://hlinkfile"/>
              </a:rPr>
              <a:t>https://gist.github.com/sunmeat/cb11ff9fc17be86a6173f5c23969af60</a:t>
            </a:r>
            <a:endParaRPr lang="ru-RU" altLang="en-US" sz="3500" b="1" dirty="0" err="1">
              <a:solidFill>
                <a:srgbClr val="0070C0"/>
              </a:solidFill>
              <a:ea typeface="Microsoft YaHei" panose="020B0503020204020204" charset="-122"/>
            </a:endParaRPr>
          </a:p>
          <a:p>
            <a:pP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uk-UA" altLang="en-US" sz="2500" dirty="0" err="1">
              <a:solidFill>
                <a:schemeClr val="tx1"/>
              </a:solidFill>
              <a:ea typeface="Microsoft YaHei" panose="020B0503020204020204" charset="-122"/>
            </a:endParaRPr>
          </a:p>
          <a:p>
            <a:pP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ru-RU" sz="2500" dirty="0" err="1">
              <a:solidFill>
                <a:schemeClr val="tx1"/>
              </a:solidFill>
              <a:ea typeface="Microsoft YaHei" panose="020B0503020204020204" charset="-122"/>
            </a:endParaRPr>
          </a:p>
        </p:txBody>
      </p:sp>
    </p:spTree>
  </p:cSld>
  <p:clrMapOvr>
    <a:masterClrMapping/>
  </p:clrMapOvr>
  <p:transition spd="med"/>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Text Box 5222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4200" dirty="0" err="1">
                <a:solidFill>
                  <a:srgbClr val="FFFFFF"/>
                </a:solidFill>
                <a:ea typeface="Microsoft YaHei" panose="020B0503020204020204" charset="-122"/>
              </a:rPr>
              <a:t>Бібліотеки </a:t>
            </a:r>
            <a:r>
              <a:rPr lang="en-US" altLang="ru-RU" sz="4200" dirty="0" err="1">
                <a:solidFill>
                  <a:srgbClr val="FFFFFF"/>
                </a:solidFill>
                <a:ea typeface="Microsoft YaHei" panose="020B0503020204020204" charset="-122"/>
              </a:rPr>
              <a:t>CSS</a:t>
            </a:r>
            <a:endParaRPr lang="en-US" altLang="ru-RU" sz="4200" dirty="0" err="1">
              <a:solidFill>
                <a:srgbClr val="FFFFFF"/>
              </a:solidFill>
              <a:ea typeface="Microsoft YaHei" panose="020B0503020204020204" charset="-122"/>
            </a:endParaRPr>
          </a:p>
        </p:txBody>
      </p:sp>
      <p:sp>
        <p:nvSpPr>
          <p:cNvPr id="52226" name="Text Box 52225"/>
          <p:cNvSpPr txBox="1"/>
          <p:nvPr/>
        </p:nvSpPr>
        <p:spPr>
          <a:xfrm>
            <a:off x="526415" y="1430655"/>
            <a:ext cx="8033385" cy="4419600"/>
          </a:xfrm>
          <a:prstGeom prst="rect">
            <a:avLst/>
          </a:prstGeom>
          <a:noFill/>
          <a:ln w="9525">
            <a:noFill/>
          </a:ln>
        </p:spPr>
        <p:txBody>
          <a:bodyPr wrap="square" lIns="91440" tIns="45720" rIns="91440" bIns="45720" anchor="t" anchorCtr="0"/>
          <a:p>
            <a:pP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900" dirty="0" err="1">
                <a:solidFill>
                  <a:schemeClr val="tx1"/>
                </a:solidFill>
                <a:ea typeface="Microsoft YaHei" panose="020B0503020204020204" charset="-122"/>
              </a:rPr>
              <a:t>Крім фреймворків, існують також і CSS-бібліотеки, наприклад такі </a:t>
            </a:r>
            <a:r>
              <a:rPr lang="uk-UA" altLang="en-US" sz="1900" dirty="0" err="1">
                <a:solidFill>
                  <a:schemeClr val="tx1"/>
                </a:solidFill>
                <a:ea typeface="Microsoft YaHei" panose="020B0503020204020204" charset="-122"/>
              </a:rPr>
              <a:t>   </a:t>
            </a:r>
            <a:r>
              <a:rPr lang="en-US" altLang="en-US" sz="1900" dirty="0" err="1">
                <a:solidFill>
                  <a:schemeClr val="tx1"/>
                </a:solidFill>
                <a:ea typeface="Microsoft YaHei" panose="020B0503020204020204" charset="-122"/>
              </a:rPr>
              <a:t>як </a:t>
            </a:r>
            <a:r>
              <a:rPr lang="en-US" altLang="en-US" sz="1900" b="1" dirty="0" err="1">
                <a:solidFill>
                  <a:schemeClr val="tx1"/>
                </a:solidFill>
                <a:ea typeface="Microsoft YaHei" panose="020B0503020204020204" charset="-122"/>
              </a:rPr>
              <a:t>styled-components</a:t>
            </a:r>
            <a:r>
              <a:rPr lang="en-US" altLang="en-US" sz="1900" dirty="0" err="1">
                <a:solidFill>
                  <a:schemeClr val="tx1"/>
                </a:solidFill>
                <a:ea typeface="Microsoft YaHei" panose="020B0503020204020204" charset="-122"/>
              </a:rPr>
              <a:t> та </a:t>
            </a:r>
            <a:r>
              <a:rPr lang="en-US" altLang="en-US" sz="1900" b="1" dirty="0" err="1">
                <a:solidFill>
                  <a:schemeClr val="tx1"/>
                </a:solidFill>
                <a:ea typeface="Microsoft YaHei" panose="020B0503020204020204" charset="-122"/>
              </a:rPr>
              <a:t>Emotion</a:t>
            </a:r>
            <a:r>
              <a:rPr lang="en-US" altLang="en-US" sz="1900" dirty="0" err="1">
                <a:solidFill>
                  <a:schemeClr val="tx1"/>
                </a:solidFill>
                <a:ea typeface="Microsoft YaHei" panose="020B0503020204020204" charset="-122"/>
              </a:rPr>
              <a:t>, а також утиліти на кшталт clsx, </a:t>
            </a:r>
            <a:r>
              <a:rPr lang="uk-UA" altLang="en-US" sz="1900" dirty="0" err="1">
                <a:solidFill>
                  <a:schemeClr val="tx1"/>
                </a:solidFill>
                <a:ea typeface="Microsoft YaHei" panose="020B0503020204020204" charset="-122"/>
              </a:rPr>
              <a:t> </a:t>
            </a:r>
            <a:r>
              <a:rPr lang="en-US" altLang="en-US" sz="1900" dirty="0" err="1">
                <a:solidFill>
                  <a:schemeClr val="tx1"/>
                </a:solidFill>
                <a:ea typeface="Microsoft YaHei" panose="020B0503020204020204" charset="-122"/>
              </a:rPr>
              <a:t>які вирішують низку проблем, з якими розробники можуть зіткнутися під час роботи з чистим CSS, SCSS або CSS-фреймворками. </a:t>
            </a:r>
            <a:endParaRPr lang="en-US" altLang="en-US" sz="1900" dirty="0" err="1">
              <a:solidFill>
                <a:schemeClr val="tx1"/>
              </a:solidFill>
              <a:ea typeface="Microsoft YaHei" panose="020B0503020204020204" charset="-122"/>
            </a:endParaRPr>
          </a:p>
          <a:p>
            <a:pP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900" b="1" dirty="0" err="1">
                <a:solidFill>
                  <a:srgbClr val="0070C0"/>
                </a:solidFill>
                <a:ea typeface="Microsoft YaHei" panose="020B0503020204020204" charset="-122"/>
                <a:hlinkClick r:id="rId1" action="ppaction://hlinkfile"/>
              </a:rPr>
              <a:t>https://styled-components.com/</a:t>
            </a:r>
            <a:endParaRPr lang="en-US" altLang="en-US" sz="1900" dirty="0" err="1">
              <a:solidFill>
                <a:schemeClr val="tx1"/>
              </a:solidFill>
              <a:ea typeface="Microsoft YaHei" panose="020B0503020204020204" charset="-122"/>
            </a:endParaRPr>
          </a:p>
          <a:p>
            <a:pP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900" b="1" dirty="0" err="1">
                <a:solidFill>
                  <a:srgbClr val="7030A0"/>
                </a:solidFill>
                <a:ea typeface="Microsoft YaHei" panose="020B0503020204020204" charset="-122"/>
                <a:hlinkClick r:id="rId2" action="ppaction://hlinkfile"/>
              </a:rPr>
              <a:t>https://emotion.sh/</a:t>
            </a:r>
            <a:endParaRPr lang="en-US" altLang="en-US" sz="1900" b="1" dirty="0" err="1">
              <a:solidFill>
                <a:srgbClr val="7030A0"/>
              </a:solidFill>
              <a:ea typeface="Microsoft YaHei" panose="020B0503020204020204" charset="-122"/>
            </a:endParaRPr>
          </a:p>
          <a:p>
            <a:pP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900" b="1" dirty="0" err="1">
                <a:solidFill>
                  <a:srgbClr val="C00000"/>
                </a:solidFill>
                <a:ea typeface="Microsoft YaHei" panose="020B0503020204020204" charset="-122"/>
                <a:hlinkClick r:id="rId3" action="ppaction://hlinkfile"/>
              </a:rPr>
              <a:t>https://github.com/lukeed/clsx</a:t>
            </a:r>
            <a:endParaRPr lang="en-US" altLang="en-US" sz="1900" dirty="0" err="1">
              <a:solidFill>
                <a:schemeClr val="tx1"/>
              </a:solidFill>
              <a:ea typeface="Microsoft YaHei" panose="020B0503020204020204" charset="-122"/>
            </a:endParaRPr>
          </a:p>
          <a:p>
            <a:pP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900" dirty="0" err="1">
                <a:solidFill>
                  <a:schemeClr val="tx1"/>
                </a:solidFill>
                <a:ea typeface="Microsoft YaHei" panose="020B0503020204020204" charset="-122"/>
              </a:rPr>
              <a:t>Styled-components та Emotion (CSS-in-JS) дозволяють писати CSS прямо у JavaScript-коді, пов'язуючи стилі з компонентами React. </a:t>
            </a:r>
            <a:r>
              <a:rPr lang="uk-UA" altLang="en-US" sz="1900" dirty="0" err="1">
                <a:solidFill>
                  <a:schemeClr val="tx1"/>
                </a:solidFill>
                <a:ea typeface="Microsoft YaHei" panose="020B0503020204020204" charset="-122"/>
              </a:rPr>
              <a:t>    </a:t>
            </a:r>
            <a:r>
              <a:rPr lang="en-US" altLang="en-US" sz="1900" dirty="0" err="1">
                <a:solidFill>
                  <a:schemeClr val="tx1"/>
                </a:solidFill>
                <a:ea typeface="Microsoft YaHei" panose="020B0503020204020204" charset="-122"/>
              </a:rPr>
              <a:t>Це підхід CSS-in-JS, який робить стилі компактними, ізольованими та динамічними. Стилі застосовуються лише до конкретного компонента, уникаючи конфліктів (на відміну глобального CSS). Можна керувати стилями JavaScript (наприклад, props або state). Усувається </a:t>
            </a:r>
            <a:r>
              <a:rPr lang="uk-UA" altLang="en-US" sz="1900" dirty="0" err="1">
                <a:solidFill>
                  <a:schemeClr val="tx1"/>
                </a:solidFill>
                <a:ea typeface="Microsoft YaHei" panose="020B0503020204020204" charset="-122"/>
              </a:rPr>
              <a:t>					</a:t>
            </a:r>
            <a:r>
              <a:rPr lang="en-US" altLang="en-US" sz="1900" dirty="0" err="1">
                <a:solidFill>
                  <a:schemeClr val="tx1"/>
                </a:solidFill>
                <a:ea typeface="Microsoft YaHei" panose="020B0503020204020204" charset="-122"/>
              </a:rPr>
              <a:t>необхідність вручну вигадувати імена класів.</a:t>
            </a:r>
            <a:endParaRPr lang="en-US" altLang="en-US" sz="1900" dirty="0" err="1">
              <a:solidFill>
                <a:schemeClr val="tx1"/>
              </a:solidFill>
              <a:ea typeface="Microsoft YaHei" panose="020B0503020204020204" charset="-122"/>
            </a:endParaRPr>
          </a:p>
        </p:txBody>
      </p:sp>
    </p:spTree>
  </p:cSld>
  <p:clrMapOvr>
    <a:masterClrMapping/>
  </p:clrMapOvr>
  <p:transition spd="med"/>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Text Box 5222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4200" dirty="0" err="1">
                <a:solidFill>
                  <a:schemeClr val="bg1"/>
                </a:solidFill>
                <a:sym typeface="+mn-ea"/>
              </a:rPr>
              <a:t>styled-components</a:t>
            </a:r>
            <a:endParaRPr lang="en-US" altLang="en-US" sz="4200" dirty="0" err="1">
              <a:solidFill>
                <a:schemeClr val="bg1"/>
              </a:solidFill>
              <a:ea typeface="Microsoft YaHei" panose="020B0503020204020204" charset="-122"/>
              <a:sym typeface="+mn-ea"/>
            </a:endParaRPr>
          </a:p>
        </p:txBody>
      </p:sp>
      <p:sp>
        <p:nvSpPr>
          <p:cNvPr id="52226" name="Text Box 52225"/>
          <p:cNvSpPr txBox="1"/>
          <p:nvPr/>
        </p:nvSpPr>
        <p:spPr>
          <a:xfrm>
            <a:off x="462915" y="1430655"/>
            <a:ext cx="8096885" cy="4419600"/>
          </a:xfrm>
          <a:prstGeom prst="rect">
            <a:avLst/>
          </a:prstGeom>
          <a:noFill/>
          <a:ln w="9525">
            <a:noFill/>
          </a:ln>
        </p:spPr>
        <p:txBody>
          <a:bodyPr wrap="square" lIns="91440" tIns="45720" rIns="91440" bIns="45720" anchor="t" anchorCtr="0"/>
          <a:p>
            <a:pP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000" b="1" dirty="0" err="1">
                <a:solidFill>
                  <a:schemeClr val="tx1"/>
                </a:solidFill>
                <a:ea typeface="Microsoft YaHei" panose="020B0503020204020204" charset="-122"/>
              </a:rPr>
              <a:t>styled-components</a:t>
            </a:r>
            <a:r>
              <a:rPr lang="en-US" altLang="en-US" sz="2000" dirty="0" err="1">
                <a:solidFill>
                  <a:schemeClr val="tx1"/>
                </a:solidFill>
                <a:ea typeface="Microsoft YaHei" panose="020B0503020204020204" charset="-122"/>
              </a:rPr>
              <a:t> - це бібліотека CSS-in-JS для React,             яка дозволяє писати CSS-стилі безпосередньо в JavaScript-коді, прив'язуючи їх до конкретних компонентів. Вона використовує тегований шаблонний літерал (</a:t>
            </a:r>
            <a:r>
              <a:rPr lang="en-US" altLang="en-US" sz="2000" b="1" dirty="0" err="1">
                <a:solidFill>
                  <a:schemeClr val="tx1"/>
                </a:solidFill>
                <a:ea typeface="Microsoft YaHei" panose="020B0503020204020204" charset="-122"/>
              </a:rPr>
              <a:t>tagged template literals</a:t>
            </a:r>
            <a:r>
              <a:rPr lang="en-US" altLang="en-US" sz="2000" dirty="0" err="1">
                <a:solidFill>
                  <a:schemeClr val="tx1"/>
                </a:solidFill>
                <a:ea typeface="Microsoft YaHei" panose="020B0503020204020204" charset="-122"/>
              </a:rPr>
              <a:t>)             </a:t>
            </a:r>
            <a:r>
              <a:rPr lang="uk-UA" altLang="en-US" sz="2000" dirty="0" err="1">
                <a:solidFill>
                  <a:schemeClr val="tx1"/>
                </a:solidFill>
                <a:ea typeface="Microsoft YaHei" panose="020B0503020204020204" charset="-122"/>
              </a:rPr>
              <a:t>за</a:t>
            </a:r>
            <a:r>
              <a:rPr lang="en-US" altLang="en-US" sz="2000" dirty="0" err="1">
                <a:solidFill>
                  <a:schemeClr val="tx1"/>
                </a:solidFill>
                <a:ea typeface="Microsoft YaHei" panose="020B0503020204020204" charset="-122"/>
              </a:rPr>
              <a:t>для створення стилізованих компонентів, де стилі автоматично ізолюються (scoped) і застосовуються лише до потрібного компонента, уникаючи конфліктів класів. Styled-components </a:t>
            </a:r>
            <a:r>
              <a:rPr lang="en-US" altLang="en-US" sz="2000" u="sng" dirty="0" err="1">
                <a:solidFill>
                  <a:schemeClr val="tx1"/>
                </a:solidFill>
                <a:ea typeface="Microsoft YaHei" panose="020B0503020204020204" charset="-122"/>
              </a:rPr>
              <a:t>підтримує динамічну стилізацію через props і state</a:t>
            </a:r>
            <a:r>
              <a:rPr lang="en-US" altLang="en-US" sz="2000" dirty="0" err="1">
                <a:solidFill>
                  <a:schemeClr val="tx1"/>
                </a:solidFill>
                <a:ea typeface="Microsoft YaHei" panose="020B0503020204020204" charset="-122"/>
              </a:rPr>
              <a:t>, що робить її потужним інструментом створення адаптивних інтерфейсів. Наприклад, можна змінювати колір кнопки залежно від пропсу isActive. На відміну від традиційного CSS, де стилі глобальні, styled-components генерує унікальні класи, спрощуючи підтримку коду великих проектах. Бібліотека також інтегрується з темами через ThemeProvider, що дозволяє централізовано керувати </a:t>
            </a:r>
            <a:r>
              <a:rPr lang="uk-UA" altLang="en-US" sz="2000" dirty="0" err="1">
                <a:solidFill>
                  <a:schemeClr val="tx1"/>
                </a:solidFill>
                <a:ea typeface="Microsoft YaHei" panose="020B0503020204020204" charset="-122"/>
              </a:rPr>
              <a:t>				</a:t>
            </a:r>
            <a:r>
              <a:rPr lang="en-US" altLang="en-US" sz="2000" dirty="0" err="1">
                <a:solidFill>
                  <a:schemeClr val="tx1"/>
                </a:solidFill>
                <a:ea typeface="Microsoft YaHei" panose="020B0503020204020204" charset="-122"/>
              </a:rPr>
              <a:t>стилями.</a:t>
            </a:r>
            <a:endParaRPr lang="en-US" altLang="en-US" sz="2000" dirty="0" err="1">
              <a:solidFill>
                <a:schemeClr val="tx1"/>
              </a:solidFill>
              <a:ea typeface="Microsoft YaHei" panose="020B0503020204020204" charset="-122"/>
            </a:endParaRPr>
          </a:p>
        </p:txBody>
      </p:sp>
    </p:spTree>
  </p:cSld>
  <p:clrMapOvr>
    <a:masterClrMapping/>
  </p:clrMapOvr>
  <p:transition spd="med"/>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Text Box 5222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4200" dirty="0" err="1">
                <a:solidFill>
                  <a:schemeClr val="bg1"/>
                </a:solidFill>
                <a:sym typeface="+mn-ea"/>
              </a:rPr>
              <a:t>styled-components</a:t>
            </a:r>
            <a:r>
              <a:rPr lang="ru-RU" altLang="en-US" sz="4200" dirty="0" err="1">
                <a:solidFill>
                  <a:schemeClr val="bg1"/>
                </a:solidFill>
                <a:sym typeface="+mn-ea"/>
              </a:rPr>
              <a:t> </a:t>
            </a:r>
            <a:r>
              <a:rPr lang="en-US" altLang="en-US" sz="4200" dirty="0" err="1">
                <a:solidFill>
                  <a:schemeClr val="bg1"/>
                </a:solidFill>
                <a:sym typeface="+mn-ea"/>
              </a:rPr>
              <a:t>vs. Tailwind</a:t>
            </a:r>
            <a:endParaRPr lang="en-US" altLang="en-US" sz="4200" dirty="0" err="1">
              <a:solidFill>
                <a:schemeClr val="bg1"/>
              </a:solidFill>
              <a:ea typeface="Microsoft YaHei" panose="020B0503020204020204" charset="-122"/>
              <a:sym typeface="+mn-ea"/>
            </a:endParaRPr>
          </a:p>
        </p:txBody>
      </p:sp>
      <p:sp>
        <p:nvSpPr>
          <p:cNvPr id="52226" name="Text Box 52225"/>
          <p:cNvSpPr txBox="1"/>
          <p:nvPr/>
        </p:nvSpPr>
        <p:spPr>
          <a:xfrm>
            <a:off x="526415" y="1430655"/>
            <a:ext cx="8033385" cy="4419600"/>
          </a:xfrm>
          <a:prstGeom prst="rect">
            <a:avLst/>
          </a:prstGeom>
          <a:noFill/>
          <a:ln w="9525">
            <a:noFill/>
          </a:ln>
        </p:spPr>
        <p:txBody>
          <a:bodyPr wrap="square" lIns="91440" tIns="45720" rIns="91440" bIns="45720" anchor="t" anchorCtr="0"/>
          <a:p>
            <a:pP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000" dirty="0" err="1">
                <a:solidFill>
                  <a:schemeClr val="tx1"/>
                </a:solidFill>
                <a:ea typeface="Microsoft YaHei" panose="020B0503020204020204" charset="-122"/>
              </a:rPr>
              <a:t>У порівнянні з Tailwind CSS, styled-components має переваги </a:t>
            </a:r>
            <a:r>
              <a:rPr lang="uk-UA" altLang="en-US" sz="2000" dirty="0" err="1">
                <a:solidFill>
                  <a:schemeClr val="tx1"/>
                </a:solidFill>
                <a:ea typeface="Microsoft YaHei" panose="020B0503020204020204" charset="-122"/>
              </a:rPr>
              <a:t>        </a:t>
            </a:r>
            <a:r>
              <a:rPr lang="en-US" altLang="en-US" sz="2000" dirty="0" err="1">
                <a:solidFill>
                  <a:schemeClr val="tx1"/>
                </a:solidFill>
                <a:ea typeface="Microsoft YaHei" panose="020B0503020204020204" charset="-122"/>
              </a:rPr>
              <a:t>в сценаріях, де потрібний високий рівень динаміки та ізоляції стилів. Tailwind пропонує утилітарний підхід, де стилі задаються через класи (наприклад, bg-blue-500), що прискорює розробку, але призводить до довгих списків класів у JSX та обмеженої динамічної стилізації без додаткових інструментів.                 styled-components, навпаки, дозволяє писати стилі в JavaScript, використовуючи всю міць мови (наприклад, умови, цикли, змінні), що робить код чистішим і виразнішим для складної логіки.    Однак Tailwind виграє у продуктивності (немає runtime-бібліотеки) та простоті налаштування для швидкого прототипування.      Вибір між ними залежить від пріоритетів: Tailwind – для швидкості та простоти, styled-components – для гнучкості та ізольованих компонентів.</a:t>
            </a:r>
            <a:endParaRPr lang="en-US" altLang="en-US" sz="2000" dirty="0" err="1">
              <a:solidFill>
                <a:schemeClr val="tx1"/>
              </a:solidFill>
              <a:ea typeface="Microsoft YaHei" panose="020B0503020204020204" charset="-122"/>
            </a:endParaRPr>
          </a:p>
          <a:p>
            <a:pPr algn="ct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900" b="1" dirty="0" err="1">
                <a:solidFill>
                  <a:schemeClr val="tx1"/>
                </a:solidFill>
                <a:ea typeface="Microsoft YaHei" panose="020B0503020204020204" charset="-122"/>
              </a:rPr>
              <a:t>npm install styled-components</a:t>
            </a:r>
            <a:endParaRPr lang="en-US" altLang="en-US" sz="1900" b="1" dirty="0" err="1">
              <a:solidFill>
                <a:schemeClr val="tx1"/>
              </a:solidFill>
              <a:ea typeface="Microsoft YaHei" panose="020B0503020204020204" charset="-122"/>
            </a:endParaRPr>
          </a:p>
        </p:txBody>
      </p:sp>
      <p:sp>
        <p:nvSpPr>
          <p:cNvPr id="2" name="Text Box 1"/>
          <p:cNvSpPr txBox="1"/>
          <p:nvPr/>
        </p:nvSpPr>
        <p:spPr>
          <a:xfrm>
            <a:off x="32385" y="6395720"/>
            <a:ext cx="9057640" cy="368300"/>
          </a:xfrm>
          <a:prstGeom prst="rect">
            <a:avLst/>
          </a:prstGeom>
          <a:noFill/>
        </p:spPr>
        <p:txBody>
          <a:bodyPr wrap="square" rtlCol="0" anchor="t">
            <a:spAutoFit/>
          </a:bodyPr>
          <a:p>
            <a:pPr algn="ctr"/>
            <a:r>
              <a:rPr lang="en-US" altLang="en-US" b="1">
                <a:solidFill>
                  <a:srgbClr val="0070C0"/>
                </a:solidFill>
                <a:hlinkClick r:id="rId1" action="ppaction://hlinkfile"/>
              </a:rPr>
              <a:t>https://gist.github.com/sunmeat/1ea30cf37b45a4f9e26230e544f1cd29</a:t>
            </a:r>
            <a:endParaRPr lang="en-US" altLang="en-US" b="1">
              <a:solidFill>
                <a:srgbClr val="0070C0"/>
              </a:solidFill>
            </a:endParaRPr>
          </a:p>
        </p:txBody>
      </p:sp>
    </p:spTree>
  </p:cSld>
  <p:clrMapOvr>
    <a:masterClrMapping/>
  </p:clrMapOvr>
  <p:transition spd="med"/>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Text Box 5222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4200" dirty="0" err="1">
                <a:solidFill>
                  <a:schemeClr val="bg1"/>
                </a:solidFill>
                <a:sym typeface="+mn-ea"/>
              </a:rPr>
              <a:t>Emotion</a:t>
            </a:r>
            <a:endParaRPr lang="en-US" altLang="en-US" sz="4200" dirty="0" err="1">
              <a:solidFill>
                <a:schemeClr val="bg1"/>
              </a:solidFill>
              <a:ea typeface="Microsoft YaHei" panose="020B0503020204020204" charset="-122"/>
              <a:sym typeface="+mn-ea"/>
            </a:endParaRPr>
          </a:p>
        </p:txBody>
      </p:sp>
      <p:sp>
        <p:nvSpPr>
          <p:cNvPr id="52226" name="Text Box 52225"/>
          <p:cNvSpPr txBox="1"/>
          <p:nvPr/>
        </p:nvSpPr>
        <p:spPr>
          <a:xfrm>
            <a:off x="526415" y="1430655"/>
            <a:ext cx="8033385" cy="4419600"/>
          </a:xfrm>
          <a:prstGeom prst="rect">
            <a:avLst/>
          </a:prstGeom>
          <a:noFill/>
          <a:ln w="9525">
            <a:noFill/>
          </a:ln>
        </p:spPr>
        <p:txBody>
          <a:bodyPr wrap="square" lIns="91440" tIns="45720" rIns="91440" bIns="45720" anchor="t" anchorCtr="0"/>
          <a:p>
            <a:pP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900" b="1" dirty="0" err="1">
                <a:solidFill>
                  <a:schemeClr val="tx1"/>
                </a:solidFill>
                <a:ea typeface="Microsoft YaHei" panose="020B0503020204020204" charset="-122"/>
              </a:rPr>
              <a:t>Emotion </a:t>
            </a:r>
            <a:r>
              <a:rPr lang="en-US" altLang="en-US" sz="1900" dirty="0" err="1">
                <a:solidFill>
                  <a:schemeClr val="tx1"/>
                </a:solidFill>
                <a:ea typeface="Microsoft YaHei" panose="020B0503020204020204" charset="-122"/>
              </a:rPr>
              <a:t>- це бібліотека CSS-in-JS для React, яка дозволяє писати CSS-стилі в JavaScript, інтегруючи їх із компонентами. Вона надає два основних підходи: створення стилізованих компонентів через @emotion/styled (аналогічно styled-components) та застосування стилів через об'єктний API з @emotion/react (функція css).       Emotion автоматично ізолює стилі, генеруючи унікальні класи,         що запобігає конфліктам імен. </a:t>
            </a:r>
            <a:r>
              <a:rPr lang="en-US" altLang="en-US" sz="1900" u="sng" dirty="0" err="1">
                <a:solidFill>
                  <a:schemeClr val="tx1"/>
                </a:solidFill>
                <a:ea typeface="Microsoft YaHei" panose="020B0503020204020204" charset="-122"/>
              </a:rPr>
              <a:t>Бібліотека підтримує динамічну стилізацію через props і state</a:t>
            </a:r>
            <a:r>
              <a:rPr lang="en-US" altLang="en-US" sz="1900" dirty="0" err="1">
                <a:solidFill>
                  <a:schemeClr val="tx1"/>
                </a:solidFill>
                <a:ea typeface="Microsoft YaHei" panose="020B0503020204020204" charset="-122"/>
              </a:rPr>
              <a:t>, дозволяючи, наприклад, змінювати колір кнопки на основі пропсу isActive. Emotion також інтегрується      з темами через ThemeProvider, забезпечуючи централізоване керування стилями, і відрізняється високою продуктивністю завдяки оптимізованого рендерингу.</a:t>
            </a:r>
            <a:endParaRPr lang="en-US" altLang="en-US" sz="1900" dirty="0" err="1">
              <a:solidFill>
                <a:schemeClr val="tx1"/>
              </a:solidFill>
              <a:ea typeface="Microsoft YaHei" panose="020B0503020204020204" charset="-122"/>
            </a:endParaRPr>
          </a:p>
          <a:p>
            <a:pPr algn="ct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900" b="1" dirty="0" err="1">
                <a:solidFill>
                  <a:schemeClr val="tx1"/>
                </a:solidFill>
                <a:ea typeface="Microsoft YaHei" panose="020B0503020204020204" charset="-122"/>
              </a:rPr>
              <a:t>npm install @emotion/react @emotion/styled</a:t>
            </a:r>
            <a:endParaRPr lang="en-US" altLang="en-US" sz="1900" b="1" dirty="0" err="1">
              <a:solidFill>
                <a:schemeClr val="tx1"/>
              </a:solidFill>
              <a:ea typeface="Microsoft YaHei" panose="020B0503020204020204" charset="-122"/>
            </a:endParaRPr>
          </a:p>
        </p:txBody>
      </p:sp>
      <p:sp>
        <p:nvSpPr>
          <p:cNvPr id="2" name="Text Box 1"/>
          <p:cNvSpPr txBox="1"/>
          <p:nvPr/>
        </p:nvSpPr>
        <p:spPr>
          <a:xfrm>
            <a:off x="90170" y="5640070"/>
            <a:ext cx="9000490" cy="368300"/>
          </a:xfrm>
          <a:prstGeom prst="rect">
            <a:avLst/>
          </a:prstGeom>
          <a:noFill/>
        </p:spPr>
        <p:txBody>
          <a:bodyPr wrap="square" rtlCol="0" anchor="t">
            <a:spAutoFit/>
          </a:bodyPr>
          <a:p>
            <a:pPr algn="ctr"/>
            <a:r>
              <a:rPr lang="en-US" altLang="en-US" b="1">
                <a:solidFill>
                  <a:srgbClr val="0070C0"/>
                </a:solidFill>
                <a:hlinkClick r:id="rId1" action="ppaction://hlinkfile"/>
              </a:rPr>
              <a:t>https://gist.github.com/sunmeat/f3eddd5c55979253e3a776ce2e0cd6e7</a:t>
            </a:r>
            <a:endParaRPr lang="en-US" altLang="en-US" b="1">
              <a:solidFill>
                <a:srgbClr val="0070C0"/>
              </a:solidFill>
            </a:endParaRPr>
          </a:p>
        </p:txBody>
      </p:sp>
    </p:spTree>
  </p:cSld>
  <p:clrMapOvr>
    <a:masterClrMapping/>
  </p:clrMapOvr>
  <p:transition spd="med"/>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Text Box 5222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4200" dirty="0" err="1">
                <a:solidFill>
                  <a:schemeClr val="bg1"/>
                </a:solidFill>
                <a:sym typeface="+mn-ea"/>
              </a:rPr>
              <a:t>styled-components</a:t>
            </a:r>
            <a:r>
              <a:rPr lang="ru-RU" altLang="en-US" sz="4200" dirty="0" err="1">
                <a:solidFill>
                  <a:schemeClr val="bg1"/>
                </a:solidFill>
                <a:sym typeface="+mn-ea"/>
              </a:rPr>
              <a:t> </a:t>
            </a:r>
            <a:r>
              <a:rPr lang="en-US" altLang="en-US" sz="4200" dirty="0" err="1">
                <a:solidFill>
                  <a:schemeClr val="bg1"/>
                </a:solidFill>
                <a:sym typeface="+mn-ea"/>
              </a:rPr>
              <a:t>vs. </a:t>
            </a:r>
            <a:r>
              <a:rPr lang="en-US" altLang="en-US" sz="4200" dirty="0" err="1">
                <a:sym typeface="+mn-ea"/>
              </a:rPr>
              <a:t>Emotion</a:t>
            </a:r>
            <a:endParaRPr lang="en-US" altLang="en-US" sz="4200" dirty="0" err="1">
              <a:solidFill>
                <a:schemeClr val="bg1"/>
              </a:solidFill>
              <a:ea typeface="Microsoft YaHei" panose="020B0503020204020204" charset="-122"/>
              <a:sym typeface="+mn-ea"/>
            </a:endParaRPr>
          </a:p>
        </p:txBody>
      </p:sp>
      <p:sp>
        <p:nvSpPr>
          <p:cNvPr id="52226" name="Text Box 52225"/>
          <p:cNvSpPr txBox="1"/>
          <p:nvPr/>
        </p:nvSpPr>
        <p:spPr>
          <a:xfrm>
            <a:off x="526415" y="1430655"/>
            <a:ext cx="8033385" cy="4419600"/>
          </a:xfrm>
          <a:prstGeom prst="rect">
            <a:avLst/>
          </a:prstGeom>
          <a:noFill/>
          <a:ln w="9525">
            <a:noFill/>
          </a:ln>
        </p:spPr>
        <p:txBody>
          <a:bodyPr wrap="square" lIns="91440" tIns="45720" rIns="91440" bIns="45720" anchor="t" anchorCtr="0"/>
          <a:p>
            <a:pP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000" dirty="0" err="1">
                <a:solidFill>
                  <a:schemeClr val="tx1"/>
                </a:solidFill>
                <a:ea typeface="Microsoft YaHei" panose="020B0503020204020204" charset="-122"/>
              </a:rPr>
              <a:t>Emotion пропонує два API, що дає більше гнучкості. Emotion вважається </a:t>
            </a:r>
            <a:r>
              <a:rPr lang="uk-UA" altLang="en-US" sz="2000" dirty="0" err="1">
                <a:solidFill>
                  <a:schemeClr val="tx1"/>
                </a:solidFill>
                <a:ea typeface="Microsoft YaHei" panose="020B0503020204020204" charset="-122"/>
              </a:rPr>
              <a:t>більш легким</a:t>
            </a:r>
            <a:r>
              <a:rPr lang="en-US" altLang="en-US" sz="2000" dirty="0" err="1">
                <a:solidFill>
                  <a:schemeClr val="tx1"/>
                </a:solidFill>
                <a:ea typeface="Microsoft YaHei" panose="020B0503020204020204" charset="-122"/>
              </a:rPr>
              <a:t> і продуктивнішим за рахунок оптимізованого рендерингу, особливо при серверному рендерингу, але styled-components має більш інтуїтивний синтаксис. Emotion найкраще підходить для складних проектів завдяки меншому розміру бандла та додатковим інструментам.</a:t>
            </a:r>
            <a:endParaRPr lang="en-US" altLang="en-US" sz="2000" dirty="0" err="1">
              <a:solidFill>
                <a:schemeClr val="tx1"/>
              </a:solidFill>
              <a:ea typeface="Microsoft YaHei" panose="020B0503020204020204" charset="-122"/>
            </a:endParaRPr>
          </a:p>
          <a:p>
            <a:pP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000" dirty="0" err="1">
                <a:solidFill>
                  <a:schemeClr val="tx1"/>
                </a:solidFill>
                <a:ea typeface="Microsoft YaHei" panose="020B0503020204020204" charset="-122"/>
              </a:rPr>
              <a:t>Styled-components виграє у простоті освоєння та читання, особливо для команд, які віддають перевагу єдиному синтаксису, близькому до CSS. Emotion потребує звикання до об'єктного підходу. Emotion мінімізує накладні витрати. Для невеликих проектів або швидкого прототипування styled-components зручніше, а для великих додатків з упором на оптимізацію та серверний рендеринг краще Emotion.</a:t>
            </a:r>
            <a:endParaRPr lang="en-US" altLang="en-US" sz="2000" dirty="0" err="1">
              <a:solidFill>
                <a:schemeClr val="tx1"/>
              </a:solidFill>
              <a:ea typeface="Microsoft YaHei" panose="020B0503020204020204" charset="-122"/>
            </a:endParaRPr>
          </a:p>
        </p:txBody>
      </p:sp>
    </p:spTree>
  </p:cSld>
  <p:clrMapOvr>
    <a:masterClrMapping/>
  </p:clrMapOvr>
  <p:transition spd="med"/>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Text Box 5222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4200" dirty="0" err="1">
                <a:solidFill>
                  <a:schemeClr val="bg1"/>
                </a:solidFill>
                <a:sym typeface="+mn-ea"/>
              </a:rPr>
              <a:t>clsx</a:t>
            </a:r>
            <a:endParaRPr lang="en-US" altLang="en-US" sz="4200" dirty="0" err="1">
              <a:solidFill>
                <a:schemeClr val="bg1"/>
              </a:solidFill>
              <a:ea typeface="Microsoft YaHei" panose="020B0503020204020204" charset="-122"/>
              <a:sym typeface="+mn-ea"/>
            </a:endParaRPr>
          </a:p>
        </p:txBody>
      </p:sp>
      <p:sp>
        <p:nvSpPr>
          <p:cNvPr id="52226" name="Text Box 52225"/>
          <p:cNvSpPr txBox="1"/>
          <p:nvPr/>
        </p:nvSpPr>
        <p:spPr>
          <a:xfrm>
            <a:off x="526415" y="1430655"/>
            <a:ext cx="8033385" cy="4419600"/>
          </a:xfrm>
          <a:prstGeom prst="rect">
            <a:avLst/>
          </a:prstGeom>
          <a:noFill/>
          <a:ln w="9525">
            <a:noFill/>
          </a:ln>
        </p:spPr>
        <p:txBody>
          <a:bodyPr wrap="square" lIns="91440" tIns="45720" rIns="91440" bIns="45720" anchor="t" anchorCtr="0"/>
          <a:p>
            <a:pP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100" b="1" dirty="0" err="1">
                <a:solidFill>
                  <a:schemeClr val="tx1"/>
                </a:solidFill>
                <a:ea typeface="Microsoft YaHei" panose="020B0503020204020204" charset="-122"/>
              </a:rPr>
              <a:t>clsx </a:t>
            </a:r>
            <a:r>
              <a:rPr lang="en-US" altLang="en-US" sz="2100" dirty="0" err="1">
                <a:solidFill>
                  <a:schemeClr val="tx1"/>
                </a:solidFill>
                <a:ea typeface="Microsoft YaHei" panose="020B0503020204020204" charset="-122"/>
              </a:rPr>
              <a:t>- це </a:t>
            </a:r>
            <a:r>
              <a:rPr lang="uk-UA" altLang="en-US" sz="2100" dirty="0" err="1">
                <a:solidFill>
                  <a:schemeClr val="tx1"/>
                </a:solidFill>
                <a:ea typeface="Microsoft YaHei" panose="020B0503020204020204" charset="-122"/>
              </a:rPr>
              <a:t>маленька </a:t>
            </a:r>
            <a:r>
              <a:rPr lang="en-US" altLang="en-US" sz="2100" dirty="0" err="1">
                <a:solidFill>
                  <a:schemeClr val="tx1"/>
                </a:solidFill>
                <a:ea typeface="Microsoft YaHei" panose="020B0503020204020204" charset="-122"/>
              </a:rPr>
              <a:t>утиліта для React, призначена для умовної генерації рядків класів JavaScript. Вона не є бібліотекою стилізації, як CSS-in-JS, а спрощує керування CSS-класами, особливо у поєднанні з CSS-модулями, Tailwind CSS або звичайним CSS. clsx приймає рядки, об'єкти або масиви та об'єднує їх в один рядок класів, що робить код компактним та чита</a:t>
            </a:r>
            <a:r>
              <a:rPr lang="uk-UA" altLang="en-US" sz="2100" dirty="0" err="1">
                <a:solidFill>
                  <a:schemeClr val="tx1"/>
                </a:solidFill>
                <a:ea typeface="Microsoft YaHei" panose="020B0503020204020204" charset="-122"/>
              </a:rPr>
              <a:t>бельним</a:t>
            </a:r>
            <a:r>
              <a:rPr lang="en-US" altLang="en-US" sz="2100" dirty="0" err="1">
                <a:solidFill>
                  <a:schemeClr val="tx1"/>
                </a:solidFill>
                <a:ea typeface="Microsoft YaHei" panose="020B0503020204020204" charset="-122"/>
              </a:rPr>
              <a:t>. Наприклад, можна умовно застосовувати клас active на основі пропсу isActive. На відміну від глобального CSS, де керування класами вимагає ручного конкатенування рядків, clsx автоматизує цей процес, знижуючи ймовірність помилок. Вона ідеально підходить для проектів, де стилі вже визначені CSS/SCSS або Tailwind, але потрібна динамічна логіка.</a:t>
            </a:r>
            <a:endParaRPr lang="en-US" altLang="en-US" sz="2100" dirty="0" err="1">
              <a:solidFill>
                <a:schemeClr val="tx1"/>
              </a:solidFill>
              <a:ea typeface="Microsoft YaHei" panose="020B0503020204020204" charset="-122"/>
            </a:endParaRPr>
          </a:p>
        </p:txBody>
      </p:sp>
    </p:spTree>
  </p:cSld>
  <p:clrMapOvr>
    <a:masterClrMapping/>
  </p:clrMapOvr>
  <p:transition spd="med"/>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Text Box 5222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ru-RU" sz="4200" dirty="0" err="1">
                <a:solidFill>
                  <a:schemeClr val="bg1"/>
                </a:solidFill>
                <a:sym typeface="+mn-ea"/>
              </a:rPr>
              <a:t>clsx</a:t>
            </a:r>
            <a:r>
              <a:rPr lang="ru-RU" altLang="en-US" sz="4200" dirty="0" err="1">
                <a:solidFill>
                  <a:schemeClr val="bg1"/>
                </a:solidFill>
                <a:sym typeface="+mn-ea"/>
              </a:rPr>
              <a:t> </a:t>
            </a:r>
            <a:r>
              <a:rPr lang="en-US" altLang="en-US" sz="4200" dirty="0" err="1">
                <a:solidFill>
                  <a:schemeClr val="bg1"/>
                </a:solidFill>
                <a:sym typeface="+mn-ea"/>
              </a:rPr>
              <a:t>vs. Tailwind</a:t>
            </a:r>
            <a:endParaRPr lang="en-US" altLang="en-US" sz="4200" dirty="0" err="1">
              <a:solidFill>
                <a:schemeClr val="bg1"/>
              </a:solidFill>
              <a:ea typeface="Microsoft YaHei" panose="020B0503020204020204" charset="-122"/>
              <a:sym typeface="+mn-ea"/>
            </a:endParaRPr>
          </a:p>
        </p:txBody>
      </p:sp>
      <p:sp>
        <p:nvSpPr>
          <p:cNvPr id="52226" name="Text Box 52225"/>
          <p:cNvSpPr txBox="1"/>
          <p:nvPr/>
        </p:nvSpPr>
        <p:spPr>
          <a:xfrm>
            <a:off x="526415" y="1430655"/>
            <a:ext cx="8033385" cy="4419600"/>
          </a:xfrm>
          <a:prstGeom prst="rect">
            <a:avLst/>
          </a:prstGeom>
          <a:noFill/>
          <a:ln w="9525">
            <a:noFill/>
          </a:ln>
        </p:spPr>
        <p:txBody>
          <a:bodyPr wrap="square" lIns="91440" tIns="45720" rIns="91440" bIns="45720" anchor="t" anchorCtr="0"/>
          <a:p>
            <a:pP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100" dirty="0" err="1">
                <a:solidFill>
                  <a:schemeClr val="tx1"/>
                </a:solidFill>
                <a:ea typeface="Microsoft YaHei" panose="020B0503020204020204" charset="-122"/>
              </a:rPr>
              <a:t>clsx не конкурує безпосередньо з Tailwind, а доповнює його, спрощуючи керування довгими списками утилітарних класів. Tailwind пропонує готові класи (наприклад, bg-blue-500), але їх умовне застосування в JSX може бути громіздким</a:t>
            </a:r>
            <a:r>
              <a:rPr lang="uk-UA" altLang="en-US" sz="2100" dirty="0" err="1">
                <a:solidFill>
                  <a:schemeClr val="tx1"/>
                </a:solidFill>
                <a:ea typeface="Microsoft YaHei" panose="020B0503020204020204" charset="-122"/>
              </a:rPr>
              <a:t>                </a:t>
            </a:r>
            <a:r>
              <a:rPr lang="en-US" altLang="en-US" sz="2100" dirty="0" err="1">
                <a:solidFill>
                  <a:schemeClr val="tx1"/>
                </a:solidFill>
                <a:ea typeface="Microsoft YaHei" panose="020B0503020204020204" charset="-122"/>
              </a:rPr>
              <a:t> без інструментів типу clsx. Наприклад, clsx дозволяє лаконічно комбінувати класи на кшталт { isActive: 'bg-blue-500' }, роблячи код чистішим. У порівнянні з CSS-in-JS (наприклад, styled-components), clsx легше (менше 1 КБ) і не додає runtime, </a:t>
            </a:r>
            <a:r>
              <a:rPr lang="uk-UA" altLang="en-US" sz="2100" dirty="0" err="1">
                <a:solidFill>
                  <a:schemeClr val="tx1"/>
                </a:solidFill>
                <a:ea typeface="Microsoft YaHei" panose="020B0503020204020204" charset="-122"/>
              </a:rPr>
              <a:t>    </a:t>
            </a:r>
            <a:r>
              <a:rPr lang="en-US" altLang="en-US" sz="2100" dirty="0" err="1">
                <a:solidFill>
                  <a:schemeClr val="tx1"/>
                </a:solidFill>
                <a:ea typeface="Microsoft YaHei" panose="020B0503020204020204" charset="-122"/>
              </a:rPr>
              <a:t>але не надає ізоляції стилів або динамічної стилізації через JavaScript. Вибір залежить від завдання: Tailwind з clsx – </a:t>
            </a:r>
            <a:r>
              <a:rPr lang="uk-UA" altLang="en-US" sz="2100" dirty="0" err="1">
                <a:solidFill>
                  <a:schemeClr val="tx1"/>
                </a:solidFill>
                <a:ea typeface="Microsoft YaHei" panose="020B0503020204020204" charset="-122"/>
              </a:rPr>
              <a:t>     </a:t>
            </a:r>
            <a:r>
              <a:rPr lang="en-US" altLang="en-US" sz="2100" dirty="0" err="1">
                <a:solidFill>
                  <a:schemeClr val="tx1"/>
                </a:solidFill>
                <a:ea typeface="Microsoft YaHei" panose="020B0503020204020204" charset="-122"/>
              </a:rPr>
              <a:t>для швидкої розробки з утилітами, CSS-in-JS – </a:t>
            </a:r>
            <a:r>
              <a:rPr lang="uk-UA" altLang="en-US" sz="2100" dirty="0" err="1">
                <a:solidFill>
                  <a:schemeClr val="tx1"/>
                </a:solidFill>
                <a:ea typeface="Microsoft YaHei" panose="020B0503020204020204" charset="-122"/>
              </a:rPr>
              <a:t>                    </a:t>
            </a:r>
            <a:r>
              <a:rPr lang="en-US" altLang="en-US" sz="2100" dirty="0" err="1">
                <a:solidFill>
                  <a:schemeClr val="tx1"/>
                </a:solidFill>
                <a:ea typeface="Microsoft YaHei" panose="020B0503020204020204" charset="-122"/>
              </a:rPr>
              <a:t>для ізольованих компонентів з динамікою.</a:t>
            </a:r>
            <a:endParaRPr lang="en-US" altLang="en-US" sz="2100" dirty="0" err="1">
              <a:solidFill>
                <a:schemeClr val="tx1"/>
              </a:solidFill>
              <a:ea typeface="Microsoft YaHei" panose="020B0503020204020204" charset="-122"/>
            </a:endParaRPr>
          </a:p>
          <a:p>
            <a:pPr algn="ct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100" b="1" dirty="0" err="1">
                <a:solidFill>
                  <a:schemeClr val="tx1"/>
                </a:solidFill>
                <a:ea typeface="Microsoft YaHei" panose="020B0503020204020204" charset="-122"/>
              </a:rPr>
              <a:t>npm install clsx</a:t>
            </a:r>
            <a:endParaRPr lang="en-US" altLang="en-US" sz="2100" b="1" dirty="0" err="1">
              <a:solidFill>
                <a:schemeClr val="tx1"/>
              </a:solidFill>
              <a:ea typeface="Microsoft YaHei" panose="020B0503020204020204" charset="-122"/>
            </a:endParaRPr>
          </a:p>
        </p:txBody>
      </p:sp>
      <p:sp>
        <p:nvSpPr>
          <p:cNvPr id="2" name="Text Box 1"/>
          <p:cNvSpPr txBox="1"/>
          <p:nvPr/>
        </p:nvSpPr>
        <p:spPr>
          <a:xfrm>
            <a:off x="32385" y="6395720"/>
            <a:ext cx="9057640" cy="368300"/>
          </a:xfrm>
          <a:prstGeom prst="rect">
            <a:avLst/>
          </a:prstGeom>
          <a:noFill/>
        </p:spPr>
        <p:txBody>
          <a:bodyPr wrap="square" rtlCol="0" anchor="t">
            <a:spAutoFit/>
          </a:bodyPr>
          <a:p>
            <a:pPr algn="ctr"/>
            <a:r>
              <a:rPr lang="en-US" altLang="en-US" b="1">
                <a:solidFill>
                  <a:srgbClr val="0070C0"/>
                </a:solidFill>
                <a:hlinkClick r:id="rId1" action="ppaction://hlinkfile"/>
              </a:rPr>
              <a:t>https://gist.github.com/sunmeat/7e0a3a8904ce357cd3563a262e8e0d3b</a:t>
            </a:r>
            <a:endParaRPr lang="en-US" altLang="en-US" b="1">
              <a:solidFill>
                <a:srgbClr val="0070C0"/>
              </a:solidFill>
            </a:endParaRPr>
          </a:p>
        </p:txBody>
      </p:sp>
    </p:spTree>
  </p:cSld>
  <p:clrMapOvr>
    <a:masterClrMapping/>
  </p:clrMapOvr>
  <p:transition spd="med"/>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97282" name="Text Box 3686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Font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ru-RU" altLang="x-none" sz="4200" dirty="0" err="1">
                <a:solidFill>
                  <a:srgbClr val="FFFFFF"/>
                </a:solidFill>
                <a:latin typeface="Arial" panose="020B0604020202020204" pitchFamily="34" charset="0"/>
              </a:rPr>
              <a:t>Практика</a:t>
            </a:r>
            <a:endParaRPr lang="ru-RU" altLang="x-none" sz="4200" dirty="0" err="1">
              <a:solidFill>
                <a:srgbClr val="FFFFFF"/>
              </a:solidFill>
              <a:latin typeface="Arial" panose="020B0604020202020204" pitchFamily="34" charset="0"/>
            </a:endParaRPr>
          </a:p>
        </p:txBody>
      </p:sp>
      <p:sp>
        <p:nvSpPr>
          <p:cNvPr id="97283" name="Text Box 36865"/>
          <p:cNvSpPr txBox="1"/>
          <p:nvPr/>
        </p:nvSpPr>
        <p:spPr>
          <a:xfrm>
            <a:off x="534988" y="1412875"/>
            <a:ext cx="7924800" cy="4419600"/>
          </a:xfrm>
          <a:prstGeom prst="rect">
            <a:avLst/>
          </a:prstGeom>
          <a:noFill/>
          <a:ln w="9525">
            <a:noFill/>
          </a:ln>
        </p:spPr>
        <p:txBody>
          <a:bodyPr wrap="square" lIns="91440" tIns="45720" rIns="91440" bIns="45720" anchor="t" anchorCtr="0"/>
          <a:p>
            <a:pPr algn="ctr" defTabSz="457200">
              <a:spcBef>
                <a:spcPts val="625"/>
              </a:spcBef>
              <a:buClr>
                <a:srgbClr val="996666"/>
              </a:buClr>
              <a:buSzPct val="80000"/>
              <a:buFont typeface="Wingdings" panose="05000000000000000000" pitchFamily="2" charset="2"/>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pPr>
            <a:endParaRPr lang="en-US" altLang="en-US" sz="2500" b="1" dirty="0" err="1">
              <a:solidFill>
                <a:srgbClr val="0070C0"/>
              </a:solidFill>
              <a:latin typeface="Arial" panose="020B0604020202020204" pitchFamily="34" charset="0"/>
            </a:endParaRPr>
          </a:p>
          <a:p>
            <a:pPr algn="ctr" defTabSz="457200">
              <a:spcBef>
                <a:spcPts val="625"/>
              </a:spcBef>
              <a:buClr>
                <a:srgbClr val="996666"/>
              </a:buClr>
              <a:buSzPct val="80000"/>
              <a:buFont typeface="Wingdings" panose="05000000000000000000" pitchFamily="2" charset="2"/>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pPr>
            <a:endParaRPr lang="en-US" altLang="en-US" sz="2500" b="1" dirty="0" err="1">
              <a:solidFill>
                <a:srgbClr val="0070C0"/>
              </a:solidFill>
              <a:latin typeface="Arial" panose="020B0604020202020204" pitchFamily="34" charset="0"/>
            </a:endParaRPr>
          </a:p>
          <a:p>
            <a:pPr algn="ctr" defTabSz="457200">
              <a:spcBef>
                <a:spcPts val="625"/>
              </a:spcBef>
              <a:buClr>
                <a:srgbClr val="996666"/>
              </a:buClr>
              <a:buSzPct val="80000"/>
              <a:buFont typeface="Wingdings" panose="05000000000000000000" pitchFamily="2" charset="2"/>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pPr>
            <a:endParaRPr lang="en-US" altLang="en-US" sz="2500" b="1" dirty="0" err="1">
              <a:solidFill>
                <a:srgbClr val="0070C0"/>
              </a:solidFill>
              <a:latin typeface="Arial" panose="020B0604020202020204" pitchFamily="34" charset="0"/>
            </a:endParaRPr>
          </a:p>
          <a:p>
            <a:pPr algn="ctr" defTabSz="457200">
              <a:spcBef>
                <a:spcPts val="625"/>
              </a:spcBef>
              <a:buClr>
                <a:srgbClr val="996666"/>
              </a:buClr>
              <a:buSzPct val="80000"/>
              <a:buFont typeface="Wingdings" panose="05000000000000000000" pitchFamily="2" charset="2"/>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pPr>
            <a:r>
              <a:rPr lang="en-US" altLang="en-US" sz="2500" b="1" dirty="0" err="1">
                <a:solidFill>
                  <a:srgbClr val="0070C0"/>
                </a:solidFill>
                <a:latin typeface="Arial" panose="020B0604020202020204" pitchFamily="34" charset="0"/>
                <a:hlinkClick r:id="rId1" action="ppaction://hlinkfile"/>
              </a:rPr>
              <a:t>https://materials.itstep.org/content/3c6b4c43-7d52-4236-979f-4a47a97f03f9/uk</a:t>
            </a:r>
            <a:endParaRPr lang="en-US" altLang="en-US" sz="2500" b="1" dirty="0" err="1">
              <a:solidFill>
                <a:srgbClr val="0070C0"/>
              </a:solidFill>
              <a:latin typeface="Arial" panose="020B0604020202020204" pitchFamily="34" charset="0"/>
            </a:endParaRP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99330" name="Text Box 37888"/>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Font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4200" dirty="0" err="1">
                <a:solidFill>
                  <a:srgbClr val="FFFFFF"/>
                </a:solidFill>
                <a:latin typeface="Arial" panose="020B0604020202020204" pitchFamily="34" charset="0"/>
              </a:rPr>
              <a:t>ДЗ</a:t>
            </a:r>
            <a:endParaRPr lang="uk-UA" altLang="ru-RU" sz="4200" dirty="0" err="1">
              <a:solidFill>
                <a:srgbClr val="FFFFFF"/>
              </a:solidFill>
              <a:latin typeface="Arial" panose="020B0604020202020204" pitchFamily="34" charset="0"/>
            </a:endParaRPr>
          </a:p>
        </p:txBody>
      </p:sp>
      <p:sp>
        <p:nvSpPr>
          <p:cNvPr id="99331" name="Text Box 37889"/>
          <p:cNvSpPr txBox="1"/>
          <p:nvPr/>
        </p:nvSpPr>
        <p:spPr>
          <a:xfrm>
            <a:off x="534988" y="1412875"/>
            <a:ext cx="7924800" cy="4419600"/>
          </a:xfrm>
          <a:prstGeom prst="rect">
            <a:avLst/>
          </a:prstGeom>
          <a:noFill/>
          <a:ln w="9525">
            <a:noFill/>
          </a:ln>
        </p:spPr>
        <p:txBody>
          <a:bodyPr wrap="square" lIns="91440" tIns="45720" rIns="91440" bIns="45720" anchor="t" anchorCtr="0"/>
          <a:p>
            <a:pPr algn="ctr" defTabSz="457200">
              <a:spcBef>
                <a:spcPts val="625"/>
              </a:spcBef>
              <a:buClr>
                <a:srgbClr val="996666"/>
              </a:buClr>
              <a:buSzPct val="80000"/>
              <a:buFont typeface="Wingdings" panose="05000000000000000000" pitchFamily="2" charset="2"/>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pPr>
            <a:endParaRPr lang="en-US" altLang="en-US" sz="3500" b="1" dirty="0" err="1">
              <a:solidFill>
                <a:srgbClr val="0070C0"/>
              </a:solidFill>
              <a:latin typeface="Arial" panose="020B0604020202020204" pitchFamily="34" charset="0"/>
            </a:endParaRPr>
          </a:p>
          <a:p>
            <a:pPr algn="ctr" defTabSz="457200">
              <a:spcBef>
                <a:spcPts val="625"/>
              </a:spcBef>
              <a:buClr>
                <a:srgbClr val="996666"/>
              </a:buClr>
              <a:buSzPct val="80000"/>
              <a:buFont typeface="Wingdings" panose="05000000000000000000" pitchFamily="2" charset="2"/>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pPr>
            <a:endParaRPr lang="en-US" altLang="en-US" sz="3500" b="1" dirty="0" err="1">
              <a:solidFill>
                <a:srgbClr val="0070C0"/>
              </a:solidFill>
              <a:latin typeface="Arial" panose="020B0604020202020204" pitchFamily="34" charset="0"/>
            </a:endParaRPr>
          </a:p>
          <a:p>
            <a:pPr algn="ctr" defTabSz="457200">
              <a:spcBef>
                <a:spcPts val="625"/>
              </a:spcBef>
              <a:buClr>
                <a:srgbClr val="996666"/>
              </a:buClr>
              <a:buSzPct val="80000"/>
              <a:buFont typeface="Wingdings" panose="05000000000000000000" pitchFamily="2" charset="2"/>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pPr>
            <a:r>
              <a:rPr lang="en-US" altLang="en-US" sz="3500" b="1" dirty="0" err="1">
                <a:solidFill>
                  <a:srgbClr val="0070C0"/>
                </a:solidFill>
                <a:latin typeface="Arial" panose="020B0604020202020204" pitchFamily="34" charset="0"/>
                <a:hlinkClick r:id="rId1" action="ppaction://hlinkfile"/>
              </a:rPr>
              <a:t>https://materials.itstep.org/content/bc0d6bf0-445f-42a6-a404-027a3a31ec91/uk</a:t>
            </a:r>
            <a:endParaRPr lang="ru-RU" altLang="en-US" sz="3500" b="1" dirty="0" err="1">
              <a:solidFill>
                <a:srgbClr val="0070C0"/>
              </a:solidFill>
              <a:latin typeface="Arial" panose="020B0604020202020204" pitchFamily="34" charset="0"/>
            </a:endParaRPr>
          </a:p>
        </p:txBody>
      </p:sp>
    </p:spTree>
  </p:cSld>
  <p:clrMapOvr>
    <a:masterClrMapping/>
  </p:clrMapOvr>
  <p:transition spd="med"/>
</p:sld>
</file>

<file path=ppt/theme/theme1.xml><?xml version="1.0" encoding="utf-8"?>
<a:theme xmlns:a="http://schemas.openxmlformats.org/drawingml/2006/mai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
        <a:dk1>
          <a:srgbClr val="FFFFFF"/>
        </a:dk1>
        <a:lt1>
          <a:srgbClr val="0000FF"/>
        </a:lt1>
        <a:dk2>
          <a:srgbClr val="FFFF00"/>
        </a:dk2>
        <a:lt2>
          <a:srgbClr val="000000"/>
        </a:lt2>
        <a:accent1>
          <a:srgbClr val="FF9900"/>
        </a:accent1>
        <a:accent2>
          <a:srgbClr val="00FFFF"/>
        </a:accent2>
        <a:accent3>
          <a:srgbClr val="AAAAFF"/>
        </a:accent3>
        <a:accent4>
          <a:srgbClr val="DCDCDC"/>
        </a:accent4>
        <a:accent5>
          <a:srgbClr val="FFCAAA"/>
        </a:accent5>
        <a:accent6>
          <a:srgbClr val="00E5E5"/>
        </a:accent6>
        <a:hlink>
          <a:srgbClr val="FF0000"/>
        </a:hlink>
        <a:folHlink>
          <a:srgbClr val="969696"/>
        </a:folHlink>
      </a:clrScheme>
      <a:clrMap bg1="lt1" tx1="dk1" bg2="lt2" tx2="dk2" accent1="accent1" accent2="accent2" accent3="accent3" accent4="accent4" accent5="accent5" accent6="accent6" hlink="hlink" folHlink="folHlink"/>
    </a:extraClrScheme>
    <a:extraClrScheme>
      <a:clrScheme name="">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2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27272"/>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9"/>
        </a:accent5>
        <a:accent6>
          <a:srgbClr val="0000E5"/>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BE5"/>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9E5B7"/>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
        <a:dk1>
          <a:srgbClr val="FFFFFF"/>
        </a:dk1>
        <a:lt1>
          <a:srgbClr val="0000FF"/>
        </a:lt1>
        <a:dk2>
          <a:srgbClr val="FFFF00"/>
        </a:dk2>
        <a:lt2>
          <a:srgbClr val="000000"/>
        </a:lt2>
        <a:accent1>
          <a:srgbClr val="FF9900"/>
        </a:accent1>
        <a:accent2>
          <a:srgbClr val="00FFFF"/>
        </a:accent2>
        <a:accent3>
          <a:srgbClr val="AAAAFF"/>
        </a:accent3>
        <a:accent4>
          <a:srgbClr val="DCDCDC"/>
        </a:accent4>
        <a:accent5>
          <a:srgbClr val="FFCAAA"/>
        </a:accent5>
        <a:accent6>
          <a:srgbClr val="00E5E5"/>
        </a:accent6>
        <a:hlink>
          <a:srgbClr val="FF0000"/>
        </a:hlink>
        <a:folHlink>
          <a:srgbClr val="969696"/>
        </a:folHlink>
      </a:clrScheme>
      <a:clrMap bg1="lt1" tx1="dk1" bg2="lt2" tx2="dk2" accent1="accent1" accent2="accent2" accent3="accent3" accent4="accent4" accent5="accent5" accent6="accent6" hlink="hlink" folHlink="folHlink"/>
    </a:extraClrScheme>
    <a:extraClrScheme>
      <a:clrScheme name="">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2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27272"/>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9"/>
        </a:accent5>
        <a:accent6>
          <a:srgbClr val="0000E5"/>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BE5"/>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9E5B7"/>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Документ" ma:contentTypeID="0x010100CB973167729B9844A7328B341F515C98" ma:contentTypeVersion="12" ma:contentTypeDescription="Создание документа." ma:contentTypeScope="" ma:versionID="d6ee7b10c34e512e5b0e393e1ebaa933">
  <xsd:schema xmlns:xsd="http://www.w3.org/2001/XMLSchema" xmlns:xs="http://www.w3.org/2001/XMLSchema" xmlns:p="http://schemas.microsoft.com/office/2006/metadata/properties" xmlns:ns2="d6ce6581-db8d-4dc6-8601-0a8e8076c593" xmlns:ns3="bbbe7e71-a692-48df-be9d-e5dc64190325" targetNamespace="http://schemas.microsoft.com/office/2006/metadata/properties" ma:root="true" ma:fieldsID="0b92462fc06dbb24bfa1325724e44fec" ns2:_="" ns3:_="">
    <xsd:import namespace="d6ce6581-db8d-4dc6-8601-0a8e8076c593"/>
    <xsd:import namespace="bbbe7e71-a692-48df-be9d-e5dc6419032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6ce6581-db8d-4dc6-8601-0a8e8076c5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Теги изображений" ma:readOnly="false" ma:fieldId="{5cf76f15-5ced-4ddc-b409-7134ff3c332f}" ma:taxonomyMulti="true" ma:sspId="168b2bcd-3960-4df8-afb5-1b38f073375d"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bbe7e71-a692-48df-be9d-e5dc64190325"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92df2618-9916-4c02-9aa1-42dcc332f6bf}" ma:internalName="TaxCatchAll" ma:showField="CatchAllData" ma:web="bbbe7e71-a692-48df-be9d-e5dc6419032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bbbe7e71-a692-48df-be9d-e5dc64190325" xsi:nil="true"/>
    <lcf76f155ced4ddcb4097134ff3c332f xmlns="d6ce6581-db8d-4dc6-8601-0a8e8076c59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3A65556-6344-482E-A051-4612997BED37}"/>
</file>

<file path=customXml/itemProps2.xml><?xml version="1.0" encoding="utf-8"?>
<ds:datastoreItem xmlns:ds="http://schemas.openxmlformats.org/officeDocument/2006/customXml" ds:itemID="{6A4B1FE5-6019-4BE3-9530-378E618C7D51}"/>
</file>

<file path=customXml/itemProps3.xml><?xml version="1.0" encoding="utf-8"?>
<ds:datastoreItem xmlns:ds="http://schemas.openxmlformats.org/officeDocument/2006/customXml" ds:itemID="{048170D7-C7BC-49A6-BD29-A1CFC6CF1646}"/>
</file>

<file path=docProps/app.xml><?xml version="1.0" encoding="utf-8"?>
<Properties xmlns="http://schemas.openxmlformats.org/officeDocument/2006/extended-properties" xmlns:vt="http://schemas.openxmlformats.org/officeDocument/2006/docPropsVTypes">
  <TotalTime>0</TotalTime>
  <Words>12751</Words>
  <Application>WPS Presentation</Application>
  <PresentationFormat/>
  <Paragraphs>212</Paragraphs>
  <Slides>26</Slides>
  <Notes>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26</vt:i4>
      </vt:variant>
    </vt:vector>
  </HeadingPairs>
  <TitlesOfParts>
    <vt:vector size="36" baseType="lpstr">
      <vt:lpstr>Arial</vt:lpstr>
      <vt:lpstr>SimSun</vt:lpstr>
      <vt:lpstr>Wingdings</vt:lpstr>
      <vt:lpstr>Times New Roman</vt:lpstr>
      <vt:lpstr>Microsoft YaHei</vt:lpstr>
      <vt:lpstr>Arial Black</vt:lpstr>
      <vt:lpstr>Arial Unicode MS</vt:lpstr>
      <vt:lpstr>Arial Unicode MS</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Александр Загор�</cp:lastModifiedBy>
  <cp:revision>78</cp:revision>
  <dcterms:created xsi:type="dcterms:W3CDTF">2005-09-22T16:26:00Z</dcterms:created>
  <dcterms:modified xsi:type="dcterms:W3CDTF">2026-06-23T16:51:43Z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88202296253F431A9DC5B73F9C110873_12</vt:lpwstr>
  </property>
  <property fmtid="{D5CDD505-2E9C-101B-9397-08002B2CF9AE}" pid="3" name="KSOProductBuildVer">
    <vt:lpwstr>1033-12.1.0.26880</vt:lpwstr>
  </property>
  <property fmtid="{D5CDD505-2E9C-101B-9397-08002B2CF9AE}" pid="4" name="ContentTypeId">
    <vt:lpwstr>0x010100CB973167729B9844A7328B341F515C98</vt:lpwstr>
  </property>
</Properties>
</file>