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Masters/slideMaster2.xml" ContentType="application/vnd.openxmlformats-officedocument.presentationml.slide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3"/>
  </p:sldMasterIdLst>
  <p:notesMasterIdLst>
    <p:notesMasterId r:id="rId5"/>
  </p:notesMasterIdLst>
  <p:sldIdLst>
    <p:sldId id="256" r:id="rId4"/>
    <p:sldId id="257" r:id="rId6"/>
  </p:sldIdLst>
  <p:sldSz cx="9144000" cy="6858000" type="screen4x3"/>
  <p:notesSz cx="6858000" cy="9144000"/>
  <p:defaultTextStyle>
    <a:defPPr>
      <a:defRPr lang="en-GB"/>
    </a:defPPr>
    <a:lvl1pPr marL="0" lvl="0" indent="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b="0" i="0" u="none" kern="1200" baseline="0">
        <a:solidFill>
          <a:schemeClr val="bg1"/>
        </a:solidFill>
        <a:latin typeface="Arial" panose="020B0604020202020204" pitchFamily="34" charset="0"/>
        <a:ea typeface="Microsoft YaHei" panose="020B0503020204020204" charset="-122"/>
        <a:cs typeface="+mn-cs"/>
      </a:defRPr>
    </a:lvl1pPr>
    <a:lvl2pPr marL="742950" lvl="1" indent="-28575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2pPr>
    <a:lvl3pPr marL="1143000" lvl="2" indent="-22860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3pPr>
    <a:lvl4pPr marL="1600200" lvl="3" indent="-22860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4pPr>
    <a:lvl5pPr marL="2057400" lvl="4" indent="-22860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5pPr>
    <a:lvl6pPr marL="2286000" lvl="5" indent="-22860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6pPr>
    <a:lvl7pPr marL="2743200" lvl="6" indent="-22860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7pPr>
    <a:lvl8pPr marL="3200400" lvl="7" indent="-22860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8pPr>
    <a:lvl9pPr marL="3657600" lvl="8" indent="-22860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82" userDrawn="1">
          <p15:clr>
            <a:srgbClr val="A4A3A4"/>
          </p15:clr>
        </p15:guide>
        <p15:guide id="2" pos="283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howGuides="1">
      <p:cViewPr varScale="1">
        <p:scale>
          <a:sx n="85" d="100"/>
          <a:sy n="85" d="100"/>
        </p:scale>
        <p:origin x="-780" y="-84"/>
      </p:cViewPr>
      <p:guideLst>
        <p:guide orient="horz" pos="2282"/>
        <p:guide pos="2833"/>
      </p:guideLst>
    </p:cSldViewPr>
  </p:slideViewPr>
  <p:outlineViewPr>
    <p:cViewPr varScale="1">
      <p:scale>
        <a:sx n="170" d="200"/>
        <a:sy n="170" d="200"/>
      </p:scale>
      <p:origin x="-780" y="-84"/>
    </p:cViewPr>
  </p:outlineViewPr>
  <p:gridSpacing cx="45005" cy="450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Master" Target="slideMasters/slideMaster2.xml"/><Relationship Id="rId7" Type="http://schemas.openxmlformats.org/officeDocument/2006/relationships/presProps" Target="presProps.xml"/><Relationship Id="rId12" Type="http://schemas.openxmlformats.org/officeDocument/2006/relationships/customXml" Target="../customXml/item3.xml"/><Relationship Id="rId2" Type="http://schemas.openxmlformats.org/officeDocument/2006/relationships/theme" Target="theme/theme1.xml"/><Relationship Id="rId6" Type="http://schemas.openxmlformats.org/officeDocument/2006/relationships/slide" Target="slides/slide2.xml"/><Relationship Id="rId1" Type="http://schemas.openxmlformats.org/officeDocument/2006/relationships/slideMaster" Target="slideMasters/slideMaster1.xml"/><Relationship Id="rId11" Type="http://schemas.openxmlformats.org/officeDocument/2006/relationships/customXml" Target="../customXml/item2.xml"/><Relationship Id="rId5" Type="http://schemas.openxmlformats.org/officeDocument/2006/relationships/notesMaster" Target="notesMasters/notesMaster1.xml"/><Relationship Id="rId10" Type="http://schemas.openxmlformats.org/officeDocument/2006/relationships/customXml" Target="../customXml/item1.xml"/><Relationship Id="rId9" Type="http://schemas.openxmlformats.org/officeDocument/2006/relationships/tableStyles" Target="tableStyles.xml"/><Relationship Id="rId4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098" name="Rounded Rectangle 3072"/>
          <p:cNvSpPr/>
          <p:nvPr/>
        </p:nvSpPr>
        <p:spPr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360">
            <a:noFill/>
          </a:ln>
        </p:spPr>
        <p:txBody>
          <a:bodyPr anchor="t" anchorCtr="0"/>
          <a:p>
            <a:pPr lvl="0"/>
            <a:endParaRPr lang="en-US" altLang="zh-CN"/>
          </a:p>
        </p:txBody>
      </p:sp>
      <p:sp>
        <p:nvSpPr>
          <p:cNvPr id="4099" name="Rounded Rectangle 3073"/>
          <p:cNvSpPr/>
          <p:nvPr/>
        </p:nvSpPr>
        <p:spPr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</a:ln>
        </p:spPr>
        <p:txBody>
          <a:bodyPr anchor="t" anchorCtr="0"/>
          <a:p>
            <a:pPr lvl="0"/>
            <a:endParaRPr lang="en-US" altLang="zh-CN"/>
          </a:p>
        </p:txBody>
      </p:sp>
      <p:sp>
        <p:nvSpPr>
          <p:cNvPr id="4100" name="Text Box 3074"/>
          <p:cNvSpPr txBox="1"/>
          <p:nvPr/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en-US" altLang="zh-CN"/>
          </a:p>
        </p:txBody>
      </p:sp>
      <p:sp>
        <p:nvSpPr>
          <p:cNvPr id="4101" name="Text Box 3075"/>
          <p:cNvSpPr txBox="1"/>
          <p:nvPr/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en-US" altLang="zh-CN"/>
          </a:p>
        </p:txBody>
      </p:sp>
      <p:sp>
        <p:nvSpPr>
          <p:cNvPr id="4102" name="Slide Image Placeholder 3076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68825" cy="3425825"/>
          </a:xfrm>
          <a:prstGeom prst="rect">
            <a:avLst/>
          </a:prstGeom>
          <a:noFill/>
          <a:ln w="9360" cap="sq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4103" name="Text Placeholder 3077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3225" cy="41116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t" anchorCtr="0"/>
          <a:p>
            <a:pPr lvl="0"/>
            <a:endParaRPr lang="en-GB"/>
          </a:p>
        </p:txBody>
      </p:sp>
      <p:sp>
        <p:nvSpPr>
          <p:cNvPr id="4104" name="Text Box 3078"/>
          <p:cNvSpPr txBox="1"/>
          <p:nvPr/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en-US" altLang="zh-CN"/>
          </a:p>
        </p:txBody>
      </p:sp>
      <p:sp>
        <p:nvSpPr>
          <p:cNvPr id="3080" name="Slide Number Placeholder 3079"/>
          <p:cNvSpPr>
            <a:spLocks noGrp="1"/>
          </p:cNvSpPr>
          <p:nvPr>
            <p:ph type="sldNum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 eaLnBrk="1" fontAlgn="base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strike="noStrike" noProof="1" dirty="0" err="1">
                <a:latin typeface="Times New Roman" panose="02020603050405020304" pitchFamily="16" charset="0"/>
                <a:ea typeface="Arial Unicode MS" charset="-122"/>
                <a:cs typeface="+mn-cs"/>
              </a:rPr>
            </a:fld>
            <a:endParaRPr lang="ru-RU" altLang="x-none" sz="1200" strike="noStrike" noProof="1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lvl="0" indent="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1pPr>
    <a:lvl2pPr marL="742950" lvl="1" indent="-28575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2pPr>
    <a:lvl3pPr marL="1143000" lvl="2" indent="-22860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3pPr>
    <a:lvl4pPr marL="1600200" lvl="3" indent="-22860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4pPr>
    <a:lvl5pPr marL="2057400" lvl="4" indent="-22860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5pPr>
    <a:lvl6pPr marL="2286000" lvl="5" indent="-22860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6pPr>
    <a:lvl7pPr marL="2743200" lvl="6" indent="-22860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7pPr>
    <a:lvl8pPr marL="3200400" lvl="7" indent="-22860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8pPr>
    <a:lvl9pPr marL="3657600" lvl="8" indent="-22860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146" name="Slide Number Placeholder 1"/>
          <p:cNvSpPr/>
          <p:nvPr>
            <p:ph type="sldNum" sz="quarter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solidFill>
                  <a:srgbClr val="000000"/>
                </a:solidFill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solidFill>
                <a:srgbClr val="000000"/>
              </a:solidFill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6147" name="Slide Image Placeholder 38912"/>
          <p:cNvSpPr txBox="1"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6148" name="Text Placeholder 38913"/>
          <p:cNvSpPr txBox="1"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194" name="Slide Number Placeholder 1"/>
          <p:cNvSpPr/>
          <p:nvPr>
            <p:ph type="sldNum" sz="quarter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8195" name="Slide Image Placeholder 39936"/>
          <p:cNvSpPr txBox="1"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8196" name="Text Placeholder 39937"/>
          <p:cNvSpPr txBox="1"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en-US" strike="noStrike" noProof="1" smtClean="0"/>
              <a:t>Click to edit Master subtitle style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3881596" cy="4416425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9629" y="1600200"/>
            <a:ext cx="3881596" cy="4416425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1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1" y="2505075"/>
            <a:ext cx="3868340" cy="3684588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en-US" strike="noStrike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47235" y="228600"/>
            <a:ext cx="2083991" cy="5788025"/>
          </a:xfrm>
        </p:spPr>
        <p:txBody>
          <a:bodyPr vert="eaVert"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5263" y="228600"/>
            <a:ext cx="6131160" cy="5788025"/>
          </a:xfrm>
        </p:spPr>
        <p:txBody>
          <a:bodyPr vert="eaVert"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593367"/>
            <a:ext cx="8520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type="sldNum" idx="12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en-US" strike="noStrike" noProof="1" smtClean="0"/>
              <a:t>Click to edit Master subtitle style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3881596" cy="4416425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9629" y="1600200"/>
            <a:ext cx="3881596" cy="4416425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1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1" y="2505075"/>
            <a:ext cx="3868340" cy="3684588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en-US" strike="noStrike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47235" y="228600"/>
            <a:ext cx="2083991" cy="5788025"/>
          </a:xfrm>
        </p:spPr>
        <p:txBody>
          <a:bodyPr vert="eaVert"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5263" y="228600"/>
            <a:ext cx="6131160" cy="5788025"/>
          </a:xfrm>
        </p:spPr>
        <p:txBody>
          <a:bodyPr vert="eaVert"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1026" name="Group 1024"/>
          <p:cNvGrpSpPr/>
          <p:nvPr/>
        </p:nvGrpSpPr>
        <p:grpSpPr>
          <a:xfrm>
            <a:off x="0" y="152400"/>
            <a:ext cx="8683625" cy="6092825"/>
            <a:chOff x="0" y="96"/>
            <a:chExt cx="5470" cy="3838"/>
          </a:xfrm>
        </p:grpSpPr>
        <p:sp>
          <p:nvSpPr>
            <p:cNvPr id="1027" name="Rounded Rectangle 1025"/>
            <p:cNvSpPr/>
            <p:nvPr/>
          </p:nvSpPr>
          <p:spPr>
            <a:xfrm>
              <a:off x="240" y="336"/>
              <a:ext cx="5230" cy="3598"/>
            </a:xfrm>
            <a:prstGeom prst="roundRect">
              <a:avLst>
                <a:gd name="adj" fmla="val 13727"/>
              </a:avLst>
            </a:prstGeom>
            <a:noFill/>
            <a:ln w="50760" cap="sq" cmpd="sng">
              <a:solidFill>
                <a:srgbClr val="669999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p>
              <a:pPr lvl="0"/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1028" name="Freeform 1026"/>
            <p:cNvSpPr/>
            <p:nvPr/>
          </p:nvSpPr>
          <p:spPr>
            <a:xfrm>
              <a:off x="0" y="96"/>
              <a:ext cx="5374" cy="76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2"/>
                </a:cxn>
                <a:cxn ang="0">
                  <a:pos x="0" y="2"/>
                </a:cxn>
              </a:cxnLst>
              <a:pathLst>
                <a:path w="7000" h="1000">
                  <a:moveTo>
                    <a:pt x="0" y="0"/>
                  </a:moveTo>
                  <a:lnTo>
                    <a:pt x="6499" y="0"/>
                  </a:lnTo>
                  <a:cubicBezTo>
                    <a:pt x="6776" y="0"/>
                    <a:pt x="7000" y="223"/>
                    <a:pt x="7000" y="500"/>
                  </a:cubicBezTo>
                  <a:cubicBezTo>
                    <a:pt x="7000" y="776"/>
                    <a:pt x="6776" y="999"/>
                    <a:pt x="6500" y="1000"/>
                  </a:cubicBezTo>
                  <a:lnTo>
                    <a:pt x="0" y="1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666CC"/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29" name="Straight Connector 1027"/>
            <p:cNvSpPr/>
            <p:nvPr/>
          </p:nvSpPr>
          <p:spPr>
            <a:xfrm>
              <a:off x="0" y="768"/>
              <a:ext cx="5086" cy="0"/>
            </a:xfrm>
            <a:prstGeom prst="line">
              <a:avLst/>
            </a:prstGeom>
            <a:ln w="38160" cap="sq" cmpd="sng">
              <a:solidFill>
                <a:srgbClr val="FFFFFF"/>
              </a:solidFill>
              <a:prstDash val="solid"/>
              <a:miter/>
              <a:headEnd type="none" w="med" len="med"/>
              <a:tailEnd type="none" w="med" len="med"/>
            </a:ln>
          </p:spPr>
        </p:sp>
      </p:grpSp>
      <p:sp>
        <p:nvSpPr>
          <p:cNvPr id="1030" name="Title 1028"/>
          <p:cNvSpPr>
            <a:spLocks noGrp="1"/>
          </p:cNvSpPr>
          <p:nvPr>
            <p:ph type="title"/>
          </p:nvPr>
        </p:nvSpPr>
        <p:spPr>
          <a:xfrm>
            <a:off x="195263" y="228600"/>
            <a:ext cx="8012112" cy="9112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ctr" anchorCtr="0"/>
          <a:p>
            <a:pPr lvl="0"/>
            <a:r>
              <a:rPr lang="en-GB" dirty="0"/>
              <a:t>Для правки текста заголовка щелкните мышью</a:t>
            </a:r>
            <a:endParaRPr lang="en-GB" dirty="0"/>
          </a:p>
        </p:txBody>
      </p:sp>
      <p:sp>
        <p:nvSpPr>
          <p:cNvPr id="1031" name="Text Placeholder 1029"/>
          <p:cNvSpPr>
            <a:spLocks noGrp="1"/>
          </p:cNvSpPr>
          <p:nvPr>
            <p:ph type="body"/>
          </p:nvPr>
        </p:nvSpPr>
        <p:spPr>
          <a:xfrm>
            <a:off x="609600" y="1600200"/>
            <a:ext cx="7921625" cy="44164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t" anchorCtr="0"/>
          <a:p>
            <a:pPr lvl="0"/>
            <a:r>
              <a:rPr lang="en-GB" dirty="0"/>
              <a:t>Для правки структуры щелкните мышью</a:t>
            </a:r>
            <a:endParaRPr lang="en-GB" dirty="0"/>
          </a:p>
          <a:p>
            <a:pPr lvl="1"/>
            <a:r>
              <a:rPr lang="en-GB" dirty="0"/>
              <a:t>Второй уровень структуры</a:t>
            </a:r>
            <a:endParaRPr lang="en-GB" dirty="0"/>
          </a:p>
          <a:p>
            <a:pPr lvl="2"/>
            <a:r>
              <a:rPr lang="en-GB" dirty="0"/>
              <a:t>Третий уровень структуры</a:t>
            </a:r>
            <a:endParaRPr lang="en-GB" dirty="0"/>
          </a:p>
          <a:p>
            <a:pPr lvl="3"/>
            <a:r>
              <a:rPr lang="en-GB" dirty="0"/>
              <a:t>Четвёртый уровень структуры</a:t>
            </a:r>
            <a:endParaRPr lang="en-GB" dirty="0"/>
          </a:p>
          <a:p>
            <a:pPr lvl="4"/>
            <a:r>
              <a:rPr lang="en-GB" dirty="0"/>
              <a:t>Пятый уровень структуры</a:t>
            </a:r>
            <a:endParaRPr lang="en-GB" dirty="0"/>
          </a:p>
          <a:p>
            <a:pPr lvl="4"/>
            <a:r>
              <a:rPr lang="en-GB" dirty="0"/>
              <a:t>Шестой уровень структуры</a:t>
            </a:r>
            <a:endParaRPr lang="en-GB" dirty="0"/>
          </a:p>
          <a:p>
            <a:pPr lvl="4"/>
            <a:r>
              <a:rPr lang="en-GB" dirty="0"/>
              <a:t>Седьмой уровень структуры</a:t>
            </a:r>
            <a:endParaRPr lang="en-GB" dirty="0"/>
          </a:p>
          <a:p>
            <a:pPr lvl="4"/>
            <a:r>
              <a:rPr lang="en-GB" dirty="0"/>
              <a:t>Восьмой уровень структуры</a:t>
            </a:r>
            <a:endParaRPr lang="en-GB" dirty="0"/>
          </a:p>
          <a:p>
            <a:pPr lvl="4"/>
            <a:r>
              <a:rPr lang="en-GB" dirty="0"/>
              <a:t>Девятый уровень структуры</a:t>
            </a:r>
            <a:endParaRPr lang="en-GB" dirty="0"/>
          </a:p>
        </p:txBody>
      </p:sp>
      <p:sp>
        <p:nvSpPr>
          <p:cNvPr id="1032" name="Text Box 1030"/>
          <p:cNvSpPr txBox="1"/>
          <p:nvPr/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1033" name="Text Box 1031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2" name="Slide Number Placeholder 1032"/>
          <p:cNvSpPr>
            <a:spLocks noGrp="1"/>
          </p:cNvSpPr>
          <p:nvPr>
            <p:ph type="sldNum"/>
          </p:nvPr>
        </p:nvSpPr>
        <p:spPr>
          <a:xfrm>
            <a:off x="6553200" y="6248400"/>
            <a:ext cx="21304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lstStyle>
            <a:lvl1pPr>
              <a:buFontTx/>
              <a:defRPr/>
            </a:lvl1pPr>
          </a:lstStyle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marL="0" lvl="0" indent="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+mj-lt"/>
          <a:ea typeface="+mj-ea"/>
          <a:cs typeface="+mj-cs"/>
        </a:defRPr>
      </a:lvl1pPr>
      <a:lvl2pPr marL="742950" lvl="1" indent="-28575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2pPr>
      <a:lvl3pPr marL="1143000" lvl="2" indent="-22860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3pPr>
      <a:lvl4pPr marL="1600200" lvl="3" indent="-22860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4pPr>
      <a:lvl5pPr marL="2057400" lvl="4" indent="-22860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5pPr>
    </p:titleStyle>
    <p:bodyStyle>
      <a:lvl1pPr marL="342900" lvl="0" indent="-342900" algn="l" defTabSz="457200" rtl="0" eaLnBrk="0" fontAlgn="base" latinLnBrk="0" hangingPunct="0">
        <a:lnSpc>
          <a:spcPct val="100000"/>
        </a:lnSpc>
        <a:spcBef>
          <a:spcPts val="8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32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1pPr>
      <a:lvl2pPr marL="742950" lvl="1" indent="-285750" algn="l" defTabSz="457200" rtl="0" eaLnBrk="0" fontAlgn="base" latinLnBrk="0" hangingPunct="0">
        <a:lnSpc>
          <a:spcPct val="100000"/>
        </a:lnSpc>
        <a:spcBef>
          <a:spcPts val="7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2pPr>
      <a:lvl3pPr marL="1143000" lvl="2" indent="-228600" algn="l" defTabSz="457200" rtl="0" eaLnBrk="0" fontAlgn="base" latinLnBrk="0" hangingPunct="0">
        <a:lnSpc>
          <a:spcPct val="100000"/>
        </a:lnSpc>
        <a:spcBef>
          <a:spcPts val="6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4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3pPr>
      <a:lvl4pPr marL="1600200" lvl="3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4pPr>
      <a:lvl5pPr marL="2057400" lvl="4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5pPr>
      <a:lvl6pPr marL="2514600" lvl="5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6pPr>
      <a:lvl7pPr marL="2971800" lvl="6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7pPr>
      <a:lvl8pPr marL="3429000" lvl="7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8pPr>
      <a:lvl9pPr marL="3886200" lvl="8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9pPr>
    </p:bodyStyle>
    <p:otherStyle>
      <a:lvl1pPr marL="0" lvl="0" indent="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1pPr>
      <a:lvl2pPr marL="742950" lvl="1" indent="-28575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2pPr>
      <a:lvl3pPr marL="1143000" lvl="2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3pPr>
      <a:lvl4pPr marL="1600200" lvl="3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4pPr>
      <a:lvl5pPr marL="2057400" lvl="4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5pPr>
      <a:lvl6pPr marL="2286000" lvl="5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6pPr>
      <a:lvl7pPr marL="2743200" lvl="6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7pPr>
      <a:lvl8pPr marL="3200400" lvl="7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8pPr>
      <a:lvl9pPr marL="3657600" lvl="8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050" name="Group 2048"/>
          <p:cNvGrpSpPr/>
          <p:nvPr/>
        </p:nvGrpSpPr>
        <p:grpSpPr>
          <a:xfrm>
            <a:off x="0" y="927100"/>
            <a:ext cx="8988425" cy="4492625"/>
            <a:chOff x="0" y="584"/>
            <a:chExt cx="5662" cy="2830"/>
          </a:xfrm>
        </p:grpSpPr>
        <p:sp>
          <p:nvSpPr>
            <p:cNvPr id="2051" name="Rounded Rectangle 2049"/>
            <p:cNvSpPr/>
            <p:nvPr/>
          </p:nvSpPr>
          <p:spPr>
            <a:xfrm>
              <a:off x="432" y="1304"/>
              <a:ext cx="4654" cy="2110"/>
            </a:xfrm>
            <a:prstGeom prst="roundRect">
              <a:avLst>
                <a:gd name="adj" fmla="val 16667"/>
              </a:avLst>
            </a:prstGeom>
            <a:noFill/>
            <a:ln w="50760" cap="sq" cmpd="sng">
              <a:solidFill>
                <a:srgbClr val="669999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p>
              <a:pPr lvl="0"/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2052" name="Rectangles 2050"/>
            <p:cNvSpPr/>
            <p:nvPr/>
          </p:nvSpPr>
          <p:spPr>
            <a:xfrm>
              <a:off x="144" y="584"/>
              <a:ext cx="4510" cy="622"/>
            </a:xfrm>
            <a:prstGeom prst="rect">
              <a:avLst/>
            </a:prstGeom>
            <a:solidFill>
              <a:srgbClr val="FFFFFF"/>
            </a:solidFill>
            <a:ln w="57240" cap="sq" cmpd="sng">
              <a:solidFill>
                <a:srgbClr val="669999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p>
              <a:pPr lvl="0"/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2053" name="Freeform 2051"/>
            <p:cNvSpPr/>
            <p:nvPr/>
          </p:nvSpPr>
          <p:spPr>
            <a:xfrm>
              <a:off x="0" y="872"/>
              <a:ext cx="5662" cy="115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78537909" y="0"/>
                </a:cxn>
                <a:cxn ang="0">
                  <a:pos x="198785821" y="20342807"/>
                </a:cxn>
                <a:cxn ang="0">
                  <a:pos x="178577890" y="40617799"/>
                </a:cxn>
                <a:cxn ang="0">
                  <a:pos x="0" y="40617799"/>
                </a:cxn>
              </a:cxnLst>
              <a:pathLst>
                <a:path w="4917" h="1000">
                  <a:moveTo>
                    <a:pt x="0" y="0"/>
                  </a:moveTo>
                  <a:lnTo>
                    <a:pt x="4416" y="0"/>
                  </a:lnTo>
                  <a:cubicBezTo>
                    <a:pt x="4693" y="0"/>
                    <a:pt x="4917" y="223"/>
                    <a:pt x="4917" y="500"/>
                  </a:cubicBezTo>
                  <a:cubicBezTo>
                    <a:pt x="4917" y="776"/>
                    <a:pt x="4693" y="999"/>
                    <a:pt x="4417" y="1000"/>
                  </a:cubicBezTo>
                  <a:lnTo>
                    <a:pt x="0" y="1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666CC"/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2054" name="Straight Connector 2052"/>
            <p:cNvSpPr/>
            <p:nvPr/>
          </p:nvSpPr>
          <p:spPr>
            <a:xfrm>
              <a:off x="0" y="1928"/>
              <a:ext cx="5230" cy="0"/>
            </a:xfrm>
            <a:prstGeom prst="line">
              <a:avLst/>
            </a:prstGeom>
            <a:ln w="50760" cap="sq" cmpd="sng">
              <a:solidFill>
                <a:srgbClr val="FFFFFF"/>
              </a:solidFill>
              <a:prstDash val="solid"/>
              <a:miter/>
              <a:headEnd type="none" w="med" len="med"/>
              <a:tailEnd type="none" w="med" len="med"/>
            </a:ln>
          </p:spPr>
        </p:sp>
      </p:grpSp>
      <p:sp>
        <p:nvSpPr>
          <p:cNvPr id="2055" name="Title 2053"/>
          <p:cNvSpPr>
            <a:spLocks noGrp="1"/>
          </p:cNvSpPr>
          <p:nvPr>
            <p:ph type="title"/>
          </p:nvPr>
        </p:nvSpPr>
        <p:spPr>
          <a:xfrm>
            <a:off x="195263" y="228600"/>
            <a:ext cx="8012112" cy="9112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ctr" anchorCtr="0"/>
          <a:p>
            <a:pPr lvl="0"/>
            <a:r>
              <a:rPr lang="en-GB" dirty="0"/>
              <a:t>Для правки текста заголовка щелкните мышью</a:t>
            </a:r>
            <a:endParaRPr lang="en-GB" dirty="0"/>
          </a:p>
        </p:txBody>
      </p:sp>
      <p:sp>
        <p:nvSpPr>
          <p:cNvPr id="2056" name="Text Placeholder 2054"/>
          <p:cNvSpPr>
            <a:spLocks noGrp="1"/>
          </p:cNvSpPr>
          <p:nvPr>
            <p:ph type="body"/>
          </p:nvPr>
        </p:nvSpPr>
        <p:spPr>
          <a:xfrm>
            <a:off x="609600" y="1600200"/>
            <a:ext cx="7921625" cy="44164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t" anchorCtr="0"/>
          <a:p>
            <a:pPr lvl="0"/>
            <a:r>
              <a:rPr lang="en-GB" dirty="0"/>
              <a:t>Для правки структуры щелкните мышью</a:t>
            </a:r>
            <a:endParaRPr lang="en-GB" dirty="0"/>
          </a:p>
          <a:p>
            <a:pPr lvl="1"/>
            <a:r>
              <a:rPr lang="en-GB" dirty="0"/>
              <a:t>Второй уровень структуры</a:t>
            </a:r>
            <a:endParaRPr lang="en-GB" dirty="0"/>
          </a:p>
          <a:p>
            <a:pPr lvl="2"/>
            <a:r>
              <a:rPr lang="en-GB" dirty="0"/>
              <a:t>Третий уровень структуры</a:t>
            </a:r>
            <a:endParaRPr lang="en-GB" dirty="0"/>
          </a:p>
          <a:p>
            <a:pPr lvl="3"/>
            <a:r>
              <a:rPr lang="en-GB" dirty="0"/>
              <a:t>Четвёртый уровень структуры</a:t>
            </a:r>
            <a:endParaRPr lang="en-GB" dirty="0"/>
          </a:p>
          <a:p>
            <a:pPr lvl="4"/>
            <a:r>
              <a:rPr lang="en-GB" dirty="0"/>
              <a:t>Пятый уровень структуры</a:t>
            </a:r>
            <a:endParaRPr lang="en-GB" dirty="0"/>
          </a:p>
          <a:p>
            <a:pPr lvl="4"/>
            <a:r>
              <a:rPr lang="en-GB" dirty="0"/>
              <a:t>Шестой уровень структуры</a:t>
            </a:r>
            <a:endParaRPr lang="en-GB" dirty="0"/>
          </a:p>
          <a:p>
            <a:pPr lvl="4"/>
            <a:r>
              <a:rPr lang="en-GB" dirty="0"/>
              <a:t>Седьмой уровень структуры</a:t>
            </a:r>
            <a:endParaRPr lang="en-GB" dirty="0"/>
          </a:p>
          <a:p>
            <a:pPr lvl="4"/>
            <a:r>
              <a:rPr lang="en-GB" dirty="0"/>
              <a:t>Восьмой уровень структуры</a:t>
            </a:r>
            <a:endParaRPr lang="en-GB" dirty="0"/>
          </a:p>
          <a:p>
            <a:pPr lvl="4"/>
            <a:r>
              <a:rPr lang="en-GB" dirty="0"/>
              <a:t>Девятый уровень структуры</a:t>
            </a:r>
            <a:endParaRPr lang="en-GB" dirty="0"/>
          </a:p>
        </p:txBody>
      </p:sp>
      <p:sp>
        <p:nvSpPr>
          <p:cNvPr id="2057" name="Text Box 2055"/>
          <p:cNvSpPr txBox="1"/>
          <p:nvPr/>
        </p:nvSpPr>
        <p:spPr>
          <a:xfrm>
            <a:off x="457200" y="6248400"/>
            <a:ext cx="2133600" cy="47148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2058" name="Text Box 2056"/>
          <p:cNvSpPr txBox="1"/>
          <p:nvPr/>
        </p:nvSpPr>
        <p:spPr>
          <a:xfrm>
            <a:off x="3124200" y="6253163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2" name="Slide Number Placeholder 2057"/>
          <p:cNvSpPr>
            <a:spLocks noGrp="1"/>
          </p:cNvSpPr>
          <p:nvPr>
            <p:ph type="sldNum"/>
          </p:nvPr>
        </p:nvSpPr>
        <p:spPr>
          <a:xfrm>
            <a:off x="6553200" y="6248400"/>
            <a:ext cx="2130425" cy="468313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lstStyle>
            <a:lvl1pPr algn="r">
              <a:buFontTx/>
              <a:defRPr sz="1200">
                <a:latin typeface="Arial Black" panose="020B0A04020102020204" pitchFamily="32" charset="0"/>
                <a:ea typeface="Arial Unicode MS" charset="-122"/>
              </a:defRPr>
            </a:lvl1pPr>
          </a:lstStyle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sldNum="0" hdr="0" ftr="0" dt="0"/>
  <p:txStyles>
    <p:titleStyle>
      <a:lvl1pPr marL="0" lvl="0" indent="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+mj-lt"/>
          <a:ea typeface="+mj-ea"/>
          <a:cs typeface="+mj-cs"/>
        </a:defRPr>
      </a:lvl1pPr>
      <a:lvl2pPr marL="742950" lvl="1" indent="-28575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2pPr>
      <a:lvl3pPr marL="1143000" lvl="2" indent="-22860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3pPr>
      <a:lvl4pPr marL="1600200" lvl="3" indent="-22860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4pPr>
      <a:lvl5pPr marL="2057400" lvl="4" indent="-22860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5pPr>
    </p:titleStyle>
    <p:bodyStyle>
      <a:lvl1pPr marL="342900" lvl="0" indent="-342900" algn="l" defTabSz="457200" rtl="0" eaLnBrk="0" fontAlgn="base" latinLnBrk="0" hangingPunct="0">
        <a:lnSpc>
          <a:spcPct val="100000"/>
        </a:lnSpc>
        <a:spcBef>
          <a:spcPts val="8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32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1pPr>
      <a:lvl2pPr marL="742950" lvl="1" indent="-285750" algn="l" defTabSz="457200" rtl="0" eaLnBrk="0" fontAlgn="base" latinLnBrk="0" hangingPunct="0">
        <a:lnSpc>
          <a:spcPct val="100000"/>
        </a:lnSpc>
        <a:spcBef>
          <a:spcPts val="7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2pPr>
      <a:lvl3pPr marL="1143000" lvl="2" indent="-228600" algn="l" defTabSz="457200" rtl="0" eaLnBrk="0" fontAlgn="base" latinLnBrk="0" hangingPunct="0">
        <a:lnSpc>
          <a:spcPct val="100000"/>
        </a:lnSpc>
        <a:spcBef>
          <a:spcPts val="6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4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3pPr>
      <a:lvl4pPr marL="1600200" lvl="3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4pPr>
      <a:lvl5pPr marL="2057400" lvl="4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5pPr>
      <a:lvl6pPr marL="2514600" lvl="5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6pPr>
      <a:lvl7pPr marL="2971800" lvl="6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7pPr>
      <a:lvl8pPr marL="3429000" lvl="7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8pPr>
      <a:lvl9pPr marL="3886200" lvl="8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9pPr>
    </p:bodyStyle>
    <p:otherStyle>
      <a:lvl1pPr marL="0" lvl="0" indent="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1pPr>
      <a:lvl2pPr marL="742950" lvl="1" indent="-28575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2pPr>
      <a:lvl3pPr marL="1143000" lvl="2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3pPr>
      <a:lvl4pPr marL="1600200" lvl="3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4pPr>
      <a:lvl5pPr marL="2057400" lvl="4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5pPr>
      <a:lvl6pPr marL="2286000" lvl="5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6pPr>
      <a:lvl7pPr marL="2743200" lvl="6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7pPr>
      <a:lvl8pPr marL="3200400" lvl="7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8pPr>
      <a:lvl9pPr marL="3657600" lvl="8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9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hyperlink" Target="https://gist.github.com/sunmeat/bab8cbdb2c0943f5cf31383e2f614e8c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122" name="Text Box 4096"/>
          <p:cNvSpPr txBox="1"/>
          <p:nvPr/>
        </p:nvSpPr>
        <p:spPr>
          <a:xfrm>
            <a:off x="228600" y="1427163"/>
            <a:ext cx="8077200" cy="1609725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5200" dirty="0" err="1">
                <a:solidFill>
                  <a:srgbClr val="FFFFFF"/>
                </a:solidFill>
                <a:latin typeface="Arial" panose="020B0604020202020204" pitchFamily="34" charset="0"/>
              </a:rPr>
              <a:t>Final Project</a:t>
            </a:r>
            <a:endParaRPr lang="en-US" sz="5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5123" name="Rectangles 4097"/>
          <p:cNvSpPr/>
          <p:nvPr/>
        </p:nvSpPr>
        <p:spPr>
          <a:xfrm>
            <a:off x="5867400" y="44450"/>
            <a:ext cx="3280410" cy="369570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t" anchorCtr="0">
            <a:spAutoFit/>
          </a:bodyPr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ru-RU" dirty="0" err="1">
                <a:solidFill>
                  <a:srgbClr val="F7F7F7"/>
                </a:solidFill>
                <a:latin typeface="Arial" panose="020B0604020202020204" pitchFamily="34" charset="0"/>
              </a:rPr>
              <a:t>O</a:t>
            </a:r>
            <a:r>
              <a:rPr lang="ru-RU" altLang="x-none" dirty="0" err="1">
                <a:solidFill>
                  <a:srgbClr val="F7F7F7"/>
                </a:solidFill>
                <a:latin typeface="Arial" panose="020B0604020202020204" pitchFamily="34" charset="0"/>
              </a:rPr>
              <a:t>лександр Загоруйко © 20</a:t>
            </a:r>
            <a:r>
              <a:rPr lang="en-US" altLang="x-none" dirty="0" err="1">
                <a:solidFill>
                  <a:srgbClr val="F7F7F7"/>
                </a:solidFill>
                <a:latin typeface="Arial" panose="020B0604020202020204" pitchFamily="34" charset="0"/>
              </a:rPr>
              <a:t>2</a:t>
            </a:r>
            <a:r>
              <a:rPr lang="uk-UA" altLang="ru-RU" dirty="0" err="1">
                <a:solidFill>
                  <a:srgbClr val="F7F7F7"/>
                </a:solidFill>
                <a:latin typeface="Arial" panose="020B0604020202020204" pitchFamily="34" charset="0"/>
              </a:rPr>
              <a:t>6</a:t>
            </a:r>
            <a:endParaRPr lang="uk-UA" altLang="ru-RU" dirty="0" err="1">
              <a:solidFill>
                <a:srgbClr val="F7F7F7"/>
              </a:solidFill>
              <a:latin typeface="Arial" panose="020B0604020202020204" pitchFamily="34" charset="0"/>
            </a:endParaRPr>
          </a:p>
        </p:txBody>
      </p:sp>
      <p:pic>
        <p:nvPicPr>
          <p:cNvPr id="6" name="Picture 5" descr="118367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840" y="3361690"/>
            <a:ext cx="3439795" cy="3439795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1570" y="4328795"/>
            <a:ext cx="5422265" cy="2483485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170" name="Text Box 5120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Вимоги до проєкту</a:t>
            </a:r>
            <a:endParaRPr lang="uk-UA" altLang="ru-RU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7171" name="Text Box 5121"/>
          <p:cNvSpPr txBox="1"/>
          <p:nvPr/>
        </p:nvSpPr>
        <p:spPr>
          <a:xfrm>
            <a:off x="476885" y="1403985"/>
            <a:ext cx="7924800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algn="ctr" defTabSz="457200">
              <a:buSzPct val="45000"/>
              <a:buFont typeface="Wingdings" panose="05000000000000000000" pitchFamily="2" charset="2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endParaRPr lang="en-US" altLang="en-US" sz="3200" b="1" dirty="0" err="1">
              <a:solidFill>
                <a:srgbClr val="0070C0"/>
              </a:solidFill>
              <a:latin typeface="Arial" panose="020B0604020202020204" pitchFamily="34" charset="0"/>
              <a:ea typeface="Times New Roman" panose="02020603050405020304" pitchFamily="16" charset="0"/>
            </a:endParaRPr>
          </a:p>
          <a:p>
            <a:pPr algn="ctr" defTabSz="457200">
              <a:buSzPct val="45000"/>
              <a:buFont typeface="Wingdings" panose="05000000000000000000" pitchFamily="2" charset="2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endParaRPr lang="en-US" altLang="en-US" sz="3200" b="1" dirty="0" err="1">
              <a:solidFill>
                <a:srgbClr val="0070C0"/>
              </a:solidFill>
              <a:latin typeface="Arial" panose="020B0604020202020204" pitchFamily="34" charset="0"/>
              <a:ea typeface="Times New Roman" panose="02020603050405020304" pitchFamily="16" charset="0"/>
            </a:endParaRPr>
          </a:p>
          <a:p>
            <a:pPr algn="ctr" defTabSz="457200">
              <a:buSzPct val="45000"/>
              <a:buFont typeface="Wingdings" panose="05000000000000000000" pitchFamily="2" charset="2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endParaRPr lang="en-US" altLang="en-US" sz="3200" b="1" dirty="0" err="1">
              <a:solidFill>
                <a:srgbClr val="0070C0"/>
              </a:solidFill>
              <a:latin typeface="Arial" panose="020B0604020202020204" pitchFamily="34" charset="0"/>
              <a:ea typeface="Times New Roman" panose="02020603050405020304" pitchFamily="16" charset="0"/>
            </a:endParaRPr>
          </a:p>
          <a:p>
            <a:pPr algn="ctr" defTabSz="457200">
              <a:buSzPct val="45000"/>
              <a:buFont typeface="Wingdings" panose="05000000000000000000" pitchFamily="2" charset="2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r>
              <a:rPr lang="en-US" altLang="en-US" sz="3200" b="1" dirty="0" err="1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6" charset="0"/>
                <a:hlinkClick r:id="rId1" action="ppaction://hlinkfile"/>
              </a:rPr>
              <a:t>https://gist.github.com/sunmeat/bab8cbdb2c0943f5cf31383e2f614e8c</a:t>
            </a:r>
            <a:endParaRPr lang="en-US" altLang="en-US" sz="3200" b="1" dirty="0" err="1">
              <a:solidFill>
                <a:srgbClr val="0070C0"/>
              </a:solidFill>
              <a:latin typeface="Arial" panose="020B0604020202020204" pitchFamily="34" charset="0"/>
              <a:ea typeface="Times New Roman" panose="02020603050405020304" pitchFamily="16" charset="0"/>
            </a:endParaRP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7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FF"/>
        </a:lt1>
        <a:dk2>
          <a:srgbClr val="FFFF00"/>
        </a:dk2>
        <a:lt2>
          <a:srgbClr val="0000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CDCDC"/>
        </a:accent4>
        <a:accent5>
          <a:srgbClr val="FFCAAA"/>
        </a:accent5>
        <a:accent6>
          <a:srgbClr val="00E5E5"/>
        </a:accent6>
        <a:hlink>
          <a:srgbClr val="FF0000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2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27272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9"/>
        </a:accent5>
        <a:accent6>
          <a:srgbClr val="0000E5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BE5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9E5B7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7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FF"/>
        </a:lt1>
        <a:dk2>
          <a:srgbClr val="FFFF00"/>
        </a:dk2>
        <a:lt2>
          <a:srgbClr val="0000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CDCDC"/>
        </a:accent4>
        <a:accent5>
          <a:srgbClr val="FFCAAA"/>
        </a:accent5>
        <a:accent6>
          <a:srgbClr val="00E5E5"/>
        </a:accent6>
        <a:hlink>
          <a:srgbClr val="FF0000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2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27272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9"/>
        </a:accent5>
        <a:accent6>
          <a:srgbClr val="0000E5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BE5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9E5B7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CB973167729B9844A7328B341F515C98" ma:contentTypeVersion="12" ma:contentTypeDescription="Создание документа." ma:contentTypeScope="" ma:versionID="d6ee7b10c34e512e5b0e393e1ebaa933">
  <xsd:schema xmlns:xsd="http://www.w3.org/2001/XMLSchema" xmlns:xs="http://www.w3.org/2001/XMLSchema" xmlns:p="http://schemas.microsoft.com/office/2006/metadata/properties" xmlns:ns2="d6ce6581-db8d-4dc6-8601-0a8e8076c593" xmlns:ns3="bbbe7e71-a692-48df-be9d-e5dc64190325" targetNamespace="http://schemas.microsoft.com/office/2006/metadata/properties" ma:root="true" ma:fieldsID="0b92462fc06dbb24bfa1325724e44fec" ns2:_="" ns3:_="">
    <xsd:import namespace="d6ce6581-db8d-4dc6-8601-0a8e8076c593"/>
    <xsd:import namespace="bbbe7e71-a692-48df-be9d-e5dc6419032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ce6581-db8d-4dc6-8601-0a8e8076c59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Теги изображений" ma:readOnly="false" ma:fieldId="{5cf76f15-5ced-4ddc-b409-7134ff3c332f}" ma:taxonomyMulti="true" ma:sspId="168b2bcd-3960-4df8-afb5-1b38f073375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bbe7e71-a692-48df-be9d-e5dc64190325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92df2618-9916-4c02-9aa1-42dcc332f6bf}" ma:internalName="TaxCatchAll" ma:showField="CatchAllData" ma:web="bbbe7e71-a692-48df-be9d-e5dc6419032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bbe7e71-a692-48df-be9d-e5dc64190325" xsi:nil="true"/>
    <lcf76f155ced4ddcb4097134ff3c332f xmlns="d6ce6581-db8d-4dc6-8601-0a8e8076c593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DBF7422B-D574-4CC4-9E60-5BC2AEF34C58}"/>
</file>

<file path=customXml/itemProps2.xml><?xml version="1.0" encoding="utf-8"?>
<ds:datastoreItem xmlns:ds="http://schemas.openxmlformats.org/officeDocument/2006/customXml" ds:itemID="{015C132F-9EF5-41D0-8AC4-74588A5A2277}"/>
</file>

<file path=customXml/itemProps3.xml><?xml version="1.0" encoding="utf-8"?>
<ds:datastoreItem xmlns:ds="http://schemas.openxmlformats.org/officeDocument/2006/customXml" ds:itemID="{9F05B4EA-3A32-4187-B141-A5BD9578968A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121</Words>
  <Application>WPS Presentation</Application>
  <PresentationFormat/>
  <Paragraphs>10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</vt:i4>
      </vt:variant>
    </vt:vector>
  </HeadingPairs>
  <TitlesOfParts>
    <vt:vector size="12" baseType="lpstr">
      <vt:lpstr>Arial</vt:lpstr>
      <vt:lpstr>SimSun</vt:lpstr>
      <vt:lpstr>Wingdings</vt:lpstr>
      <vt:lpstr>Times New Roman</vt:lpstr>
      <vt:lpstr>Microsoft YaHei</vt:lpstr>
      <vt:lpstr>Arial Black</vt:lpstr>
      <vt:lpstr>Arial Unicode MS</vt:lpstr>
      <vt:lpstr>Arial Unicode MS</vt:lpstr>
      <vt:lpstr/>
      <vt:lpstr/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Александр Загор�</cp:lastModifiedBy>
  <cp:revision>72</cp:revision>
  <dcterms:created xsi:type="dcterms:W3CDTF">2005-09-22T16:26:00Z</dcterms:created>
  <dcterms:modified xsi:type="dcterms:W3CDTF">2026-06-23T13:28:55Z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88202296253F431A9DC5B73F9C110873_12</vt:lpwstr>
  </property>
  <property fmtid="{D5CDD505-2E9C-101B-9397-08002B2CF9AE}" pid="3" name="KSOProductBuildVer">
    <vt:lpwstr>1033-12.1.0.26880</vt:lpwstr>
  </property>
  <property fmtid="{D5CDD505-2E9C-101B-9397-08002B2CF9AE}" pid="4" name="ContentTypeId">
    <vt:lpwstr>0x010100CB973167729B9844A7328B341F515C98</vt:lpwstr>
  </property>
</Properties>
</file>