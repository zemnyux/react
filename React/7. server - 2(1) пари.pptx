
<file path=[Content_Types].xml><?xml version="1.0" encoding="utf-8"?>
<Types xmlns="http://schemas.openxmlformats.org/package/2006/content-types">
  <Default Extension="jpeg" ContentType="image/jpeg"/>
  <Default Extension="JPG" ContentType="image/.jpg"/>
  <Default Extension="png" ContentType="image/png"/>
  <Default Extension="rels" ContentType="application/vnd.openxmlformats-package.relationships+xml"/>
  <Default Extension="xml" ContentType="application/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Masters/slideMaster1.xml" ContentType="application/vnd.openxmlformats-officedocument.presentationml.slideMaster+xml"/>
  <Override PartName="/ppt/theme/theme1.xml" ContentType="application/vnd.openxmlformats-officedocument.theme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slideLayouts/slideLayout23.xml" ContentType="application/vnd.openxmlformats-officedocument.presentationml.slideLayout+xml"/>
  <Override PartName="/ppt/slideMasters/slideMaster2.xml" ContentType="application/vnd.openxmlformats-officedocument.presentationml.slideMaster+xml"/>
  <Override PartName="/ppt/theme/theme2.xml" ContentType="application/vnd.openxmlformats-officedocument.theme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2.xml" ContentType="application/vnd.openxmlformats-officedocument.presentationml.slide+xml"/>
  <Override PartName="/ppt/notesSlides/notesSlide2.xml" ContentType="application/vnd.openxmlformats-officedocument.presentationml.notesSlide+xml"/>
  <Override PartName="/ppt/slides/slide3.xml" ContentType="application/vnd.openxmlformats-officedocument.presentationml.slide+xml"/>
  <Override PartName="/ppt/notesSlides/notesSlide3.xml" ContentType="application/vnd.openxmlformats-officedocument.presentationml.notesSlide+xml"/>
  <Override PartName="/ppt/slides/slide4.xml" ContentType="application/vnd.openxmlformats-officedocument.presentationml.slide+xml"/>
  <Override PartName="/ppt/notesSlides/notesSlide4.xml" ContentType="application/vnd.openxmlformats-officedocument.presentationml.notesSlide+xml"/>
  <Override PartName="/ppt/slides/slide5.xml" ContentType="application/vnd.openxmlformats-officedocument.presentationml.slide+xml"/>
  <Override PartName="/ppt/notesSlides/notesSlide5.xml" ContentType="application/vnd.openxmlformats-officedocument.presentationml.notesSlide+xml"/>
  <Override PartName="/ppt/slides/slide6.xml" ContentType="application/vnd.openxmlformats-officedocument.presentationml.slide+xml"/>
  <Override PartName="/ppt/notesSlides/notesSlide6.xml" ContentType="application/vnd.openxmlformats-officedocument.presentationml.notesSlide+xml"/>
  <Override PartName="/ppt/slides/slide7.xml" ContentType="application/vnd.openxmlformats-officedocument.presentationml.slide+xml"/>
  <Override PartName="/ppt/notesSlides/notesSlide7.xml" ContentType="application/vnd.openxmlformats-officedocument.presentationml.notesSlide+xml"/>
  <Override PartName="/ppt/slides/slide8.xml" ContentType="application/vnd.openxmlformats-officedocument.presentationml.slide+xml"/>
  <Override PartName="/ppt/notesSlides/notesSlide8.xml" ContentType="application/vnd.openxmlformats-officedocument.presentationml.notesSlide+xml"/>
  <Override PartName="/ppt/slides/slide9.xml" ContentType="application/vnd.openxmlformats-officedocument.presentationml.slide+xml"/>
  <Override PartName="/ppt/notesSlides/notesSlide9.xml" ContentType="application/vnd.openxmlformats-officedocument.presentationml.notesSlide+xml"/>
  <Override PartName="/ppt/slides/slide10.xml" ContentType="application/vnd.openxmlformats-officedocument.presentationml.slide+xml"/>
  <Override PartName="/ppt/notesSlides/notesSlide10.xml" ContentType="application/vnd.openxmlformats-officedocument.presentationml.notesSlide+xml"/>
  <Override PartName="/ppt/slides/slide11.xml" ContentType="application/vnd.openxmlformats-officedocument.presentationml.slide+xml"/>
  <Override PartName="/ppt/notesSlides/notesSlide11.xml" ContentType="application/vnd.openxmlformats-officedocument.presentationml.notesSlide+xml"/>
  <Override PartName="/ppt/slides/slide12.xml" ContentType="application/vnd.openxmlformats-officedocument.presentationml.slide+xml"/>
  <Override PartName="/ppt/notesSlides/notesSlide12.xml" ContentType="application/vnd.openxmlformats-officedocument.presentationml.notesSlide+xml"/>
  <Override PartName="/ppt/slides/slide13.xml" ContentType="application/vnd.openxmlformats-officedocument.presentationml.slide+xml"/>
  <Override PartName="/ppt/notesSlides/notesSlide13.xml" ContentType="application/vnd.openxmlformats-officedocument.presentationml.notesSlide+xml"/>
  <Override PartName="/ppt/slides/slide14.xml" ContentType="application/vnd.openxmlformats-officedocument.presentationml.slide+xml"/>
  <Override PartName="/ppt/notesSlides/notesSlide14.xml" ContentType="application/vnd.openxmlformats-officedocument.presentationml.notesSlide+xml"/>
  <Override PartName="/ppt/slides/slide15.xml" ContentType="application/vnd.openxmlformats-officedocument.presentationml.slide+xml"/>
  <Override PartName="/ppt/notesSlides/notesSlide15.xml" ContentType="application/vnd.openxmlformats-officedocument.presentationml.notesSlide+xml"/>
  <Override PartName="/ppt/slides/slide16.xml" ContentType="application/vnd.openxmlformats-officedocument.presentationml.slide+xml"/>
  <Override PartName="/ppt/notesSlides/notesSlide16.xml" ContentType="application/vnd.openxmlformats-officedocument.presentationml.notesSlide+xml"/>
  <Override PartName="/ppt/slides/slide17.xml" ContentType="application/vnd.openxmlformats-officedocument.presentationml.slide+xml"/>
  <Override PartName="/ppt/notesSlides/notesSlide17.xml" ContentType="application/vnd.openxmlformats-officedocument.presentationml.notesSlide+xml"/>
  <Override PartName="/ppt/slides/slide18.xml" ContentType="application/vnd.openxmlformats-officedocument.presentationml.slide+xml"/>
  <Override PartName="/ppt/notesSlides/notesSlide18.xml" ContentType="application/vnd.openxmlformats-officedocument.presentationml.notesSlide+xml"/>
  <Override PartName="/ppt/slides/slide19.xml" ContentType="application/vnd.openxmlformats-officedocument.presentationml.slide+xml"/>
  <Override PartName="/ppt/notesSlides/notesSlide19.xml" ContentType="application/vnd.openxmlformats-officedocument.presentationml.notesSlide+xml"/>
  <Override PartName="/ppt/slides/slide20.xml" ContentType="application/vnd.openxmlformats-officedocument.presentationml.slide+xml"/>
  <Override PartName="/ppt/notesSlides/notesSlide20.xml" ContentType="application/vnd.openxmlformats-officedocument.presentationml.notesSlide+xml"/>
  <Override PartName="/ppt/slides/slide21.xml" ContentType="application/vnd.openxmlformats-officedocument.presentationml.slide+xml"/>
  <Override PartName="/ppt/notesSlides/notesSlide21.xml" ContentType="application/vnd.openxmlformats-officedocument.presentationml.notesSlide+xml"/>
  <Override PartName="/ppt/slides/slide22.xml" ContentType="application/vnd.openxmlformats-officedocument.presentationml.slide+xml"/>
  <Override PartName="/ppt/notesSlides/notesSlide22.xml" ContentType="application/vnd.openxmlformats-officedocument.presentationml.notesSlide+xml"/>
  <Override PartName="/ppt/slides/slide23.xml" ContentType="application/vnd.openxmlformats-officedocument.presentationml.slide+xml"/>
  <Override PartName="/ppt/notesSlides/notesSlide23.xml" ContentType="application/vnd.openxmlformats-officedocument.presentationml.notesSlide+xml"/>
  <Override PartName="/ppt/slides/slide24.xml" ContentType="application/vnd.openxmlformats-officedocument.presentationml.slide+xml"/>
  <Override PartName="/ppt/notesSlides/notesSlide24.xml" ContentType="application/vnd.openxmlformats-officedocument.presentationml.notesSlide+xml"/>
  <Override PartName="/ppt/slides/slide25.xml" ContentType="application/vnd.openxmlformats-officedocument.presentationml.slide+xml"/>
  <Override PartName="/ppt/notesSlides/notesSlide25.xml" ContentType="application/vnd.openxmlformats-officedocument.presentationml.notesSlide+xml"/>
  <Override PartName="/ppt/slides/slide26.xml" ContentType="application/vnd.openxmlformats-officedocument.presentationml.slide+xml"/>
  <Override PartName="/ppt/notesSlides/notesSlide26.xml" ContentType="application/vnd.openxmlformats-officedocument.presentationml.notesSlide+xml"/>
  <Override PartName="/ppt/slides/slide27.xml" ContentType="application/vnd.openxmlformats-officedocument.presentationml.slide+xml"/>
  <Override PartName="/ppt/notesSlides/notesSlide27.xml" ContentType="application/vnd.openxmlformats-officedocument.presentationml.notesSlide+xml"/>
  <Override PartName="/ppt/slides/slide28.xml" ContentType="application/vnd.openxmlformats-officedocument.presentationml.slide+xml"/>
  <Override PartName="/ppt/notesSlides/notesSlide28.xml" ContentType="application/vnd.openxmlformats-officedocument.presentationml.notesSlide+xml"/>
  <Override PartName="/ppt/slides/slide29.xml" ContentType="application/vnd.openxmlformats-officedocument.presentationml.slide+xml"/>
  <Override PartName="/ppt/notesSlides/notesSlide29.xml" ContentType="application/vnd.openxmlformats-officedocument.presentationml.notesSlide+xml"/>
  <Override PartName="/ppt/slides/slide30.xml" ContentType="application/vnd.openxmlformats-officedocument.presentationml.slide+xml"/>
  <Override PartName="/ppt/notesSlides/notesSlide30.xml" ContentType="application/vnd.openxmlformats-officedocument.presentationml.notesSlide+xml"/>
  <Override PartName="/ppt/slides/slide31.xml" ContentType="application/vnd.openxmlformats-officedocument.presentationml.slide+xml"/>
  <Override PartName="/ppt/notesSlides/notesSlide31.xml" ContentType="application/vnd.openxmlformats-officedocument.presentationml.notesSlide+xml"/>
  <Override PartName="/ppt/slides/slide32.xml" ContentType="application/vnd.openxmlformats-officedocument.presentationml.slide+xml"/>
  <Override PartName="/ppt/notesSlides/notesSlide32.xml" ContentType="application/vnd.openxmlformats-officedocument.presentationml.notesSlide+xml"/>
  <Override PartName="/ppt/slides/slide33.xml" ContentType="application/vnd.openxmlformats-officedocument.presentationml.slide+xml"/>
  <Override PartName="/ppt/notesSlides/notesSlide33.xml" ContentType="application/vnd.openxmlformats-officedocument.presentationml.notesSlide+xml"/>
  <Override PartName="/ppt/slides/slide34.xml" ContentType="application/vnd.openxmlformats-officedocument.presentationml.slide+xml"/>
  <Override PartName="/ppt/notesSlides/notesSlide34.xml" ContentType="application/vnd.openxmlformats-officedocument.presentationml.notesSlide+xml"/>
  <Override PartName="/ppt/slides/slide35.xml" ContentType="application/vnd.openxmlformats-officedocument.presentationml.slide+xml"/>
  <Override PartName="/ppt/notesSlides/notesSlide35.xml" ContentType="application/vnd.openxmlformats-officedocument.presentationml.notesSlide+xml"/>
  <Override PartName="/ppt/slides/slide36.xml" ContentType="application/vnd.openxmlformats-officedocument.presentationml.slide+xml"/>
  <Override PartName="/ppt/notesSlides/notesSlide36.xml" ContentType="application/vnd.openxmlformats-officedocument.presentationml.notesSlide+xml"/>
  <Override PartName="/ppt/notesMasters/notesMaster1.xml" ContentType="application/vnd.openxmlformats-officedocument.presentationml.notesMaster+xml"/>
  <Override PartName="/ppt/theme/theme3.xml" ContentType="application/vnd.openxmlformats-officedocument.them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ableStyles.xml" ContentType="application/vnd.openxmlformats-officedocument.presentationml.tableStyles+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</Types>
</file>

<file path=_rels/.rels><?xml version="1.0" encoding="UTF-8" standalone="yes"?>
<Relationships xmlns="http://schemas.openxmlformats.org/package/2006/relationships"><Relationship Id="rId1" Type="http://schemas.openxmlformats.org/officeDocument/2006/relationships/officeDocument" Target="ppt/presentation.xml"/><Relationship Id="rId4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5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  <p:sldMasterId id="2147483661" r:id="rId3"/>
  </p:sldMasterIdLst>
  <p:notesMasterIdLst>
    <p:notesMasterId r:id="rId5"/>
  </p:notesMasterIdLst>
  <p:sldIdLst>
    <p:sldId id="256" r:id="rId4"/>
    <p:sldId id="257" r:id="rId6"/>
    <p:sldId id="753" r:id="rId7"/>
    <p:sldId id="754" r:id="rId8"/>
    <p:sldId id="755" r:id="rId9"/>
    <p:sldId id="756" r:id="rId10"/>
    <p:sldId id="757" r:id="rId11"/>
    <p:sldId id="758" r:id="rId12"/>
    <p:sldId id="759" r:id="rId13"/>
    <p:sldId id="760" r:id="rId14"/>
    <p:sldId id="761" r:id="rId15"/>
    <p:sldId id="762" r:id="rId16"/>
    <p:sldId id="763" r:id="rId17"/>
    <p:sldId id="764" r:id="rId18"/>
    <p:sldId id="765" r:id="rId19"/>
    <p:sldId id="766" r:id="rId20"/>
    <p:sldId id="767" r:id="rId21"/>
    <p:sldId id="768" r:id="rId22"/>
    <p:sldId id="713" r:id="rId23"/>
    <p:sldId id="733" r:id="rId24"/>
    <p:sldId id="714" r:id="rId25"/>
    <p:sldId id="717" r:id="rId26"/>
    <p:sldId id="734" r:id="rId27"/>
    <p:sldId id="735" r:id="rId28"/>
    <p:sldId id="751" r:id="rId29"/>
    <p:sldId id="736" r:id="rId30"/>
    <p:sldId id="752" r:id="rId31"/>
    <p:sldId id="737" r:id="rId32"/>
    <p:sldId id="738" r:id="rId33"/>
    <p:sldId id="739" r:id="rId34"/>
    <p:sldId id="740" r:id="rId35"/>
    <p:sldId id="741" r:id="rId36"/>
    <p:sldId id="743" r:id="rId37"/>
    <p:sldId id="770" r:id="rId38"/>
    <p:sldId id="769" r:id="rId39"/>
    <p:sldId id="288" r:id="rId40"/>
  </p:sldIdLst>
  <p:sldSz cx="9144000" cy="6858000" type="screen4x3"/>
  <p:notesSz cx="6858000" cy="9144000"/>
  <p:defaultTextStyle>
    <a:defPPr>
      <a:defRPr lang="en-GB"/>
    </a:defPPr>
    <a:lvl1pPr marL="0" lvl="0" indent="0" algn="l" defTabSz="457200" rtl="0" eaLnBrk="1" fontAlgn="base" latinLnBrk="0" hangingPunct="1">
      <a:lnSpc>
        <a:spcPct val="100000"/>
      </a:lnSpc>
      <a:spcBef>
        <a:spcPct val="0"/>
      </a:spcBef>
      <a:spcAft>
        <a:spcPct val="0"/>
      </a:spcAft>
      <a:buSzPct val="100000"/>
      <a:buFont typeface="Times New Roman" panose="02020603050405020304" pitchFamily="16" charset="0"/>
      <a:buNone/>
      <a:defRPr b="0" i="0" u="none" kern="1200" baseline="0">
        <a:solidFill>
          <a:schemeClr val="bg1"/>
        </a:solidFill>
        <a:latin typeface="Arial" panose="020B0604020202020204" pitchFamily="34" charset="0"/>
        <a:ea typeface="Microsoft YaHei" panose="020B0503020204020204" charset="-122"/>
        <a:cs typeface="+mn-cs"/>
      </a:defRPr>
    </a:lvl1pPr>
    <a:lvl2pPr marL="742950" lvl="1" indent="-285750" algn="l" defTabSz="457200" rtl="0" eaLnBrk="1" fontAlgn="base" latinLnBrk="0" hangingPunct="1">
      <a:lnSpc>
        <a:spcPct val="100000"/>
      </a:lnSpc>
      <a:spcBef>
        <a:spcPct val="0"/>
      </a:spcBef>
      <a:spcAft>
        <a:spcPct val="0"/>
      </a:spcAft>
      <a:buSzPct val="100000"/>
      <a:buFont typeface="Times New Roman" panose="02020603050405020304" pitchFamily="16" charset="0"/>
      <a:buNone/>
      <a:defRPr sz="1800" b="0" i="0" u="none" kern="1200" baseline="0">
        <a:solidFill>
          <a:srgbClr val="000000"/>
        </a:solidFill>
        <a:latin typeface="Arial" panose="020B0604020202020204" pitchFamily="34" charset="0"/>
        <a:ea typeface="Microsoft YaHei" panose="020B0503020204020204" charset="-122"/>
        <a:cs typeface="+mn-cs"/>
      </a:defRPr>
    </a:lvl2pPr>
    <a:lvl3pPr marL="1143000" lvl="2" indent="-228600" algn="l" defTabSz="457200" rtl="0" eaLnBrk="1" fontAlgn="base" latinLnBrk="0" hangingPunct="1">
      <a:lnSpc>
        <a:spcPct val="100000"/>
      </a:lnSpc>
      <a:spcBef>
        <a:spcPct val="0"/>
      </a:spcBef>
      <a:spcAft>
        <a:spcPct val="0"/>
      </a:spcAft>
      <a:buSzPct val="100000"/>
      <a:buFont typeface="Times New Roman" panose="02020603050405020304" pitchFamily="16" charset="0"/>
      <a:buNone/>
      <a:defRPr sz="1800" b="0" i="0" u="none" kern="1200" baseline="0">
        <a:solidFill>
          <a:srgbClr val="000000"/>
        </a:solidFill>
        <a:latin typeface="Arial" panose="020B0604020202020204" pitchFamily="34" charset="0"/>
        <a:ea typeface="Microsoft YaHei" panose="020B0503020204020204" charset="-122"/>
        <a:cs typeface="+mn-cs"/>
      </a:defRPr>
    </a:lvl3pPr>
    <a:lvl4pPr marL="1600200" lvl="3" indent="-228600" algn="l" defTabSz="457200" rtl="0" eaLnBrk="1" fontAlgn="base" latinLnBrk="0" hangingPunct="1">
      <a:lnSpc>
        <a:spcPct val="100000"/>
      </a:lnSpc>
      <a:spcBef>
        <a:spcPct val="0"/>
      </a:spcBef>
      <a:spcAft>
        <a:spcPct val="0"/>
      </a:spcAft>
      <a:buSzPct val="100000"/>
      <a:buFont typeface="Times New Roman" panose="02020603050405020304" pitchFamily="16" charset="0"/>
      <a:buNone/>
      <a:defRPr sz="1800" b="0" i="0" u="none" kern="1200" baseline="0">
        <a:solidFill>
          <a:srgbClr val="000000"/>
        </a:solidFill>
        <a:latin typeface="Arial" panose="020B0604020202020204" pitchFamily="34" charset="0"/>
        <a:ea typeface="Microsoft YaHei" panose="020B0503020204020204" charset="-122"/>
        <a:cs typeface="+mn-cs"/>
      </a:defRPr>
    </a:lvl4pPr>
    <a:lvl5pPr marL="2057400" lvl="4" indent="-228600" algn="l" defTabSz="457200" rtl="0" eaLnBrk="1" fontAlgn="base" latinLnBrk="0" hangingPunct="1">
      <a:lnSpc>
        <a:spcPct val="100000"/>
      </a:lnSpc>
      <a:spcBef>
        <a:spcPct val="0"/>
      </a:spcBef>
      <a:spcAft>
        <a:spcPct val="0"/>
      </a:spcAft>
      <a:buSzPct val="100000"/>
      <a:buFont typeface="Times New Roman" panose="02020603050405020304" pitchFamily="16" charset="0"/>
      <a:buNone/>
      <a:defRPr sz="1800" b="0" i="0" u="none" kern="1200" baseline="0">
        <a:solidFill>
          <a:srgbClr val="000000"/>
        </a:solidFill>
        <a:latin typeface="Arial" panose="020B0604020202020204" pitchFamily="34" charset="0"/>
        <a:ea typeface="Microsoft YaHei" panose="020B0503020204020204" charset="-122"/>
        <a:cs typeface="+mn-cs"/>
      </a:defRPr>
    </a:lvl5pPr>
    <a:lvl6pPr marL="2286000" lvl="5" indent="-228600" algn="l" defTabSz="457200" rtl="0" eaLnBrk="1" fontAlgn="base" latinLnBrk="0" hangingPunct="1">
      <a:lnSpc>
        <a:spcPct val="100000"/>
      </a:lnSpc>
      <a:spcBef>
        <a:spcPct val="0"/>
      </a:spcBef>
      <a:spcAft>
        <a:spcPct val="0"/>
      </a:spcAft>
      <a:buSzPct val="100000"/>
      <a:buFont typeface="Times New Roman" panose="02020603050405020304" pitchFamily="16" charset="0"/>
      <a:buNone/>
      <a:defRPr sz="1800" b="0" i="0" u="none" kern="1200" baseline="0">
        <a:solidFill>
          <a:srgbClr val="000000"/>
        </a:solidFill>
        <a:latin typeface="Arial" panose="020B0604020202020204" pitchFamily="34" charset="0"/>
        <a:ea typeface="Microsoft YaHei" panose="020B0503020204020204" charset="-122"/>
        <a:cs typeface="+mn-cs"/>
      </a:defRPr>
    </a:lvl6pPr>
    <a:lvl7pPr marL="2743200" lvl="6" indent="-228600" algn="l" defTabSz="457200" rtl="0" eaLnBrk="1" fontAlgn="base" latinLnBrk="0" hangingPunct="1">
      <a:lnSpc>
        <a:spcPct val="100000"/>
      </a:lnSpc>
      <a:spcBef>
        <a:spcPct val="0"/>
      </a:spcBef>
      <a:spcAft>
        <a:spcPct val="0"/>
      </a:spcAft>
      <a:buSzPct val="100000"/>
      <a:buFont typeface="Times New Roman" panose="02020603050405020304" pitchFamily="16" charset="0"/>
      <a:buNone/>
      <a:defRPr sz="1800" b="0" i="0" u="none" kern="1200" baseline="0">
        <a:solidFill>
          <a:srgbClr val="000000"/>
        </a:solidFill>
        <a:latin typeface="Arial" panose="020B0604020202020204" pitchFamily="34" charset="0"/>
        <a:ea typeface="Microsoft YaHei" panose="020B0503020204020204" charset="-122"/>
        <a:cs typeface="+mn-cs"/>
      </a:defRPr>
    </a:lvl7pPr>
    <a:lvl8pPr marL="3200400" lvl="7" indent="-228600" algn="l" defTabSz="457200" rtl="0" eaLnBrk="1" fontAlgn="base" latinLnBrk="0" hangingPunct="1">
      <a:lnSpc>
        <a:spcPct val="100000"/>
      </a:lnSpc>
      <a:spcBef>
        <a:spcPct val="0"/>
      </a:spcBef>
      <a:spcAft>
        <a:spcPct val="0"/>
      </a:spcAft>
      <a:buSzPct val="100000"/>
      <a:buFont typeface="Times New Roman" panose="02020603050405020304" pitchFamily="16" charset="0"/>
      <a:buNone/>
      <a:defRPr sz="1800" b="0" i="0" u="none" kern="1200" baseline="0">
        <a:solidFill>
          <a:srgbClr val="000000"/>
        </a:solidFill>
        <a:latin typeface="Arial" panose="020B0604020202020204" pitchFamily="34" charset="0"/>
        <a:ea typeface="Microsoft YaHei" panose="020B0503020204020204" charset="-122"/>
        <a:cs typeface="+mn-cs"/>
      </a:defRPr>
    </a:lvl8pPr>
    <a:lvl9pPr marL="3657600" lvl="8" indent="-228600" algn="l" defTabSz="457200" rtl="0" eaLnBrk="1" fontAlgn="base" latinLnBrk="0" hangingPunct="1">
      <a:lnSpc>
        <a:spcPct val="100000"/>
      </a:lnSpc>
      <a:spcBef>
        <a:spcPct val="0"/>
      </a:spcBef>
      <a:spcAft>
        <a:spcPct val="0"/>
      </a:spcAft>
      <a:buSzPct val="100000"/>
      <a:buFont typeface="Times New Roman" panose="02020603050405020304" pitchFamily="16" charset="0"/>
      <a:buNone/>
      <a:defRPr sz="1800" b="0" i="0" u="none" kern="1200" baseline="0">
        <a:solidFill>
          <a:srgbClr val="000000"/>
        </a:solidFill>
        <a:latin typeface="Arial" panose="020B0604020202020204" pitchFamily="34" charset="0"/>
        <a:ea typeface="Microsoft YaHei" panose="020B0503020204020204" charset="-122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293" userDrawn="1">
          <p15:clr>
            <a:srgbClr val="A4A3A4"/>
          </p15:clr>
        </p15:guide>
        <p15:guide id="2" pos="2796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schemeClr val="tx1"/>
    </p:penClr>
    <p:extLs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showOutlineIcons="0">
    <p:restoredLeft sz="15620"/>
    <p:restoredTop sz="94660"/>
  </p:normalViewPr>
  <p:slideViewPr>
    <p:cSldViewPr showGuides="1">
      <p:cViewPr varScale="1">
        <p:scale>
          <a:sx n="85" d="100"/>
          <a:sy n="85" d="100"/>
        </p:scale>
        <p:origin x="-780" y="-84"/>
      </p:cViewPr>
      <p:guideLst>
        <p:guide orient="horz" pos="2293"/>
        <p:guide pos="2796"/>
      </p:guideLst>
    </p:cSldViewPr>
  </p:slideViewPr>
  <p:outlineViewPr>
    <p:cViewPr varScale="1">
      <p:scale>
        <a:sx n="170" d="200"/>
        <a:sy n="170" d="200"/>
      </p:scale>
      <p:origin x="-780" y="-84"/>
    </p:cViewPr>
  </p:outlineViewPr>
  <p:gridSpacing cx="45005" cy="45005"/>
</p:viewPr>
</file>

<file path=ppt/_rels/presentation.xml.rels><?xml version="1.0" encoding="UTF-8" standalone="yes"?>
<Relationships xmlns="http://schemas.openxmlformats.org/package/2006/relationships"><Relationship Id="rId39" Type="http://schemas.openxmlformats.org/officeDocument/2006/relationships/slide" Target="slides/slide35.xml"/><Relationship Id="rId26" Type="http://schemas.openxmlformats.org/officeDocument/2006/relationships/slide" Target="slides/slide22.xml"/><Relationship Id="rId18" Type="http://schemas.openxmlformats.org/officeDocument/2006/relationships/slide" Target="slides/slide14.xml"/><Relationship Id="rId13" Type="http://schemas.openxmlformats.org/officeDocument/2006/relationships/slide" Target="slides/slide9.xml"/><Relationship Id="rId42" Type="http://schemas.openxmlformats.org/officeDocument/2006/relationships/viewProps" Target="viewProps.xml"/><Relationship Id="rId34" Type="http://schemas.openxmlformats.org/officeDocument/2006/relationships/slide" Target="slides/slide30.xml"/><Relationship Id="rId21" Type="http://schemas.openxmlformats.org/officeDocument/2006/relationships/slide" Target="slides/slide17.xml"/><Relationship Id="rId7" Type="http://schemas.openxmlformats.org/officeDocument/2006/relationships/slide" Target="slides/slide3.xml"/><Relationship Id="rId29" Type="http://schemas.openxmlformats.org/officeDocument/2006/relationships/slide" Target="slides/slide25.xml"/><Relationship Id="rId2" Type="http://schemas.openxmlformats.org/officeDocument/2006/relationships/theme" Target="theme/theme1.xml"/><Relationship Id="rId16" Type="http://schemas.openxmlformats.org/officeDocument/2006/relationships/slide" Target="slides/slide12.xml"/><Relationship Id="rId6" Type="http://schemas.openxmlformats.org/officeDocument/2006/relationships/slide" Target="slides/slide2.xml"/><Relationship Id="rId40" Type="http://schemas.openxmlformats.org/officeDocument/2006/relationships/slide" Target="slides/slide36.xml"/><Relationship Id="rId37" Type="http://schemas.openxmlformats.org/officeDocument/2006/relationships/slide" Target="slides/slide33.xml"/><Relationship Id="rId32" Type="http://schemas.openxmlformats.org/officeDocument/2006/relationships/slide" Target="slides/slide28.xml"/><Relationship Id="rId24" Type="http://schemas.openxmlformats.org/officeDocument/2006/relationships/slide" Target="slides/slide20.xml"/><Relationship Id="rId11" Type="http://schemas.openxmlformats.org/officeDocument/2006/relationships/slide" Target="slides/slide7.xml"/><Relationship Id="rId1" Type="http://schemas.openxmlformats.org/officeDocument/2006/relationships/slideMaster" Target="slideMasters/slideMaster1.xml"/><Relationship Id="rId45" Type="http://schemas.openxmlformats.org/officeDocument/2006/relationships/customXml" Target="../customXml/item2.xml"/><Relationship Id="rId5" Type="http://schemas.openxmlformats.org/officeDocument/2006/relationships/notesMaster" Target="notesMasters/notesMaster1.xml"/><Relationship Id="rId36" Type="http://schemas.openxmlformats.org/officeDocument/2006/relationships/slide" Target="slides/slide32.xml"/><Relationship Id="rId28" Type="http://schemas.openxmlformats.org/officeDocument/2006/relationships/slide" Target="slides/slide24.xml"/><Relationship Id="rId23" Type="http://schemas.openxmlformats.org/officeDocument/2006/relationships/slide" Target="slides/slide19.xml"/><Relationship Id="rId15" Type="http://schemas.openxmlformats.org/officeDocument/2006/relationships/slide" Target="slides/slide11.xml"/><Relationship Id="rId31" Type="http://schemas.openxmlformats.org/officeDocument/2006/relationships/slide" Target="slides/slide27.xml"/><Relationship Id="rId19" Type="http://schemas.openxmlformats.org/officeDocument/2006/relationships/slide" Target="slides/slide15.xml"/><Relationship Id="rId10" Type="http://schemas.openxmlformats.org/officeDocument/2006/relationships/slide" Target="slides/slide6.xml"/><Relationship Id="rId44" Type="http://schemas.openxmlformats.org/officeDocument/2006/relationships/customXml" Target="../customXml/item1.xml"/><Relationship Id="rId9" Type="http://schemas.openxmlformats.org/officeDocument/2006/relationships/slide" Target="slides/slide5.xml"/><Relationship Id="rId43" Type="http://schemas.openxmlformats.org/officeDocument/2006/relationships/tableStyles" Target="tableStyles.xml"/><Relationship Id="rId4" Type="http://schemas.openxmlformats.org/officeDocument/2006/relationships/slide" Target="slides/slide1.xml"/><Relationship Id="rId35" Type="http://schemas.openxmlformats.org/officeDocument/2006/relationships/slide" Target="slides/slide31.xml"/><Relationship Id="rId30" Type="http://schemas.openxmlformats.org/officeDocument/2006/relationships/slide" Target="slides/slide26.xml"/><Relationship Id="rId27" Type="http://schemas.openxmlformats.org/officeDocument/2006/relationships/slide" Target="slides/slide23.xml"/><Relationship Id="rId22" Type="http://schemas.openxmlformats.org/officeDocument/2006/relationships/slide" Target="slides/slide18.xml"/><Relationship Id="rId14" Type="http://schemas.openxmlformats.org/officeDocument/2006/relationships/slide" Target="slides/slide10.xml"/><Relationship Id="rId8" Type="http://schemas.openxmlformats.org/officeDocument/2006/relationships/slide" Target="slides/slide4.xml"/><Relationship Id="rId3" Type="http://schemas.openxmlformats.org/officeDocument/2006/relationships/slideMaster" Target="slideMasters/slideMaster2.xml"/><Relationship Id="rId38" Type="http://schemas.openxmlformats.org/officeDocument/2006/relationships/slide" Target="slides/slide34.xml"/><Relationship Id="rId33" Type="http://schemas.openxmlformats.org/officeDocument/2006/relationships/slide" Target="slides/slide29.xml"/><Relationship Id="rId25" Type="http://schemas.openxmlformats.org/officeDocument/2006/relationships/slide" Target="slides/slide21.xml"/><Relationship Id="rId17" Type="http://schemas.openxmlformats.org/officeDocument/2006/relationships/slide" Target="slides/slide13.xml"/><Relationship Id="rId12" Type="http://schemas.openxmlformats.org/officeDocument/2006/relationships/slide" Target="slides/slide8.xml"/><Relationship Id="rId46" Type="http://schemas.openxmlformats.org/officeDocument/2006/relationships/customXml" Target="../customXml/item3.xml"/><Relationship Id="rId41" Type="http://schemas.openxmlformats.org/officeDocument/2006/relationships/presProps" Target="presProps.xml"/><Relationship Id="rId20" Type="http://schemas.openxmlformats.org/officeDocument/2006/relationships/slide" Target="slides/slide16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4098" name="Rounded Rectangle 3072"/>
          <p:cNvSpPr/>
          <p:nvPr/>
        </p:nvSpPr>
        <p:spPr>
          <a:xfrm>
            <a:off x="0" y="0"/>
            <a:ext cx="6858000" cy="9144000"/>
          </a:xfrm>
          <a:prstGeom prst="roundRect">
            <a:avLst>
              <a:gd name="adj" fmla="val 23"/>
            </a:avLst>
          </a:prstGeom>
          <a:solidFill>
            <a:srgbClr val="FFFFFF"/>
          </a:solidFill>
          <a:ln w="9360">
            <a:noFill/>
          </a:ln>
        </p:spPr>
        <p:txBody>
          <a:bodyPr anchor="t" anchorCtr="0"/>
          <a:p>
            <a:pPr lvl="0"/>
            <a:endParaRPr lang="en-US" altLang="zh-CN"/>
          </a:p>
        </p:txBody>
      </p:sp>
      <p:sp>
        <p:nvSpPr>
          <p:cNvPr id="4099" name="Rounded Rectangle 3073"/>
          <p:cNvSpPr/>
          <p:nvPr/>
        </p:nvSpPr>
        <p:spPr>
          <a:xfrm>
            <a:off x="0" y="0"/>
            <a:ext cx="6858000" cy="9144000"/>
          </a:xfrm>
          <a:prstGeom prst="roundRect">
            <a:avLst>
              <a:gd name="adj" fmla="val 23"/>
            </a:avLst>
          </a:prstGeom>
          <a:solidFill>
            <a:srgbClr val="FFFFFF"/>
          </a:solidFill>
          <a:ln w="9525">
            <a:noFill/>
          </a:ln>
        </p:spPr>
        <p:txBody>
          <a:bodyPr anchor="t" anchorCtr="0"/>
          <a:p>
            <a:pPr lvl="0"/>
            <a:endParaRPr lang="en-US" altLang="zh-CN"/>
          </a:p>
        </p:txBody>
      </p:sp>
      <p:sp>
        <p:nvSpPr>
          <p:cNvPr id="4100" name="Text Box 3074"/>
          <p:cNvSpPr txBox="1"/>
          <p:nvPr/>
        </p:nvSpPr>
        <p:spPr>
          <a:xfrm>
            <a:off x="0" y="0"/>
            <a:ext cx="2971800" cy="457200"/>
          </a:xfrm>
          <a:prstGeom prst="rect">
            <a:avLst/>
          </a:prstGeom>
          <a:noFill/>
          <a:ln w="9525">
            <a:noFill/>
          </a:ln>
        </p:spPr>
        <p:txBody>
          <a:bodyPr anchor="t" anchorCtr="0"/>
          <a:p>
            <a:pPr lvl="0"/>
            <a:endParaRPr lang="en-US" altLang="zh-CN"/>
          </a:p>
        </p:txBody>
      </p:sp>
      <p:sp>
        <p:nvSpPr>
          <p:cNvPr id="4101" name="Text Box 3075"/>
          <p:cNvSpPr txBox="1"/>
          <p:nvPr/>
        </p:nvSpPr>
        <p:spPr>
          <a:xfrm>
            <a:off x="3884613" y="0"/>
            <a:ext cx="2971800" cy="457200"/>
          </a:xfrm>
          <a:prstGeom prst="rect">
            <a:avLst/>
          </a:prstGeom>
          <a:noFill/>
          <a:ln w="9525">
            <a:noFill/>
          </a:ln>
        </p:spPr>
        <p:txBody>
          <a:bodyPr anchor="t" anchorCtr="0"/>
          <a:p>
            <a:pPr lvl="0"/>
            <a:endParaRPr lang="en-US" altLang="zh-CN"/>
          </a:p>
        </p:txBody>
      </p:sp>
      <p:sp>
        <p:nvSpPr>
          <p:cNvPr id="4102" name="Slide Image Placeholder 3076"/>
          <p:cNvSpPr>
            <a:spLocks noGrp="1"/>
          </p:cNvSpPr>
          <p:nvPr>
            <p:ph type="sldImg"/>
          </p:nvPr>
        </p:nvSpPr>
        <p:spPr>
          <a:xfrm>
            <a:off x="1143000" y="685800"/>
            <a:ext cx="4568825" cy="3425825"/>
          </a:xfrm>
          <a:prstGeom prst="rect">
            <a:avLst/>
          </a:prstGeom>
          <a:noFill/>
          <a:ln w="9360" cap="sq" cmpd="sng">
            <a:solidFill>
              <a:srgbClr val="000000"/>
            </a:solidFill>
            <a:prstDash val="solid"/>
            <a:miter/>
            <a:headEnd type="none" w="med" len="med"/>
            <a:tailEnd type="none" w="med" len="med"/>
          </a:ln>
        </p:spPr>
      </p:sp>
      <p:sp>
        <p:nvSpPr>
          <p:cNvPr id="4103" name="Text Placeholder 3077"/>
          <p:cNvSpPr>
            <a:spLocks noGrp="1"/>
          </p:cNvSpPr>
          <p:nvPr>
            <p:ph type="body"/>
          </p:nvPr>
        </p:nvSpPr>
        <p:spPr>
          <a:xfrm>
            <a:off x="685800" y="4343400"/>
            <a:ext cx="5483225" cy="4111625"/>
          </a:xfrm>
          <a:prstGeom prst="rect">
            <a:avLst/>
          </a:prstGeom>
          <a:noFill/>
          <a:ln w="9525">
            <a:noFill/>
          </a:ln>
        </p:spPr>
        <p:txBody>
          <a:bodyPr wrap="square" lIns="90000" tIns="46800" rIns="90000" bIns="46800" anchor="t" anchorCtr="0"/>
          <a:p>
            <a:pPr lvl="0"/>
            <a:endParaRPr lang="en-GB"/>
          </a:p>
        </p:txBody>
      </p:sp>
      <p:sp>
        <p:nvSpPr>
          <p:cNvPr id="4104" name="Text Box 3078"/>
          <p:cNvSpPr txBox="1"/>
          <p:nvPr/>
        </p:nvSpPr>
        <p:spPr>
          <a:xfrm>
            <a:off x="0" y="8685213"/>
            <a:ext cx="2971800" cy="457200"/>
          </a:xfrm>
          <a:prstGeom prst="rect">
            <a:avLst/>
          </a:prstGeom>
          <a:noFill/>
          <a:ln w="9525">
            <a:noFill/>
          </a:ln>
        </p:spPr>
        <p:txBody>
          <a:bodyPr anchor="t" anchorCtr="0"/>
          <a:p>
            <a:pPr lvl="0"/>
            <a:endParaRPr lang="en-US" altLang="zh-CN"/>
          </a:p>
        </p:txBody>
      </p:sp>
      <p:sp>
        <p:nvSpPr>
          <p:cNvPr id="3080" name="Slide Number Placeholder 3079"/>
          <p:cNvSpPr>
            <a:spLocks noGrp="1"/>
          </p:cNvSpPr>
          <p:nvPr>
            <p:ph type="sldNum"/>
          </p:nvPr>
        </p:nvSpPr>
        <p:spPr>
          <a:xfrm>
            <a:off x="3884613" y="8685213"/>
            <a:ext cx="2968625" cy="454025"/>
          </a:xfrm>
          <a:prstGeom prst="rect">
            <a:avLst/>
          </a:prstGeom>
          <a:noFill/>
          <a:ln w="9525">
            <a:noFill/>
          </a:ln>
        </p:spPr>
        <p:txBody>
          <a:bodyPr wrap="square" lIns="90000" tIns="46800" rIns="90000" bIns="46800" anchor="b" anchorCtr="0"/>
          <a:p>
            <a:pPr marL="215900" lvl="0" indent="-213995" algn="r" defTabSz="457200" eaLnBrk="1" fontAlgn="base" hangingPunct="1">
              <a:lnSpc>
                <a:spcPct val="100000"/>
              </a:lnSpc>
              <a:buClrTx/>
              <a:buSzPct val="45000"/>
              <a:buFontTx/>
              <a:buNone/>
              <a:tabLst>
                <a:tab pos="723900" algn="l"/>
                <a:tab pos="1447800" algn="l"/>
                <a:tab pos="2171700" algn="l"/>
                <a:tab pos="2895600" algn="l"/>
              </a:tabLst>
            </a:pPr>
            <a:fld id="{9A0DB2DC-4C9A-4742-B13C-FB6460FD3503}" type="slidenum">
              <a:rPr lang="ru-RU" altLang="x-none" sz="1200" strike="noStrike" noProof="1" dirty="0" err="1">
                <a:latin typeface="Times New Roman" panose="02020603050405020304" pitchFamily="16" charset="0"/>
                <a:ea typeface="Arial Unicode MS" charset="-122"/>
                <a:cs typeface="+mn-cs"/>
              </a:rPr>
            </a:fld>
            <a:endParaRPr lang="ru-RU" altLang="x-none" sz="1200" strike="noStrike" noProof="1" dirty="0" err="1">
              <a:latin typeface="Times New Roman" panose="02020603050405020304" pitchFamily="16" charset="0"/>
              <a:ea typeface="Arial Unicode MS" charset="-122"/>
            </a:endParaRP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hf sldNum="0" hdr="0" ftr="0" dt="0"/>
  <p:notesStyle>
    <a:lvl1pPr marL="0" lvl="0" indent="0" algn="l" defTabSz="457200" rtl="0" eaLnBrk="0" fontAlgn="base" latinLnBrk="0" hangingPunct="0">
      <a:lnSpc>
        <a:spcPct val="100000"/>
      </a:lnSpc>
      <a:spcBef>
        <a:spcPct val="30000"/>
      </a:spcBef>
      <a:spcAft>
        <a:spcPct val="0"/>
      </a:spcAft>
      <a:buClr>
        <a:srgbClr val="000000"/>
      </a:buClr>
      <a:buSzPct val="100000"/>
      <a:buFont typeface="Times New Roman" panose="02020603050405020304" pitchFamily="16" charset="0"/>
      <a:buNone/>
      <a:defRPr sz="1200" b="0" i="0" u="none" kern="1200" baseline="0">
        <a:solidFill>
          <a:srgbClr val="000000"/>
        </a:solidFill>
        <a:latin typeface="Times New Roman" panose="02020603050405020304" pitchFamily="16" charset="0"/>
      </a:defRPr>
    </a:lvl1pPr>
    <a:lvl2pPr marL="742950" lvl="1" indent="-285750" algn="l" defTabSz="457200" rtl="0" eaLnBrk="0" fontAlgn="base" latinLnBrk="0" hangingPunct="0">
      <a:lnSpc>
        <a:spcPct val="100000"/>
      </a:lnSpc>
      <a:spcBef>
        <a:spcPct val="30000"/>
      </a:spcBef>
      <a:spcAft>
        <a:spcPct val="0"/>
      </a:spcAft>
      <a:buClr>
        <a:srgbClr val="000000"/>
      </a:buClr>
      <a:buSzPct val="100000"/>
      <a:buFont typeface="Times New Roman" panose="02020603050405020304" pitchFamily="16" charset="0"/>
      <a:buNone/>
      <a:defRPr sz="1200" b="0" i="0" u="none" kern="1200" baseline="0">
        <a:solidFill>
          <a:srgbClr val="000000"/>
        </a:solidFill>
        <a:latin typeface="Times New Roman" panose="02020603050405020304" pitchFamily="16" charset="0"/>
      </a:defRPr>
    </a:lvl2pPr>
    <a:lvl3pPr marL="1143000" lvl="2" indent="-228600" algn="l" defTabSz="457200" rtl="0" eaLnBrk="0" fontAlgn="base" latinLnBrk="0" hangingPunct="0">
      <a:lnSpc>
        <a:spcPct val="100000"/>
      </a:lnSpc>
      <a:spcBef>
        <a:spcPct val="30000"/>
      </a:spcBef>
      <a:spcAft>
        <a:spcPct val="0"/>
      </a:spcAft>
      <a:buClr>
        <a:srgbClr val="000000"/>
      </a:buClr>
      <a:buSzPct val="100000"/>
      <a:buFont typeface="Times New Roman" panose="02020603050405020304" pitchFamily="16" charset="0"/>
      <a:buNone/>
      <a:defRPr sz="1200" b="0" i="0" u="none" kern="1200" baseline="0">
        <a:solidFill>
          <a:srgbClr val="000000"/>
        </a:solidFill>
        <a:latin typeface="Times New Roman" panose="02020603050405020304" pitchFamily="16" charset="0"/>
      </a:defRPr>
    </a:lvl3pPr>
    <a:lvl4pPr marL="1600200" lvl="3" indent="-228600" algn="l" defTabSz="457200" rtl="0" eaLnBrk="0" fontAlgn="base" latinLnBrk="0" hangingPunct="0">
      <a:lnSpc>
        <a:spcPct val="100000"/>
      </a:lnSpc>
      <a:spcBef>
        <a:spcPct val="30000"/>
      </a:spcBef>
      <a:spcAft>
        <a:spcPct val="0"/>
      </a:spcAft>
      <a:buClr>
        <a:srgbClr val="000000"/>
      </a:buClr>
      <a:buSzPct val="100000"/>
      <a:buFont typeface="Times New Roman" panose="02020603050405020304" pitchFamily="16" charset="0"/>
      <a:buNone/>
      <a:defRPr sz="1200" b="0" i="0" u="none" kern="1200" baseline="0">
        <a:solidFill>
          <a:srgbClr val="000000"/>
        </a:solidFill>
        <a:latin typeface="Times New Roman" panose="02020603050405020304" pitchFamily="16" charset="0"/>
      </a:defRPr>
    </a:lvl4pPr>
    <a:lvl5pPr marL="2057400" lvl="4" indent="-228600" algn="l" defTabSz="457200" rtl="0" eaLnBrk="0" fontAlgn="base" latinLnBrk="0" hangingPunct="0">
      <a:lnSpc>
        <a:spcPct val="100000"/>
      </a:lnSpc>
      <a:spcBef>
        <a:spcPct val="30000"/>
      </a:spcBef>
      <a:spcAft>
        <a:spcPct val="0"/>
      </a:spcAft>
      <a:buClr>
        <a:srgbClr val="000000"/>
      </a:buClr>
      <a:buSzPct val="100000"/>
      <a:buFont typeface="Times New Roman" panose="02020603050405020304" pitchFamily="16" charset="0"/>
      <a:buNone/>
      <a:defRPr sz="1200" b="0" i="0" u="none" kern="1200" baseline="0">
        <a:solidFill>
          <a:srgbClr val="000000"/>
        </a:solidFill>
        <a:latin typeface="Times New Roman" panose="02020603050405020304" pitchFamily="16" charset="0"/>
      </a:defRPr>
    </a:lvl5pPr>
    <a:lvl6pPr marL="2286000" lvl="5" indent="-228600" algn="l" defTabSz="457200" rtl="0" eaLnBrk="0" fontAlgn="base" latinLnBrk="0" hangingPunct="0">
      <a:lnSpc>
        <a:spcPct val="100000"/>
      </a:lnSpc>
      <a:spcBef>
        <a:spcPct val="30000"/>
      </a:spcBef>
      <a:spcAft>
        <a:spcPct val="0"/>
      </a:spcAft>
      <a:buClr>
        <a:srgbClr val="000000"/>
      </a:buClr>
      <a:buSzPct val="100000"/>
      <a:buFont typeface="Times New Roman" panose="02020603050405020304" pitchFamily="16" charset="0"/>
      <a:buNone/>
      <a:defRPr sz="1200" b="0" i="0" u="none" kern="1200" baseline="0">
        <a:solidFill>
          <a:srgbClr val="000000"/>
        </a:solidFill>
        <a:latin typeface="Times New Roman" panose="02020603050405020304" pitchFamily="16" charset="0"/>
      </a:defRPr>
    </a:lvl6pPr>
    <a:lvl7pPr marL="2743200" lvl="6" indent="-228600" algn="l" defTabSz="457200" rtl="0" eaLnBrk="0" fontAlgn="base" latinLnBrk="0" hangingPunct="0">
      <a:lnSpc>
        <a:spcPct val="100000"/>
      </a:lnSpc>
      <a:spcBef>
        <a:spcPct val="30000"/>
      </a:spcBef>
      <a:spcAft>
        <a:spcPct val="0"/>
      </a:spcAft>
      <a:buClr>
        <a:srgbClr val="000000"/>
      </a:buClr>
      <a:buSzPct val="100000"/>
      <a:buFont typeface="Times New Roman" panose="02020603050405020304" pitchFamily="16" charset="0"/>
      <a:buNone/>
      <a:defRPr sz="1200" b="0" i="0" u="none" kern="1200" baseline="0">
        <a:solidFill>
          <a:srgbClr val="000000"/>
        </a:solidFill>
        <a:latin typeface="Times New Roman" panose="02020603050405020304" pitchFamily="16" charset="0"/>
      </a:defRPr>
    </a:lvl7pPr>
    <a:lvl8pPr marL="3200400" lvl="7" indent="-228600" algn="l" defTabSz="457200" rtl="0" eaLnBrk="0" fontAlgn="base" latinLnBrk="0" hangingPunct="0">
      <a:lnSpc>
        <a:spcPct val="100000"/>
      </a:lnSpc>
      <a:spcBef>
        <a:spcPct val="30000"/>
      </a:spcBef>
      <a:spcAft>
        <a:spcPct val="0"/>
      </a:spcAft>
      <a:buClr>
        <a:srgbClr val="000000"/>
      </a:buClr>
      <a:buSzPct val="100000"/>
      <a:buFont typeface="Times New Roman" panose="02020603050405020304" pitchFamily="16" charset="0"/>
      <a:buNone/>
      <a:defRPr sz="1200" b="0" i="0" u="none" kern="1200" baseline="0">
        <a:solidFill>
          <a:srgbClr val="000000"/>
        </a:solidFill>
        <a:latin typeface="Times New Roman" panose="02020603050405020304" pitchFamily="16" charset="0"/>
      </a:defRPr>
    </a:lvl8pPr>
    <a:lvl9pPr marL="3657600" lvl="8" indent="-228600" algn="l" defTabSz="457200" rtl="0" eaLnBrk="0" fontAlgn="base" latinLnBrk="0" hangingPunct="0">
      <a:lnSpc>
        <a:spcPct val="100000"/>
      </a:lnSpc>
      <a:spcBef>
        <a:spcPct val="30000"/>
      </a:spcBef>
      <a:spcAft>
        <a:spcPct val="0"/>
      </a:spcAft>
      <a:buClr>
        <a:srgbClr val="000000"/>
      </a:buClr>
      <a:buSzPct val="100000"/>
      <a:buFont typeface="Times New Roman" panose="02020603050405020304" pitchFamily="16" charset="0"/>
      <a:buNone/>
      <a:defRPr sz="1200" b="0" i="0" u="none" kern="1200" baseline="0">
        <a:solidFill>
          <a:srgbClr val="000000"/>
        </a:solidFill>
        <a:latin typeface="Times New Roman" panose="02020603050405020304" pitchFamily="16" charset="0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2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3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4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5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6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7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8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9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0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2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3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4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5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6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7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8.xml"/></Relationships>
</file>

<file path=ppt/notesSlides/_rels/notesSlide19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9.xml"/></Relationships>
</file>

<file path=ppt/notesSlides/_rels/notesSlide20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20.xml"/></Relationships>
</file>

<file path=ppt/notesSlides/_rels/notesSlide21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21.xml"/></Relationships>
</file>

<file path=ppt/notesSlides/_rels/notesSlide22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22.xml"/></Relationships>
</file>

<file path=ppt/notesSlides/_rels/notesSlide23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23.xml"/></Relationships>
</file>

<file path=ppt/notesSlides/_rels/notesSlide24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24.xml"/></Relationships>
</file>

<file path=ppt/notesSlides/_rels/notesSlide25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25.xml"/></Relationships>
</file>

<file path=ppt/notesSlides/_rels/notesSlide26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26.xml"/></Relationships>
</file>

<file path=ppt/notesSlides/_rels/notesSlide27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27.xml"/></Relationships>
</file>

<file path=ppt/notesSlides/_rels/notesSlide28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28.xml"/></Relationships>
</file>

<file path=ppt/notesSlides/_rels/notesSlide29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29.xml"/></Relationships>
</file>

<file path=ppt/notesSlides/_rels/notesSlide30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30.xml"/></Relationships>
</file>

<file path=ppt/notesSlides/_rels/notesSlide31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31.xml"/></Relationships>
</file>

<file path=ppt/notesSlides/_rels/notesSlide32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32.xml"/></Relationships>
</file>

<file path=ppt/notesSlides/_rels/notesSlide33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33.xml"/></Relationships>
</file>

<file path=ppt/notesSlides/_rels/notesSlide34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34.xml"/></Relationships>
</file>

<file path=ppt/notesSlides/_rels/notesSlide35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35.xml"/></Relationships>
</file>

<file path=ppt/notesSlides/_rels/notesSlide36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36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6146" name="Slide Number Placeholder 1"/>
          <p:cNvSpPr/>
          <p:nvPr>
            <p:ph type="sldNum" sz="quarter"/>
          </p:nvPr>
        </p:nvSpPr>
        <p:spPr>
          <a:xfrm>
            <a:off x="3884613" y="8685213"/>
            <a:ext cx="2968625" cy="454025"/>
          </a:xfrm>
          <a:prstGeom prst="rect">
            <a:avLst/>
          </a:prstGeom>
          <a:noFill/>
          <a:ln w="9525">
            <a:noFill/>
          </a:ln>
        </p:spPr>
        <p:txBody>
          <a:bodyPr wrap="square" lIns="90000" tIns="46800" rIns="90000" bIns="46800" anchor="b" anchorCtr="0"/>
          <a:p>
            <a:pPr marL="215900" lvl="0" indent="-213995" algn="r" defTabSz="457200">
              <a:buClrTx/>
              <a:buSzPct val="45000"/>
              <a:buFontTx/>
              <a:tabLst>
                <a:tab pos="723900" algn="l"/>
                <a:tab pos="1447800" algn="l"/>
                <a:tab pos="2171700" algn="l"/>
                <a:tab pos="2895600" algn="l"/>
              </a:tabLst>
            </a:pPr>
            <a:fld id="{9A0DB2DC-4C9A-4742-B13C-FB6460FD3503}" type="slidenum">
              <a:rPr lang="ru-RU" altLang="x-none" sz="1200" dirty="0" err="1">
                <a:solidFill>
                  <a:srgbClr val="000000"/>
                </a:solidFill>
                <a:latin typeface="Times New Roman" panose="02020603050405020304" pitchFamily="16" charset="0"/>
                <a:ea typeface="Arial Unicode MS" charset="-122"/>
              </a:rPr>
            </a:fld>
            <a:endParaRPr lang="ru-RU" altLang="x-none" sz="1200" dirty="0" err="1">
              <a:solidFill>
                <a:srgbClr val="000000"/>
              </a:solidFill>
              <a:latin typeface="Times New Roman" panose="02020603050405020304" pitchFamily="16" charset="0"/>
              <a:ea typeface="Arial Unicode MS" charset="-122"/>
            </a:endParaRPr>
          </a:p>
        </p:txBody>
      </p:sp>
      <p:sp>
        <p:nvSpPr>
          <p:cNvPr id="6147" name="Slide Image Placeholder 38912"/>
          <p:cNvSpPr txBox="1">
            <a:spLocks noGrp="1"/>
          </p:cNvSpPr>
          <p:nvPr>
            <p:ph type="sldImg"/>
          </p:nvPr>
        </p:nvSpPr>
        <p:spPr>
          <a:xfrm>
            <a:off x="1143000" y="685800"/>
            <a:ext cx="4572000" cy="3429000"/>
          </a:xfrm>
          <a:solidFill>
            <a:srgbClr val="FFFFFF"/>
          </a:solidFill>
          <a:ln cap="flat"/>
        </p:spPr>
      </p:sp>
      <p:sp>
        <p:nvSpPr>
          <p:cNvPr id="6148" name="Text Placeholder 38913"/>
          <p:cNvSpPr txBox="1">
            <a:spLocks noGrp="1"/>
          </p:cNvSpPr>
          <p:nvPr>
            <p:ph type="body"/>
          </p:nvPr>
        </p:nvSpPr>
        <p:spPr>
          <a:xfrm>
            <a:off x="685800" y="4343400"/>
            <a:ext cx="5486400" cy="4114800"/>
          </a:xfrm>
        </p:spPr>
        <p:txBody>
          <a:bodyPr wrap="none" lIns="90000" tIns="46800" rIns="90000" bIns="46800" anchor="ctr" anchorCtr="0"/>
          <a:p>
            <a:pPr lvl="0"/>
            <a:endParaRPr lang="en-GB"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8194" name="Slide Number Placeholder 1"/>
          <p:cNvSpPr/>
          <p:nvPr>
            <p:ph type="sldNum" sz="quarter"/>
          </p:nvPr>
        </p:nvSpPr>
        <p:spPr>
          <a:xfrm>
            <a:off x="3884613" y="8685213"/>
            <a:ext cx="2968625" cy="454025"/>
          </a:xfrm>
          <a:prstGeom prst="rect">
            <a:avLst/>
          </a:prstGeom>
          <a:noFill/>
          <a:ln w="9525">
            <a:noFill/>
          </a:ln>
        </p:spPr>
        <p:txBody>
          <a:bodyPr wrap="square" lIns="90000" tIns="46800" rIns="90000" bIns="46800" anchor="b" anchorCtr="0"/>
          <a:p>
            <a:pPr marL="215900" lvl="0" indent="-213995" algn="r" defTabSz="457200">
              <a:buClrTx/>
              <a:buSzPct val="45000"/>
              <a:buFontTx/>
              <a:tabLst>
                <a:tab pos="723900" algn="l"/>
                <a:tab pos="1447800" algn="l"/>
                <a:tab pos="2171700" algn="l"/>
                <a:tab pos="2895600" algn="l"/>
              </a:tabLst>
            </a:pPr>
            <a:fld id="{9A0DB2DC-4C9A-4742-B13C-FB6460FD3503}" type="slidenum">
              <a:rPr lang="ru-RU" altLang="x-none" sz="1200" dirty="0" err="1">
                <a:latin typeface="Times New Roman" panose="02020603050405020304" pitchFamily="16" charset="0"/>
                <a:ea typeface="Arial Unicode MS" charset="-122"/>
              </a:rPr>
            </a:fld>
            <a:endParaRPr lang="ru-RU" altLang="x-none" sz="1200" dirty="0" err="1">
              <a:latin typeface="Times New Roman" panose="02020603050405020304" pitchFamily="16" charset="0"/>
              <a:ea typeface="Arial Unicode MS" charset="-122"/>
            </a:endParaRPr>
          </a:p>
        </p:txBody>
      </p:sp>
      <p:sp>
        <p:nvSpPr>
          <p:cNvPr id="8195" name="Slide Image Placeholder 39936"/>
          <p:cNvSpPr txBox="1">
            <a:spLocks noGrp="1"/>
          </p:cNvSpPr>
          <p:nvPr>
            <p:ph type="sldImg"/>
          </p:nvPr>
        </p:nvSpPr>
        <p:spPr>
          <a:xfrm>
            <a:off x="1143000" y="685800"/>
            <a:ext cx="4572000" cy="3429000"/>
          </a:xfrm>
          <a:solidFill>
            <a:srgbClr val="FFFFFF"/>
          </a:solidFill>
          <a:ln cap="flat"/>
        </p:spPr>
      </p:sp>
      <p:sp>
        <p:nvSpPr>
          <p:cNvPr id="8196" name="Text Placeholder 39937"/>
          <p:cNvSpPr txBox="1">
            <a:spLocks noGrp="1"/>
          </p:cNvSpPr>
          <p:nvPr>
            <p:ph type="body"/>
          </p:nvPr>
        </p:nvSpPr>
        <p:spPr>
          <a:xfrm>
            <a:off x="685800" y="4343400"/>
            <a:ext cx="5486400" cy="4114800"/>
          </a:xfrm>
        </p:spPr>
        <p:txBody>
          <a:bodyPr wrap="none" lIns="90000" tIns="46800" rIns="90000" bIns="46800" anchor="ctr" anchorCtr="0"/>
          <a:p>
            <a:pPr lvl="0"/>
            <a:endParaRPr lang="en-GB"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Slide Number Placeholder 1"/>
          <p:cNvSpPr/>
          <p:nvPr>
            <p:ph type="sldNum" idx="2"/>
          </p:nvPr>
        </p:nvSpPr>
        <p:spPr/>
        <p:txBody>
          <a:bodyPr/>
          <a:p>
            <a:pPr marL="215900" lvl="0" indent="-196850" algn="r" defTabSz="457200" eaLnBrk="1" hangingPunct="1">
              <a:lnSpc>
                <a:spcPct val="100000"/>
              </a:lnSpc>
              <a:buClrTx/>
              <a:buSzPct val="45000"/>
              <a:buFontTx/>
              <a:buNone/>
              <a:tabLst>
                <a:tab pos="723900" algn="l"/>
                <a:tab pos="1447800" algn="l"/>
                <a:tab pos="2171700" algn="l"/>
                <a:tab pos="2895600" algn="l"/>
              </a:tabLst>
            </a:pPr>
            <a:fld id="{9A0DB2DC-4C9A-4742-B13C-FB6460FD3503}" type="slidenum">
              <a:rPr lang="ru-RU" altLang="x-none" sz="1200" dirty="0" err="1">
                <a:latin typeface="Times New Roman" panose="02020603050405020304" pitchFamily="16" charset="0"/>
                <a:cs typeface="Arial Unicode MS" charset="0"/>
              </a:rPr>
            </a:fld>
            <a:endParaRPr lang="ru-RU" altLang="x-none" sz="1200" dirty="0" err="1">
              <a:latin typeface="Times New Roman" panose="02020603050405020304" pitchFamily="16" charset="0"/>
              <a:ea typeface="Arial Unicode MS" charset="0"/>
              <a:cs typeface="Arial Unicode MS" charset="0"/>
            </a:endParaRPr>
          </a:p>
        </p:txBody>
      </p:sp>
      <p:sp>
        <p:nvSpPr>
          <p:cNvPr id="109569" name="Slide Image Placeholder 109568"/>
          <p:cNvSpPr txBox="1"/>
          <p:nvPr>
            <p:ph type="sldImg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solidFill>
            <a:srgbClr val="FFFFFF"/>
          </a:solidFill>
          <a:ln w="9525" cap="flat" cmpd="sng">
            <a:solidFill>
              <a:srgbClr val="000000"/>
            </a:solidFill>
            <a:prstDash val="solid"/>
            <a:miter/>
            <a:headEnd type="none" w="med" len="med"/>
            <a:tailEnd type="none" w="med" len="med"/>
          </a:ln>
        </p:spPr>
      </p:sp>
      <p:sp>
        <p:nvSpPr>
          <p:cNvPr id="109570" name="Text Placeholder 109569"/>
          <p:cNvSpPr txBox="1"/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 w="9525">
            <a:noFill/>
          </a:ln>
        </p:spPr>
        <p:txBody>
          <a:bodyPr wrap="none" anchor="ctr" anchorCtr="0"/>
          <a:p>
            <a:pPr lvl="0"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10242" name="Slide Number Placeholder 1"/>
          <p:cNvSpPr/>
          <p:nvPr>
            <p:ph type="sldNum" sz="quarter"/>
          </p:nvPr>
        </p:nvSpPr>
        <p:spPr>
          <a:xfrm>
            <a:off x="3884613" y="8685213"/>
            <a:ext cx="2968625" cy="454025"/>
          </a:xfrm>
          <a:prstGeom prst="rect">
            <a:avLst/>
          </a:prstGeom>
          <a:noFill/>
          <a:ln w="9525">
            <a:noFill/>
          </a:ln>
        </p:spPr>
        <p:txBody>
          <a:bodyPr wrap="square" lIns="90000" tIns="46800" rIns="90000" bIns="46800" anchor="b" anchorCtr="0"/>
          <a:p>
            <a:pPr marL="215900" lvl="0" indent="-213995" algn="r" defTabSz="457200">
              <a:buClrTx/>
              <a:buSzPct val="45000"/>
              <a:buFontTx/>
              <a:tabLst>
                <a:tab pos="723900" algn="l"/>
                <a:tab pos="1447800" algn="l"/>
                <a:tab pos="2171700" algn="l"/>
                <a:tab pos="2895600" algn="l"/>
              </a:tabLst>
            </a:pPr>
            <a:fld id="{9A0DB2DC-4C9A-4742-B13C-FB6460FD3503}" type="slidenum">
              <a:rPr lang="ru-RU" altLang="x-none" sz="1200" dirty="0" err="1">
                <a:latin typeface="Times New Roman" panose="02020603050405020304" pitchFamily="16" charset="0"/>
                <a:ea typeface="Arial Unicode MS" charset="-122"/>
              </a:rPr>
            </a:fld>
            <a:endParaRPr lang="ru-RU" altLang="x-none" sz="1200" dirty="0" err="1">
              <a:latin typeface="Times New Roman" panose="02020603050405020304" pitchFamily="16" charset="0"/>
              <a:ea typeface="Arial Unicode MS" charset="-122"/>
            </a:endParaRPr>
          </a:p>
        </p:txBody>
      </p:sp>
      <p:sp>
        <p:nvSpPr>
          <p:cNvPr id="10243" name="Slide Image Placeholder 40960"/>
          <p:cNvSpPr txBox="1">
            <a:spLocks noGrp="1"/>
          </p:cNvSpPr>
          <p:nvPr>
            <p:ph type="sldImg"/>
          </p:nvPr>
        </p:nvSpPr>
        <p:spPr>
          <a:xfrm>
            <a:off x="1143000" y="685800"/>
            <a:ext cx="4572000" cy="3429000"/>
          </a:xfrm>
          <a:solidFill>
            <a:srgbClr val="FFFFFF"/>
          </a:solidFill>
          <a:ln cap="flat"/>
        </p:spPr>
      </p:sp>
      <p:sp>
        <p:nvSpPr>
          <p:cNvPr id="10244" name="Text Placeholder 40961"/>
          <p:cNvSpPr txBox="1">
            <a:spLocks noGrp="1"/>
          </p:cNvSpPr>
          <p:nvPr>
            <p:ph type="body"/>
          </p:nvPr>
        </p:nvSpPr>
        <p:spPr>
          <a:xfrm>
            <a:off x="685800" y="4343400"/>
            <a:ext cx="5486400" cy="4114800"/>
          </a:xfrm>
        </p:spPr>
        <p:txBody>
          <a:bodyPr wrap="none" lIns="90000" tIns="46800" rIns="90000" bIns="46800" anchor="ctr" anchorCtr="0"/>
          <a:p>
            <a:pPr lvl="0"/>
            <a:endParaRPr lang="en-GB"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10242" name="Slide Number Placeholder 1"/>
          <p:cNvSpPr/>
          <p:nvPr>
            <p:ph type="sldNum" sz="quarter"/>
          </p:nvPr>
        </p:nvSpPr>
        <p:spPr>
          <a:xfrm>
            <a:off x="3884613" y="8685213"/>
            <a:ext cx="2968625" cy="454025"/>
          </a:xfrm>
          <a:prstGeom prst="rect">
            <a:avLst/>
          </a:prstGeom>
          <a:noFill/>
          <a:ln w="9525">
            <a:noFill/>
          </a:ln>
        </p:spPr>
        <p:txBody>
          <a:bodyPr wrap="square" lIns="90000" tIns="46800" rIns="90000" bIns="46800" anchor="b" anchorCtr="0"/>
          <a:p>
            <a:pPr marL="215900" lvl="0" indent="-213995" algn="r" defTabSz="457200">
              <a:buClrTx/>
              <a:buSzPct val="45000"/>
              <a:buFontTx/>
              <a:tabLst>
                <a:tab pos="723900" algn="l"/>
                <a:tab pos="1447800" algn="l"/>
                <a:tab pos="2171700" algn="l"/>
                <a:tab pos="2895600" algn="l"/>
              </a:tabLst>
            </a:pPr>
            <a:fld id="{9A0DB2DC-4C9A-4742-B13C-FB6460FD3503}" type="slidenum">
              <a:rPr lang="ru-RU" altLang="x-none" sz="1200" dirty="0" err="1">
                <a:latin typeface="Times New Roman" panose="02020603050405020304" pitchFamily="16" charset="0"/>
                <a:ea typeface="Arial Unicode MS" charset="-122"/>
              </a:rPr>
            </a:fld>
            <a:endParaRPr lang="ru-RU" altLang="x-none" sz="1200" dirty="0" err="1">
              <a:latin typeface="Times New Roman" panose="02020603050405020304" pitchFamily="16" charset="0"/>
              <a:ea typeface="Arial Unicode MS" charset="-122"/>
            </a:endParaRPr>
          </a:p>
        </p:txBody>
      </p:sp>
      <p:sp>
        <p:nvSpPr>
          <p:cNvPr id="10243" name="Slide Image Placeholder 40960"/>
          <p:cNvSpPr txBox="1">
            <a:spLocks noGrp="1"/>
          </p:cNvSpPr>
          <p:nvPr>
            <p:ph type="sldImg"/>
          </p:nvPr>
        </p:nvSpPr>
        <p:spPr>
          <a:xfrm>
            <a:off x="1143000" y="685800"/>
            <a:ext cx="4572000" cy="3429000"/>
          </a:xfrm>
          <a:solidFill>
            <a:srgbClr val="FFFFFF"/>
          </a:solidFill>
          <a:ln cap="flat"/>
        </p:spPr>
      </p:sp>
      <p:sp>
        <p:nvSpPr>
          <p:cNvPr id="10244" name="Text Placeholder 40961"/>
          <p:cNvSpPr txBox="1">
            <a:spLocks noGrp="1"/>
          </p:cNvSpPr>
          <p:nvPr>
            <p:ph type="body"/>
          </p:nvPr>
        </p:nvSpPr>
        <p:spPr>
          <a:xfrm>
            <a:off x="685800" y="4343400"/>
            <a:ext cx="5486400" cy="4114800"/>
          </a:xfrm>
        </p:spPr>
        <p:txBody>
          <a:bodyPr wrap="none" lIns="90000" tIns="46800" rIns="90000" bIns="46800" anchor="ctr" anchorCtr="0"/>
          <a:p>
            <a:pPr lvl="0"/>
            <a:endParaRPr lang="en-GB"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98306" name="Slide Number Placeholder 1"/>
          <p:cNvSpPr/>
          <p:nvPr>
            <p:ph type="sldNum" sz="quarter"/>
          </p:nvPr>
        </p:nvSpPr>
        <p:spPr>
          <a:xfrm>
            <a:off x="3884613" y="8685213"/>
            <a:ext cx="2968625" cy="454025"/>
          </a:xfrm>
          <a:prstGeom prst="rect">
            <a:avLst/>
          </a:prstGeom>
          <a:noFill/>
          <a:ln w="9525">
            <a:noFill/>
          </a:ln>
        </p:spPr>
        <p:txBody>
          <a:bodyPr wrap="square" lIns="90000" tIns="46800" rIns="90000" bIns="46800" anchor="b" anchorCtr="0"/>
          <a:p>
            <a:pPr marL="215900" lvl="0" indent="-213995" algn="r" defTabSz="457200">
              <a:buClrTx/>
              <a:buSzPct val="45000"/>
              <a:buFontTx/>
              <a:tabLst>
                <a:tab pos="723900" algn="l"/>
                <a:tab pos="1447800" algn="l"/>
                <a:tab pos="2171700" algn="l"/>
                <a:tab pos="2895600" algn="l"/>
              </a:tabLst>
            </a:pPr>
            <a:fld id="{9A0DB2DC-4C9A-4742-B13C-FB6460FD3503}" type="slidenum">
              <a:rPr lang="ru-RU" altLang="x-none" sz="1200" dirty="0" err="1">
                <a:latin typeface="Times New Roman" panose="02020603050405020304" pitchFamily="16" charset="0"/>
                <a:ea typeface="Arial Unicode MS" charset="-122"/>
              </a:rPr>
            </a:fld>
            <a:endParaRPr lang="ru-RU" altLang="x-none" sz="1200" dirty="0" err="1">
              <a:latin typeface="Times New Roman" panose="02020603050405020304" pitchFamily="16" charset="0"/>
              <a:ea typeface="Arial Unicode MS" charset="-122"/>
            </a:endParaRPr>
          </a:p>
        </p:txBody>
      </p:sp>
      <p:sp>
        <p:nvSpPr>
          <p:cNvPr id="98307" name="Slide Image Placeholder 71680"/>
          <p:cNvSpPr txBox="1">
            <a:spLocks noGrp="1"/>
          </p:cNvSpPr>
          <p:nvPr>
            <p:ph type="sldImg"/>
          </p:nvPr>
        </p:nvSpPr>
        <p:spPr>
          <a:xfrm>
            <a:off x="1143000" y="685800"/>
            <a:ext cx="4572000" cy="3429000"/>
          </a:xfrm>
          <a:solidFill>
            <a:srgbClr val="FFFFFF"/>
          </a:solidFill>
          <a:ln cap="flat"/>
        </p:spPr>
      </p:sp>
      <p:sp>
        <p:nvSpPr>
          <p:cNvPr id="98308" name="Text Placeholder 71681"/>
          <p:cNvSpPr txBox="1">
            <a:spLocks noGrp="1"/>
          </p:cNvSpPr>
          <p:nvPr>
            <p:ph type="body"/>
          </p:nvPr>
        </p:nvSpPr>
        <p:spPr>
          <a:xfrm>
            <a:off x="685800" y="4343400"/>
            <a:ext cx="5486400" cy="4114800"/>
          </a:xfrm>
        </p:spPr>
        <p:txBody>
          <a:bodyPr wrap="none" lIns="90000" tIns="46800" rIns="90000" bIns="46800" anchor="ctr" anchorCtr="0"/>
          <a:p>
            <a:pPr lvl="0"/>
            <a:endParaRPr lang="en-GB"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12290" name="Slide Number Placeholder 1"/>
          <p:cNvSpPr/>
          <p:nvPr>
            <p:ph type="sldNum" sz="quarter"/>
          </p:nvPr>
        </p:nvSpPr>
        <p:spPr>
          <a:xfrm>
            <a:off x="3884613" y="8685213"/>
            <a:ext cx="2963862" cy="449262"/>
          </a:xfrm>
          <a:prstGeom prst="rect">
            <a:avLst/>
          </a:prstGeom>
          <a:noFill/>
          <a:ln w="9525">
            <a:noFill/>
          </a:ln>
        </p:spPr>
        <p:txBody>
          <a:bodyPr wrap="square" lIns="90000" tIns="46800" rIns="90000" bIns="46800" anchor="b" anchorCtr="0"/>
          <a:p>
            <a:pPr marL="215900" lvl="0" indent="-209550" algn="r" defTabSz="457200">
              <a:buClrTx/>
              <a:buSzPct val="45000"/>
              <a:buFontTx/>
              <a:tabLst>
                <a:tab pos="723900" algn="l"/>
                <a:tab pos="1447800" algn="l"/>
                <a:tab pos="2171700" algn="l"/>
                <a:tab pos="2895600" algn="l"/>
              </a:tabLst>
            </a:pPr>
            <a:fld id="{9A0DB2DC-4C9A-4742-B13C-FB6460FD3503}" type="slidenum">
              <a:rPr lang="ru-RU" altLang="x-none" sz="1200" dirty="0" err="1">
                <a:latin typeface="Times New Roman" panose="02020603050405020304" pitchFamily="16" charset="0"/>
                <a:ea typeface="Arial Unicode MS" charset="-122"/>
              </a:rPr>
            </a:fld>
            <a:endParaRPr lang="ru-RU" altLang="x-none" sz="1200" dirty="0" err="1">
              <a:latin typeface="Times New Roman" panose="02020603050405020304" pitchFamily="16" charset="0"/>
              <a:ea typeface="Arial Unicode MS" charset="-122"/>
            </a:endParaRPr>
          </a:p>
        </p:txBody>
      </p:sp>
      <p:sp>
        <p:nvSpPr>
          <p:cNvPr id="12291" name="Slide Image Placeholder 50176"/>
          <p:cNvSpPr txBox="1">
            <a:spLocks noGrp="1"/>
          </p:cNvSpPr>
          <p:nvPr>
            <p:ph type="sldImg"/>
          </p:nvPr>
        </p:nvSpPr>
        <p:spPr>
          <a:xfrm>
            <a:off x="1143000" y="685800"/>
            <a:ext cx="4572000" cy="3429000"/>
          </a:xfrm>
          <a:solidFill>
            <a:srgbClr val="FFFFFF"/>
          </a:solidFill>
          <a:ln cap="flat"/>
        </p:spPr>
      </p:sp>
      <p:sp>
        <p:nvSpPr>
          <p:cNvPr id="12292" name="Text Placeholder 50177"/>
          <p:cNvSpPr txBox="1">
            <a:spLocks noGrp="1"/>
          </p:cNvSpPr>
          <p:nvPr>
            <p:ph type="body"/>
          </p:nvPr>
        </p:nvSpPr>
        <p:spPr>
          <a:xfrm>
            <a:off x="685800" y="4343400"/>
            <a:ext cx="5486400" cy="4114800"/>
          </a:xfrm>
        </p:spPr>
        <p:txBody>
          <a:bodyPr wrap="none" lIns="90000" tIns="46800" rIns="90000" bIns="46800" anchor="ctr" anchorCtr="0"/>
          <a:p>
            <a:pPr lvl="0"/>
            <a:endParaRPr lang="en-GB"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14338" name="Slide Number Placeholder 1"/>
          <p:cNvSpPr/>
          <p:nvPr>
            <p:ph type="sldNum" sz="quarter"/>
          </p:nvPr>
        </p:nvSpPr>
        <p:spPr>
          <a:xfrm>
            <a:off x="3884613" y="8685213"/>
            <a:ext cx="2963862" cy="449262"/>
          </a:xfrm>
          <a:prstGeom prst="rect">
            <a:avLst/>
          </a:prstGeom>
          <a:noFill/>
          <a:ln w="9525">
            <a:noFill/>
          </a:ln>
        </p:spPr>
        <p:txBody>
          <a:bodyPr wrap="square" lIns="90000" tIns="46800" rIns="90000" bIns="46800" anchor="b" anchorCtr="0"/>
          <a:p>
            <a:pPr marL="215900" lvl="0" indent="-209550" algn="r" defTabSz="457200">
              <a:buClrTx/>
              <a:buSzPct val="45000"/>
              <a:buFontTx/>
              <a:tabLst>
                <a:tab pos="723900" algn="l"/>
                <a:tab pos="1447800" algn="l"/>
                <a:tab pos="2171700" algn="l"/>
                <a:tab pos="2895600" algn="l"/>
              </a:tabLst>
            </a:pPr>
            <a:fld id="{9A0DB2DC-4C9A-4742-B13C-FB6460FD3503}" type="slidenum">
              <a:rPr lang="ru-RU" altLang="x-none" sz="1200" dirty="0" err="1">
                <a:latin typeface="Times New Roman" panose="02020603050405020304" pitchFamily="16" charset="0"/>
                <a:ea typeface="Arial Unicode MS" charset="-122"/>
              </a:rPr>
            </a:fld>
            <a:endParaRPr lang="ru-RU" altLang="x-none" sz="1200" dirty="0" err="1">
              <a:latin typeface="Times New Roman" panose="02020603050405020304" pitchFamily="16" charset="0"/>
              <a:ea typeface="Arial Unicode MS" charset="-122"/>
            </a:endParaRPr>
          </a:p>
        </p:txBody>
      </p:sp>
      <p:sp>
        <p:nvSpPr>
          <p:cNvPr id="14339" name="Slide Image Placeholder 51200"/>
          <p:cNvSpPr txBox="1">
            <a:spLocks noGrp="1"/>
          </p:cNvSpPr>
          <p:nvPr>
            <p:ph type="sldImg"/>
          </p:nvPr>
        </p:nvSpPr>
        <p:spPr>
          <a:xfrm>
            <a:off x="1143000" y="685800"/>
            <a:ext cx="4572000" cy="3429000"/>
          </a:xfrm>
          <a:solidFill>
            <a:srgbClr val="FFFFFF"/>
          </a:solidFill>
          <a:ln cap="flat"/>
        </p:spPr>
      </p:sp>
      <p:sp>
        <p:nvSpPr>
          <p:cNvPr id="14340" name="Text Placeholder 51201"/>
          <p:cNvSpPr txBox="1">
            <a:spLocks noGrp="1"/>
          </p:cNvSpPr>
          <p:nvPr>
            <p:ph type="body"/>
          </p:nvPr>
        </p:nvSpPr>
        <p:spPr>
          <a:xfrm>
            <a:off x="685800" y="4343400"/>
            <a:ext cx="5486400" cy="4114800"/>
          </a:xfrm>
        </p:spPr>
        <p:txBody>
          <a:bodyPr wrap="none" lIns="90000" tIns="46800" rIns="90000" bIns="46800" anchor="ctr" anchorCtr="0"/>
          <a:p>
            <a:pPr lvl="0"/>
            <a:endParaRPr lang="en-GB"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18434" name="Slide Number Placeholder 1"/>
          <p:cNvSpPr/>
          <p:nvPr>
            <p:ph type="sldNum" sz="quarter"/>
          </p:nvPr>
        </p:nvSpPr>
        <p:spPr>
          <a:xfrm>
            <a:off x="3884613" y="8685213"/>
            <a:ext cx="2963862" cy="449262"/>
          </a:xfrm>
          <a:prstGeom prst="rect">
            <a:avLst/>
          </a:prstGeom>
          <a:noFill/>
          <a:ln w="9525">
            <a:noFill/>
          </a:ln>
        </p:spPr>
        <p:txBody>
          <a:bodyPr wrap="square" lIns="90000" tIns="46800" rIns="90000" bIns="46800" anchor="b" anchorCtr="0"/>
          <a:p>
            <a:pPr marL="215900" lvl="0" indent="-209550" algn="r" defTabSz="457200">
              <a:buClrTx/>
              <a:buSzPct val="45000"/>
              <a:buFontTx/>
              <a:tabLst>
                <a:tab pos="723900" algn="l"/>
                <a:tab pos="1447800" algn="l"/>
                <a:tab pos="2171700" algn="l"/>
                <a:tab pos="2895600" algn="l"/>
              </a:tabLst>
            </a:pPr>
            <a:fld id="{9A0DB2DC-4C9A-4742-B13C-FB6460FD3503}" type="slidenum">
              <a:rPr lang="ru-RU" altLang="x-none" sz="1200" dirty="0" err="1">
                <a:latin typeface="Times New Roman" panose="02020603050405020304" pitchFamily="16" charset="0"/>
                <a:ea typeface="Arial Unicode MS" charset="-122"/>
              </a:rPr>
            </a:fld>
            <a:endParaRPr lang="ru-RU" altLang="x-none" sz="1200" dirty="0" err="1">
              <a:latin typeface="Times New Roman" panose="02020603050405020304" pitchFamily="16" charset="0"/>
              <a:ea typeface="Arial Unicode MS" charset="-122"/>
            </a:endParaRPr>
          </a:p>
        </p:txBody>
      </p:sp>
      <p:sp>
        <p:nvSpPr>
          <p:cNvPr id="18435" name="Slide Image Placeholder 53248"/>
          <p:cNvSpPr txBox="1">
            <a:spLocks noGrp="1"/>
          </p:cNvSpPr>
          <p:nvPr>
            <p:ph type="sldImg"/>
          </p:nvPr>
        </p:nvSpPr>
        <p:spPr>
          <a:xfrm>
            <a:off x="1143000" y="685800"/>
            <a:ext cx="4572000" cy="3429000"/>
          </a:xfrm>
          <a:solidFill>
            <a:srgbClr val="FFFFFF"/>
          </a:solidFill>
          <a:ln cap="flat"/>
        </p:spPr>
      </p:sp>
      <p:sp>
        <p:nvSpPr>
          <p:cNvPr id="18436" name="Text Placeholder 53249"/>
          <p:cNvSpPr txBox="1">
            <a:spLocks noGrp="1"/>
          </p:cNvSpPr>
          <p:nvPr>
            <p:ph type="body"/>
          </p:nvPr>
        </p:nvSpPr>
        <p:spPr>
          <a:xfrm>
            <a:off x="685800" y="4343400"/>
            <a:ext cx="5486400" cy="4114800"/>
          </a:xfrm>
        </p:spPr>
        <p:txBody>
          <a:bodyPr wrap="none" lIns="90000" tIns="46800" rIns="90000" bIns="46800" anchor="ctr" anchorCtr="0"/>
          <a:p>
            <a:pPr lvl="0"/>
            <a:endParaRPr lang="en-GB"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18434" name="Slide Number Placeholder 1"/>
          <p:cNvSpPr/>
          <p:nvPr>
            <p:ph type="sldNum" sz="quarter"/>
          </p:nvPr>
        </p:nvSpPr>
        <p:spPr>
          <a:xfrm>
            <a:off x="3884613" y="8685213"/>
            <a:ext cx="2963862" cy="449262"/>
          </a:xfrm>
          <a:prstGeom prst="rect">
            <a:avLst/>
          </a:prstGeom>
          <a:noFill/>
          <a:ln w="9525">
            <a:noFill/>
          </a:ln>
        </p:spPr>
        <p:txBody>
          <a:bodyPr wrap="square" lIns="90000" tIns="46800" rIns="90000" bIns="46800" anchor="b" anchorCtr="0"/>
          <a:p>
            <a:pPr marL="215900" lvl="0" indent="-209550" algn="r" defTabSz="457200">
              <a:buClrTx/>
              <a:buSzPct val="45000"/>
              <a:buFontTx/>
              <a:tabLst>
                <a:tab pos="723900" algn="l"/>
                <a:tab pos="1447800" algn="l"/>
                <a:tab pos="2171700" algn="l"/>
                <a:tab pos="2895600" algn="l"/>
              </a:tabLst>
            </a:pPr>
            <a:fld id="{9A0DB2DC-4C9A-4742-B13C-FB6460FD3503}" type="slidenum">
              <a:rPr lang="ru-RU" altLang="x-none" sz="1200" dirty="0" err="1">
                <a:latin typeface="Times New Roman" panose="02020603050405020304" pitchFamily="16" charset="0"/>
                <a:ea typeface="Arial Unicode MS" charset="-122"/>
              </a:rPr>
            </a:fld>
            <a:endParaRPr lang="ru-RU" altLang="x-none" sz="1200" dirty="0" err="1">
              <a:latin typeface="Times New Roman" panose="02020603050405020304" pitchFamily="16" charset="0"/>
              <a:ea typeface="Arial Unicode MS" charset="-122"/>
            </a:endParaRPr>
          </a:p>
        </p:txBody>
      </p:sp>
      <p:sp>
        <p:nvSpPr>
          <p:cNvPr id="18435" name="Slide Image Placeholder 53248"/>
          <p:cNvSpPr txBox="1">
            <a:spLocks noGrp="1"/>
          </p:cNvSpPr>
          <p:nvPr>
            <p:ph type="sldImg"/>
          </p:nvPr>
        </p:nvSpPr>
        <p:spPr>
          <a:xfrm>
            <a:off x="1143000" y="685800"/>
            <a:ext cx="4572000" cy="3429000"/>
          </a:xfrm>
          <a:solidFill>
            <a:srgbClr val="FFFFFF"/>
          </a:solidFill>
          <a:ln cap="flat"/>
        </p:spPr>
      </p:sp>
      <p:sp>
        <p:nvSpPr>
          <p:cNvPr id="18436" name="Text Placeholder 53249"/>
          <p:cNvSpPr txBox="1">
            <a:spLocks noGrp="1"/>
          </p:cNvSpPr>
          <p:nvPr>
            <p:ph type="body"/>
          </p:nvPr>
        </p:nvSpPr>
        <p:spPr>
          <a:xfrm>
            <a:off x="685800" y="4343400"/>
            <a:ext cx="5486400" cy="4114800"/>
          </a:xfrm>
        </p:spPr>
        <p:txBody>
          <a:bodyPr wrap="none" lIns="90000" tIns="46800" rIns="90000" bIns="46800" anchor="ctr" anchorCtr="0"/>
          <a:p>
            <a:pPr lvl="0"/>
            <a:endParaRPr lang="en-GB"/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18434" name="Slide Number Placeholder 1"/>
          <p:cNvSpPr/>
          <p:nvPr>
            <p:ph type="sldNum" sz="quarter"/>
          </p:nvPr>
        </p:nvSpPr>
        <p:spPr>
          <a:xfrm>
            <a:off x="3884613" y="8685213"/>
            <a:ext cx="2963862" cy="449262"/>
          </a:xfrm>
          <a:prstGeom prst="rect">
            <a:avLst/>
          </a:prstGeom>
          <a:noFill/>
          <a:ln w="9525">
            <a:noFill/>
          </a:ln>
        </p:spPr>
        <p:txBody>
          <a:bodyPr wrap="square" lIns="90000" tIns="46800" rIns="90000" bIns="46800" anchor="b" anchorCtr="0"/>
          <a:p>
            <a:pPr marL="215900" lvl="0" indent="-209550" algn="r" defTabSz="457200">
              <a:buClrTx/>
              <a:buSzPct val="45000"/>
              <a:buFontTx/>
              <a:tabLst>
                <a:tab pos="723900" algn="l"/>
                <a:tab pos="1447800" algn="l"/>
                <a:tab pos="2171700" algn="l"/>
                <a:tab pos="2895600" algn="l"/>
              </a:tabLst>
            </a:pPr>
            <a:fld id="{9A0DB2DC-4C9A-4742-B13C-FB6460FD3503}" type="slidenum">
              <a:rPr lang="ru-RU" altLang="x-none" sz="1200" dirty="0" err="1">
                <a:latin typeface="Times New Roman" panose="02020603050405020304" pitchFamily="16" charset="0"/>
                <a:ea typeface="Arial Unicode MS" charset="-122"/>
              </a:rPr>
            </a:fld>
            <a:endParaRPr lang="ru-RU" altLang="x-none" sz="1200" dirty="0" err="1">
              <a:latin typeface="Times New Roman" panose="02020603050405020304" pitchFamily="16" charset="0"/>
              <a:ea typeface="Arial Unicode MS" charset="-122"/>
            </a:endParaRPr>
          </a:p>
        </p:txBody>
      </p:sp>
      <p:sp>
        <p:nvSpPr>
          <p:cNvPr id="18435" name="Slide Image Placeholder 53248"/>
          <p:cNvSpPr txBox="1">
            <a:spLocks noGrp="1"/>
          </p:cNvSpPr>
          <p:nvPr>
            <p:ph type="sldImg"/>
          </p:nvPr>
        </p:nvSpPr>
        <p:spPr>
          <a:xfrm>
            <a:off x="1143000" y="685800"/>
            <a:ext cx="4572000" cy="3429000"/>
          </a:xfrm>
          <a:solidFill>
            <a:srgbClr val="FFFFFF"/>
          </a:solidFill>
          <a:ln cap="flat"/>
        </p:spPr>
      </p:sp>
      <p:sp>
        <p:nvSpPr>
          <p:cNvPr id="18436" name="Text Placeholder 53249"/>
          <p:cNvSpPr txBox="1">
            <a:spLocks noGrp="1"/>
          </p:cNvSpPr>
          <p:nvPr>
            <p:ph type="body"/>
          </p:nvPr>
        </p:nvSpPr>
        <p:spPr>
          <a:xfrm>
            <a:off x="685800" y="4343400"/>
            <a:ext cx="5486400" cy="4114800"/>
          </a:xfrm>
        </p:spPr>
        <p:txBody>
          <a:bodyPr wrap="none" lIns="90000" tIns="46800" rIns="90000" bIns="46800" anchor="ctr" anchorCtr="0"/>
          <a:p>
            <a:pPr lvl="0"/>
            <a:endParaRPr lang="en-GB"/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18434" name="Slide Number Placeholder 1"/>
          <p:cNvSpPr/>
          <p:nvPr>
            <p:ph type="sldNum" sz="quarter"/>
          </p:nvPr>
        </p:nvSpPr>
        <p:spPr>
          <a:xfrm>
            <a:off x="3884613" y="8685213"/>
            <a:ext cx="2963862" cy="449262"/>
          </a:xfrm>
          <a:prstGeom prst="rect">
            <a:avLst/>
          </a:prstGeom>
          <a:noFill/>
          <a:ln w="9525">
            <a:noFill/>
          </a:ln>
        </p:spPr>
        <p:txBody>
          <a:bodyPr wrap="square" lIns="90000" tIns="46800" rIns="90000" bIns="46800" anchor="b" anchorCtr="0"/>
          <a:p>
            <a:pPr marL="215900" lvl="0" indent="-209550" algn="r" defTabSz="457200">
              <a:buClrTx/>
              <a:buSzPct val="45000"/>
              <a:buFontTx/>
              <a:tabLst>
                <a:tab pos="723900" algn="l"/>
                <a:tab pos="1447800" algn="l"/>
                <a:tab pos="2171700" algn="l"/>
                <a:tab pos="2895600" algn="l"/>
              </a:tabLst>
            </a:pPr>
            <a:fld id="{9A0DB2DC-4C9A-4742-B13C-FB6460FD3503}" type="slidenum">
              <a:rPr lang="ru-RU" altLang="x-none" sz="1200" dirty="0" err="1">
                <a:latin typeface="Times New Roman" panose="02020603050405020304" pitchFamily="16" charset="0"/>
                <a:ea typeface="Arial Unicode MS" charset="-122"/>
              </a:rPr>
            </a:fld>
            <a:endParaRPr lang="ru-RU" altLang="x-none" sz="1200" dirty="0" err="1">
              <a:latin typeface="Times New Roman" panose="02020603050405020304" pitchFamily="16" charset="0"/>
              <a:ea typeface="Arial Unicode MS" charset="-122"/>
            </a:endParaRPr>
          </a:p>
        </p:txBody>
      </p:sp>
      <p:sp>
        <p:nvSpPr>
          <p:cNvPr id="18435" name="Slide Image Placeholder 53248"/>
          <p:cNvSpPr txBox="1">
            <a:spLocks noGrp="1"/>
          </p:cNvSpPr>
          <p:nvPr>
            <p:ph type="sldImg"/>
          </p:nvPr>
        </p:nvSpPr>
        <p:spPr>
          <a:xfrm>
            <a:off x="1143000" y="685800"/>
            <a:ext cx="4572000" cy="3429000"/>
          </a:xfrm>
          <a:solidFill>
            <a:srgbClr val="FFFFFF"/>
          </a:solidFill>
          <a:ln cap="flat"/>
        </p:spPr>
      </p:sp>
      <p:sp>
        <p:nvSpPr>
          <p:cNvPr id="18436" name="Text Placeholder 53249"/>
          <p:cNvSpPr txBox="1">
            <a:spLocks noGrp="1"/>
          </p:cNvSpPr>
          <p:nvPr>
            <p:ph type="body"/>
          </p:nvPr>
        </p:nvSpPr>
        <p:spPr>
          <a:xfrm>
            <a:off x="685800" y="4343400"/>
            <a:ext cx="5486400" cy="4114800"/>
          </a:xfrm>
        </p:spPr>
        <p:txBody>
          <a:bodyPr wrap="none" lIns="90000" tIns="46800" rIns="90000" bIns="46800" anchor="ctr" anchorCtr="0"/>
          <a:p>
            <a:pPr lvl="0"/>
            <a:endParaRPr lang="en-GB"/>
          </a:p>
        </p:txBody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18434" name="Slide Number Placeholder 1"/>
          <p:cNvSpPr/>
          <p:nvPr>
            <p:ph type="sldNum" sz="quarter"/>
          </p:nvPr>
        </p:nvSpPr>
        <p:spPr>
          <a:xfrm>
            <a:off x="3884613" y="8685213"/>
            <a:ext cx="2963862" cy="449262"/>
          </a:xfrm>
          <a:prstGeom prst="rect">
            <a:avLst/>
          </a:prstGeom>
          <a:noFill/>
          <a:ln w="9525">
            <a:noFill/>
          </a:ln>
        </p:spPr>
        <p:txBody>
          <a:bodyPr wrap="square" lIns="90000" tIns="46800" rIns="90000" bIns="46800" anchor="b" anchorCtr="0"/>
          <a:p>
            <a:pPr marL="215900" lvl="0" indent="-209550" algn="r" defTabSz="457200">
              <a:buClrTx/>
              <a:buSzPct val="45000"/>
              <a:buFontTx/>
              <a:tabLst>
                <a:tab pos="723900" algn="l"/>
                <a:tab pos="1447800" algn="l"/>
                <a:tab pos="2171700" algn="l"/>
                <a:tab pos="2895600" algn="l"/>
              </a:tabLst>
            </a:pPr>
            <a:fld id="{9A0DB2DC-4C9A-4742-B13C-FB6460FD3503}" type="slidenum">
              <a:rPr lang="ru-RU" altLang="x-none" sz="1200" dirty="0" err="1">
                <a:latin typeface="Times New Roman" panose="02020603050405020304" pitchFamily="16" charset="0"/>
                <a:ea typeface="Arial Unicode MS" charset="-122"/>
              </a:rPr>
            </a:fld>
            <a:endParaRPr lang="ru-RU" altLang="x-none" sz="1200" dirty="0" err="1">
              <a:latin typeface="Times New Roman" panose="02020603050405020304" pitchFamily="16" charset="0"/>
              <a:ea typeface="Arial Unicode MS" charset="-122"/>
            </a:endParaRPr>
          </a:p>
        </p:txBody>
      </p:sp>
      <p:sp>
        <p:nvSpPr>
          <p:cNvPr id="18435" name="Slide Image Placeholder 53248"/>
          <p:cNvSpPr txBox="1">
            <a:spLocks noGrp="1"/>
          </p:cNvSpPr>
          <p:nvPr>
            <p:ph type="sldImg"/>
          </p:nvPr>
        </p:nvSpPr>
        <p:spPr>
          <a:xfrm>
            <a:off x="1143000" y="685800"/>
            <a:ext cx="4572000" cy="3429000"/>
          </a:xfrm>
          <a:solidFill>
            <a:srgbClr val="FFFFFF"/>
          </a:solidFill>
          <a:ln cap="flat"/>
        </p:spPr>
      </p:sp>
      <p:sp>
        <p:nvSpPr>
          <p:cNvPr id="18436" name="Text Placeholder 53249"/>
          <p:cNvSpPr txBox="1">
            <a:spLocks noGrp="1"/>
          </p:cNvSpPr>
          <p:nvPr>
            <p:ph type="body"/>
          </p:nvPr>
        </p:nvSpPr>
        <p:spPr>
          <a:xfrm>
            <a:off x="685800" y="4343400"/>
            <a:ext cx="5486400" cy="4114800"/>
          </a:xfrm>
        </p:spPr>
        <p:txBody>
          <a:bodyPr wrap="none" lIns="90000" tIns="46800" rIns="90000" bIns="46800" anchor="ctr" anchorCtr="0"/>
          <a:p>
            <a:pPr lvl="0"/>
            <a:endParaRPr lang="en-GB"/>
          </a:p>
        </p:txBody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73730" name="Slide Number Placeholder 1"/>
          <p:cNvSpPr/>
          <p:nvPr>
            <p:ph type="sldNum" sz="quarter"/>
          </p:nvPr>
        </p:nvSpPr>
        <p:spPr>
          <a:xfrm>
            <a:off x="3884613" y="8685213"/>
            <a:ext cx="2963862" cy="449262"/>
          </a:xfrm>
          <a:prstGeom prst="rect">
            <a:avLst/>
          </a:prstGeom>
          <a:noFill/>
          <a:ln w="9525">
            <a:noFill/>
          </a:ln>
        </p:spPr>
        <p:txBody>
          <a:bodyPr wrap="square" lIns="90000" tIns="46800" rIns="90000" bIns="46800" anchor="b" anchorCtr="0"/>
          <a:p>
            <a:pPr marL="215900" lvl="0" indent="-209550" algn="r" defTabSz="457200">
              <a:buClrTx/>
              <a:buSzPct val="45000"/>
              <a:buFontTx/>
              <a:tabLst>
                <a:tab pos="723900" algn="l"/>
                <a:tab pos="1447800" algn="l"/>
                <a:tab pos="2171700" algn="l"/>
                <a:tab pos="2895600" algn="l"/>
              </a:tabLst>
            </a:pPr>
            <a:fld id="{9A0DB2DC-4C9A-4742-B13C-FB6460FD3503}" type="slidenum">
              <a:rPr lang="ru-RU" altLang="x-none" sz="1200" dirty="0" err="1">
                <a:latin typeface="Times New Roman" panose="02020603050405020304" pitchFamily="16" charset="0"/>
                <a:ea typeface="Arial Unicode MS" charset="-122"/>
              </a:rPr>
            </a:fld>
            <a:endParaRPr lang="ru-RU" altLang="x-none" sz="1200" dirty="0" err="1">
              <a:latin typeface="Times New Roman" panose="02020603050405020304" pitchFamily="16" charset="0"/>
              <a:ea typeface="Arial Unicode MS" charset="-122"/>
            </a:endParaRPr>
          </a:p>
        </p:txBody>
      </p:sp>
      <p:sp>
        <p:nvSpPr>
          <p:cNvPr id="73731" name="Slide Image Placeholder 79872"/>
          <p:cNvSpPr>
            <a:spLocks noGrp="1"/>
          </p:cNvSpPr>
          <p:nvPr>
            <p:ph type="sldImg"/>
          </p:nvPr>
        </p:nvSpPr>
        <p:spPr>
          <a:xfrm>
            <a:off x="1143000" y="685800"/>
            <a:ext cx="4572000" cy="3429000"/>
          </a:xfrm>
          <a:solidFill>
            <a:srgbClr val="FFFFFF"/>
          </a:solidFill>
          <a:ln cap="flat"/>
        </p:spPr>
      </p:sp>
      <p:sp>
        <p:nvSpPr>
          <p:cNvPr id="73732" name="Text Placeholder 79873"/>
          <p:cNvSpPr>
            <a:spLocks noGrp="1"/>
          </p:cNvSpPr>
          <p:nvPr>
            <p:ph type="body"/>
          </p:nvPr>
        </p:nvSpPr>
        <p:spPr>
          <a:xfrm>
            <a:off x="685800" y="4343400"/>
            <a:ext cx="5486400" cy="4114800"/>
          </a:xfrm>
        </p:spPr>
        <p:txBody>
          <a:bodyPr wrap="none" lIns="90000" tIns="46800" rIns="90000" bIns="46800" anchor="ctr" anchorCtr="0"/>
          <a:p>
            <a:pPr lvl="0"/>
            <a:endParaRPr lang="en-GB" altLang="en-US"/>
          </a:p>
        </p:txBody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73730" name="Slide Number Placeholder 1"/>
          <p:cNvSpPr/>
          <p:nvPr>
            <p:ph type="sldNum" sz="quarter"/>
          </p:nvPr>
        </p:nvSpPr>
        <p:spPr>
          <a:xfrm>
            <a:off x="3884613" y="8685213"/>
            <a:ext cx="2963862" cy="449262"/>
          </a:xfrm>
          <a:prstGeom prst="rect">
            <a:avLst/>
          </a:prstGeom>
          <a:noFill/>
          <a:ln w="9525">
            <a:noFill/>
          </a:ln>
        </p:spPr>
        <p:txBody>
          <a:bodyPr wrap="square" lIns="90000" tIns="46800" rIns="90000" bIns="46800" anchor="b" anchorCtr="0"/>
          <a:p>
            <a:pPr marL="215900" lvl="0" indent="-209550" algn="r" defTabSz="457200">
              <a:buClrTx/>
              <a:buSzPct val="45000"/>
              <a:buFontTx/>
              <a:tabLst>
                <a:tab pos="723900" algn="l"/>
                <a:tab pos="1447800" algn="l"/>
                <a:tab pos="2171700" algn="l"/>
                <a:tab pos="2895600" algn="l"/>
              </a:tabLst>
            </a:pPr>
            <a:fld id="{9A0DB2DC-4C9A-4742-B13C-FB6460FD3503}" type="slidenum">
              <a:rPr lang="ru-RU" altLang="x-none" sz="1200" dirty="0" err="1">
                <a:latin typeface="Times New Roman" panose="02020603050405020304" pitchFamily="16" charset="0"/>
                <a:ea typeface="Arial Unicode MS" charset="-122"/>
              </a:rPr>
            </a:fld>
            <a:endParaRPr lang="ru-RU" altLang="x-none" sz="1200" dirty="0" err="1">
              <a:latin typeface="Times New Roman" panose="02020603050405020304" pitchFamily="16" charset="0"/>
              <a:ea typeface="Arial Unicode MS" charset="-122"/>
            </a:endParaRPr>
          </a:p>
        </p:txBody>
      </p:sp>
      <p:sp>
        <p:nvSpPr>
          <p:cNvPr id="73731" name="Slide Image Placeholder 79872"/>
          <p:cNvSpPr>
            <a:spLocks noGrp="1"/>
          </p:cNvSpPr>
          <p:nvPr>
            <p:ph type="sldImg"/>
          </p:nvPr>
        </p:nvSpPr>
        <p:spPr>
          <a:xfrm>
            <a:off x="1143000" y="685800"/>
            <a:ext cx="4572000" cy="3429000"/>
          </a:xfrm>
          <a:solidFill>
            <a:srgbClr val="FFFFFF"/>
          </a:solidFill>
          <a:ln cap="flat"/>
        </p:spPr>
      </p:sp>
      <p:sp>
        <p:nvSpPr>
          <p:cNvPr id="73732" name="Text Placeholder 79873"/>
          <p:cNvSpPr>
            <a:spLocks noGrp="1"/>
          </p:cNvSpPr>
          <p:nvPr>
            <p:ph type="body"/>
          </p:nvPr>
        </p:nvSpPr>
        <p:spPr>
          <a:xfrm>
            <a:off x="685800" y="4343400"/>
            <a:ext cx="5486400" cy="4114800"/>
          </a:xfrm>
        </p:spPr>
        <p:txBody>
          <a:bodyPr wrap="none" lIns="90000" tIns="46800" rIns="90000" bIns="46800" anchor="ctr" anchorCtr="0"/>
          <a:p>
            <a:pPr lvl="0"/>
            <a:endParaRPr lang="en-GB" altLang="en-US"/>
          </a:p>
        </p:txBody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73730" name="Slide Number Placeholder 1"/>
          <p:cNvSpPr/>
          <p:nvPr>
            <p:ph type="sldNum" sz="quarter"/>
          </p:nvPr>
        </p:nvSpPr>
        <p:spPr>
          <a:xfrm>
            <a:off x="3884613" y="8685213"/>
            <a:ext cx="2963862" cy="449262"/>
          </a:xfrm>
          <a:prstGeom prst="rect">
            <a:avLst/>
          </a:prstGeom>
          <a:noFill/>
          <a:ln w="9525">
            <a:noFill/>
          </a:ln>
        </p:spPr>
        <p:txBody>
          <a:bodyPr wrap="square" lIns="90000" tIns="46800" rIns="90000" bIns="46800" anchor="b" anchorCtr="0"/>
          <a:p>
            <a:pPr marL="215900" lvl="0" indent="-209550" algn="r" defTabSz="457200">
              <a:buClrTx/>
              <a:buSzPct val="45000"/>
              <a:buFontTx/>
              <a:tabLst>
                <a:tab pos="723900" algn="l"/>
                <a:tab pos="1447800" algn="l"/>
                <a:tab pos="2171700" algn="l"/>
                <a:tab pos="2895600" algn="l"/>
              </a:tabLst>
            </a:pPr>
            <a:fld id="{9A0DB2DC-4C9A-4742-B13C-FB6460FD3503}" type="slidenum">
              <a:rPr lang="ru-RU" altLang="x-none" sz="1200" dirty="0" err="1">
                <a:latin typeface="Times New Roman" panose="02020603050405020304" pitchFamily="16" charset="0"/>
                <a:ea typeface="Arial Unicode MS" charset="-122"/>
              </a:rPr>
            </a:fld>
            <a:endParaRPr lang="ru-RU" altLang="x-none" sz="1200" dirty="0" err="1">
              <a:latin typeface="Times New Roman" panose="02020603050405020304" pitchFamily="16" charset="0"/>
              <a:ea typeface="Arial Unicode MS" charset="-122"/>
            </a:endParaRPr>
          </a:p>
        </p:txBody>
      </p:sp>
      <p:sp>
        <p:nvSpPr>
          <p:cNvPr id="73731" name="Slide Image Placeholder 79872"/>
          <p:cNvSpPr>
            <a:spLocks noGrp="1"/>
          </p:cNvSpPr>
          <p:nvPr>
            <p:ph type="sldImg"/>
          </p:nvPr>
        </p:nvSpPr>
        <p:spPr>
          <a:xfrm>
            <a:off x="1143000" y="685800"/>
            <a:ext cx="4572000" cy="3429000"/>
          </a:xfrm>
          <a:solidFill>
            <a:srgbClr val="FFFFFF"/>
          </a:solidFill>
          <a:ln cap="flat"/>
        </p:spPr>
      </p:sp>
      <p:sp>
        <p:nvSpPr>
          <p:cNvPr id="73732" name="Text Placeholder 79873"/>
          <p:cNvSpPr>
            <a:spLocks noGrp="1"/>
          </p:cNvSpPr>
          <p:nvPr>
            <p:ph type="body"/>
          </p:nvPr>
        </p:nvSpPr>
        <p:spPr>
          <a:xfrm>
            <a:off x="685800" y="4343400"/>
            <a:ext cx="5486400" cy="4114800"/>
          </a:xfrm>
        </p:spPr>
        <p:txBody>
          <a:bodyPr wrap="none" lIns="90000" tIns="46800" rIns="90000" bIns="46800" anchor="ctr" anchorCtr="0"/>
          <a:p>
            <a:pPr lvl="0"/>
            <a:endParaRPr lang="en-GB" altLang="en-US"/>
          </a:p>
        </p:txBody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18434" name="Slide Number Placeholder 1"/>
          <p:cNvSpPr/>
          <p:nvPr>
            <p:ph type="sldNum" sz="quarter"/>
          </p:nvPr>
        </p:nvSpPr>
        <p:spPr>
          <a:xfrm>
            <a:off x="3884613" y="8685213"/>
            <a:ext cx="2963862" cy="449262"/>
          </a:xfrm>
          <a:prstGeom prst="rect">
            <a:avLst/>
          </a:prstGeom>
          <a:noFill/>
          <a:ln w="9525">
            <a:noFill/>
          </a:ln>
        </p:spPr>
        <p:txBody>
          <a:bodyPr wrap="square" lIns="90000" tIns="46800" rIns="90000" bIns="46800" anchor="b" anchorCtr="0"/>
          <a:p>
            <a:pPr marL="215900" lvl="0" indent="-209550" algn="r" defTabSz="457200">
              <a:buClrTx/>
              <a:buSzPct val="45000"/>
              <a:buFontTx/>
              <a:tabLst>
                <a:tab pos="723900" algn="l"/>
                <a:tab pos="1447800" algn="l"/>
                <a:tab pos="2171700" algn="l"/>
                <a:tab pos="2895600" algn="l"/>
              </a:tabLst>
            </a:pPr>
            <a:fld id="{9A0DB2DC-4C9A-4742-B13C-FB6460FD3503}" type="slidenum">
              <a:rPr lang="ru-RU" altLang="x-none" sz="1200" dirty="0" err="1">
                <a:latin typeface="Times New Roman" panose="02020603050405020304" pitchFamily="16" charset="0"/>
                <a:ea typeface="Arial Unicode MS" charset="-122"/>
              </a:rPr>
            </a:fld>
            <a:endParaRPr lang="ru-RU" altLang="x-none" sz="1200" dirty="0" err="1">
              <a:latin typeface="Times New Roman" panose="02020603050405020304" pitchFamily="16" charset="0"/>
              <a:ea typeface="Arial Unicode MS" charset="-122"/>
            </a:endParaRPr>
          </a:p>
        </p:txBody>
      </p:sp>
      <p:sp>
        <p:nvSpPr>
          <p:cNvPr id="18435" name="Slide Image Placeholder 53248"/>
          <p:cNvSpPr txBox="1">
            <a:spLocks noGrp="1"/>
          </p:cNvSpPr>
          <p:nvPr>
            <p:ph type="sldImg"/>
          </p:nvPr>
        </p:nvSpPr>
        <p:spPr>
          <a:xfrm>
            <a:off x="1143000" y="685800"/>
            <a:ext cx="4572000" cy="3429000"/>
          </a:xfrm>
          <a:solidFill>
            <a:srgbClr val="FFFFFF"/>
          </a:solidFill>
          <a:ln cap="flat"/>
        </p:spPr>
      </p:sp>
      <p:sp>
        <p:nvSpPr>
          <p:cNvPr id="18436" name="Text Placeholder 53249"/>
          <p:cNvSpPr txBox="1">
            <a:spLocks noGrp="1"/>
          </p:cNvSpPr>
          <p:nvPr>
            <p:ph type="body"/>
          </p:nvPr>
        </p:nvSpPr>
        <p:spPr>
          <a:xfrm>
            <a:off x="685800" y="4343400"/>
            <a:ext cx="5486400" cy="4114800"/>
          </a:xfrm>
        </p:spPr>
        <p:txBody>
          <a:bodyPr wrap="none" lIns="90000" tIns="46800" rIns="90000" bIns="46800" anchor="ctr" anchorCtr="0"/>
          <a:p>
            <a:pPr lvl="0"/>
            <a:endParaRPr lang="en-GB"/>
          </a:p>
        </p:txBody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18434" name="Slide Number Placeholder 1"/>
          <p:cNvSpPr/>
          <p:nvPr>
            <p:ph type="sldNum" sz="quarter"/>
          </p:nvPr>
        </p:nvSpPr>
        <p:spPr>
          <a:xfrm>
            <a:off x="3884613" y="8685213"/>
            <a:ext cx="2963862" cy="449262"/>
          </a:xfrm>
          <a:prstGeom prst="rect">
            <a:avLst/>
          </a:prstGeom>
          <a:noFill/>
          <a:ln w="9525">
            <a:noFill/>
          </a:ln>
        </p:spPr>
        <p:txBody>
          <a:bodyPr wrap="square" lIns="90000" tIns="46800" rIns="90000" bIns="46800" anchor="b" anchorCtr="0"/>
          <a:p>
            <a:pPr marL="215900" lvl="0" indent="-209550" algn="r" defTabSz="457200">
              <a:buClrTx/>
              <a:buSzPct val="45000"/>
              <a:buFontTx/>
              <a:tabLst>
                <a:tab pos="723900" algn="l"/>
                <a:tab pos="1447800" algn="l"/>
                <a:tab pos="2171700" algn="l"/>
                <a:tab pos="2895600" algn="l"/>
              </a:tabLst>
            </a:pPr>
            <a:fld id="{9A0DB2DC-4C9A-4742-B13C-FB6460FD3503}" type="slidenum">
              <a:rPr lang="ru-RU" altLang="x-none" sz="1200" dirty="0" err="1">
                <a:latin typeface="Times New Roman" panose="02020603050405020304" pitchFamily="16" charset="0"/>
                <a:ea typeface="Arial Unicode MS" charset="-122"/>
              </a:rPr>
            </a:fld>
            <a:endParaRPr lang="ru-RU" altLang="x-none" sz="1200" dirty="0" err="1">
              <a:latin typeface="Times New Roman" panose="02020603050405020304" pitchFamily="16" charset="0"/>
              <a:ea typeface="Arial Unicode MS" charset="-122"/>
            </a:endParaRPr>
          </a:p>
        </p:txBody>
      </p:sp>
      <p:sp>
        <p:nvSpPr>
          <p:cNvPr id="18435" name="Slide Image Placeholder 53248"/>
          <p:cNvSpPr txBox="1">
            <a:spLocks noGrp="1"/>
          </p:cNvSpPr>
          <p:nvPr>
            <p:ph type="sldImg"/>
          </p:nvPr>
        </p:nvSpPr>
        <p:spPr>
          <a:xfrm>
            <a:off x="1143000" y="685800"/>
            <a:ext cx="4572000" cy="3429000"/>
          </a:xfrm>
          <a:solidFill>
            <a:srgbClr val="FFFFFF"/>
          </a:solidFill>
          <a:ln cap="flat"/>
        </p:spPr>
      </p:sp>
      <p:sp>
        <p:nvSpPr>
          <p:cNvPr id="18436" name="Text Placeholder 53249"/>
          <p:cNvSpPr txBox="1">
            <a:spLocks noGrp="1"/>
          </p:cNvSpPr>
          <p:nvPr>
            <p:ph type="body"/>
          </p:nvPr>
        </p:nvSpPr>
        <p:spPr>
          <a:xfrm>
            <a:off x="685800" y="4343400"/>
            <a:ext cx="5486400" cy="4114800"/>
          </a:xfrm>
        </p:spPr>
        <p:txBody>
          <a:bodyPr wrap="none" lIns="90000" tIns="46800" rIns="90000" bIns="46800" anchor="ctr" anchorCtr="0"/>
          <a:p>
            <a:pPr lvl="0"/>
            <a:endParaRPr lang="en-GB"/>
          </a:p>
        </p:txBody>
      </p:sp>
    </p:spTree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18434" name="Slide Number Placeholder 1"/>
          <p:cNvSpPr/>
          <p:nvPr>
            <p:ph type="sldNum" sz="quarter"/>
          </p:nvPr>
        </p:nvSpPr>
        <p:spPr>
          <a:xfrm>
            <a:off x="3884613" y="8685213"/>
            <a:ext cx="2963862" cy="449262"/>
          </a:xfrm>
          <a:prstGeom prst="rect">
            <a:avLst/>
          </a:prstGeom>
          <a:noFill/>
          <a:ln w="9525">
            <a:noFill/>
          </a:ln>
        </p:spPr>
        <p:txBody>
          <a:bodyPr wrap="square" lIns="90000" tIns="46800" rIns="90000" bIns="46800" anchor="b" anchorCtr="0"/>
          <a:p>
            <a:pPr marL="215900" lvl="0" indent="-209550" algn="r" defTabSz="457200">
              <a:buClrTx/>
              <a:buSzPct val="45000"/>
              <a:buFontTx/>
              <a:tabLst>
                <a:tab pos="723900" algn="l"/>
                <a:tab pos="1447800" algn="l"/>
                <a:tab pos="2171700" algn="l"/>
                <a:tab pos="2895600" algn="l"/>
              </a:tabLst>
            </a:pPr>
            <a:fld id="{9A0DB2DC-4C9A-4742-B13C-FB6460FD3503}" type="slidenum">
              <a:rPr lang="ru-RU" altLang="x-none" sz="1200" dirty="0" err="1">
                <a:latin typeface="Times New Roman" panose="02020603050405020304" pitchFamily="16" charset="0"/>
                <a:ea typeface="Arial Unicode MS" charset="-122"/>
              </a:rPr>
            </a:fld>
            <a:endParaRPr lang="ru-RU" altLang="x-none" sz="1200" dirty="0" err="1">
              <a:latin typeface="Times New Roman" panose="02020603050405020304" pitchFamily="16" charset="0"/>
              <a:ea typeface="Arial Unicode MS" charset="-122"/>
            </a:endParaRPr>
          </a:p>
        </p:txBody>
      </p:sp>
      <p:sp>
        <p:nvSpPr>
          <p:cNvPr id="18435" name="Slide Image Placeholder 53248"/>
          <p:cNvSpPr txBox="1">
            <a:spLocks noGrp="1"/>
          </p:cNvSpPr>
          <p:nvPr>
            <p:ph type="sldImg"/>
          </p:nvPr>
        </p:nvSpPr>
        <p:spPr>
          <a:xfrm>
            <a:off x="1143000" y="685800"/>
            <a:ext cx="4572000" cy="3429000"/>
          </a:xfrm>
          <a:solidFill>
            <a:srgbClr val="FFFFFF"/>
          </a:solidFill>
          <a:ln cap="flat"/>
        </p:spPr>
      </p:sp>
      <p:sp>
        <p:nvSpPr>
          <p:cNvPr id="18436" name="Text Placeholder 53249"/>
          <p:cNvSpPr txBox="1">
            <a:spLocks noGrp="1"/>
          </p:cNvSpPr>
          <p:nvPr>
            <p:ph type="body"/>
          </p:nvPr>
        </p:nvSpPr>
        <p:spPr>
          <a:xfrm>
            <a:off x="685800" y="4343400"/>
            <a:ext cx="5486400" cy="4114800"/>
          </a:xfrm>
        </p:spPr>
        <p:txBody>
          <a:bodyPr wrap="none" lIns="90000" tIns="46800" rIns="90000" bIns="46800" anchor="ctr" anchorCtr="0"/>
          <a:p>
            <a:pPr lvl="0"/>
            <a:endParaRPr lang="en-GB"/>
          </a:p>
        </p:txBody>
      </p:sp>
    </p:spTree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18434" name="Slide Number Placeholder 1"/>
          <p:cNvSpPr/>
          <p:nvPr>
            <p:ph type="sldNum" sz="quarter"/>
          </p:nvPr>
        </p:nvSpPr>
        <p:spPr>
          <a:xfrm>
            <a:off x="3884613" y="8685213"/>
            <a:ext cx="2963862" cy="449262"/>
          </a:xfrm>
          <a:prstGeom prst="rect">
            <a:avLst/>
          </a:prstGeom>
          <a:noFill/>
          <a:ln w="9525">
            <a:noFill/>
          </a:ln>
        </p:spPr>
        <p:txBody>
          <a:bodyPr wrap="square" lIns="90000" tIns="46800" rIns="90000" bIns="46800" anchor="b" anchorCtr="0"/>
          <a:p>
            <a:pPr marL="215900" lvl="0" indent="-209550" algn="r" defTabSz="457200">
              <a:buClrTx/>
              <a:buSzPct val="45000"/>
              <a:buFontTx/>
              <a:tabLst>
                <a:tab pos="723900" algn="l"/>
                <a:tab pos="1447800" algn="l"/>
                <a:tab pos="2171700" algn="l"/>
                <a:tab pos="2895600" algn="l"/>
              </a:tabLst>
            </a:pPr>
            <a:fld id="{9A0DB2DC-4C9A-4742-B13C-FB6460FD3503}" type="slidenum">
              <a:rPr lang="ru-RU" altLang="x-none" sz="1200" dirty="0" err="1">
                <a:latin typeface="Times New Roman" panose="02020603050405020304" pitchFamily="16" charset="0"/>
                <a:ea typeface="Arial Unicode MS" charset="-122"/>
              </a:rPr>
            </a:fld>
            <a:endParaRPr lang="ru-RU" altLang="x-none" sz="1200" dirty="0" err="1">
              <a:latin typeface="Times New Roman" panose="02020603050405020304" pitchFamily="16" charset="0"/>
              <a:ea typeface="Arial Unicode MS" charset="-122"/>
            </a:endParaRPr>
          </a:p>
        </p:txBody>
      </p:sp>
      <p:sp>
        <p:nvSpPr>
          <p:cNvPr id="18435" name="Slide Image Placeholder 53248"/>
          <p:cNvSpPr txBox="1">
            <a:spLocks noGrp="1"/>
          </p:cNvSpPr>
          <p:nvPr>
            <p:ph type="sldImg"/>
          </p:nvPr>
        </p:nvSpPr>
        <p:spPr>
          <a:xfrm>
            <a:off x="1143000" y="685800"/>
            <a:ext cx="4572000" cy="3429000"/>
          </a:xfrm>
          <a:solidFill>
            <a:srgbClr val="FFFFFF"/>
          </a:solidFill>
          <a:ln cap="flat"/>
        </p:spPr>
      </p:sp>
      <p:sp>
        <p:nvSpPr>
          <p:cNvPr id="18436" name="Text Placeholder 53249"/>
          <p:cNvSpPr txBox="1">
            <a:spLocks noGrp="1"/>
          </p:cNvSpPr>
          <p:nvPr>
            <p:ph type="body"/>
          </p:nvPr>
        </p:nvSpPr>
        <p:spPr>
          <a:xfrm>
            <a:off x="685800" y="4343400"/>
            <a:ext cx="5486400" cy="4114800"/>
          </a:xfrm>
        </p:spPr>
        <p:txBody>
          <a:bodyPr wrap="none" lIns="90000" tIns="46800" rIns="90000" bIns="46800" anchor="ctr" anchorCtr="0"/>
          <a:p>
            <a:pPr lvl="0"/>
            <a:endParaRPr lang="en-GB"/>
          </a:p>
        </p:txBody>
      </p:sp>
    </p:spTree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18434" name="Slide Number Placeholder 1"/>
          <p:cNvSpPr/>
          <p:nvPr>
            <p:ph type="sldNum" sz="quarter"/>
          </p:nvPr>
        </p:nvSpPr>
        <p:spPr>
          <a:xfrm>
            <a:off x="3884613" y="8685213"/>
            <a:ext cx="2963862" cy="449262"/>
          </a:xfrm>
          <a:prstGeom prst="rect">
            <a:avLst/>
          </a:prstGeom>
          <a:noFill/>
          <a:ln w="9525">
            <a:noFill/>
          </a:ln>
        </p:spPr>
        <p:txBody>
          <a:bodyPr wrap="square" lIns="90000" tIns="46800" rIns="90000" bIns="46800" anchor="b" anchorCtr="0"/>
          <a:p>
            <a:pPr marL="215900" lvl="0" indent="-209550" algn="r" defTabSz="457200">
              <a:buClrTx/>
              <a:buSzPct val="45000"/>
              <a:buFontTx/>
              <a:tabLst>
                <a:tab pos="723900" algn="l"/>
                <a:tab pos="1447800" algn="l"/>
                <a:tab pos="2171700" algn="l"/>
                <a:tab pos="2895600" algn="l"/>
              </a:tabLst>
            </a:pPr>
            <a:fld id="{9A0DB2DC-4C9A-4742-B13C-FB6460FD3503}" type="slidenum">
              <a:rPr lang="ru-RU" altLang="x-none" sz="1200" dirty="0" err="1">
                <a:latin typeface="Times New Roman" panose="02020603050405020304" pitchFamily="16" charset="0"/>
                <a:ea typeface="Arial Unicode MS" charset="-122"/>
              </a:rPr>
            </a:fld>
            <a:endParaRPr lang="ru-RU" altLang="x-none" sz="1200" dirty="0" err="1">
              <a:latin typeface="Times New Roman" panose="02020603050405020304" pitchFamily="16" charset="0"/>
              <a:ea typeface="Arial Unicode MS" charset="-122"/>
            </a:endParaRPr>
          </a:p>
        </p:txBody>
      </p:sp>
      <p:sp>
        <p:nvSpPr>
          <p:cNvPr id="18435" name="Slide Image Placeholder 53248"/>
          <p:cNvSpPr txBox="1">
            <a:spLocks noGrp="1"/>
          </p:cNvSpPr>
          <p:nvPr>
            <p:ph type="sldImg"/>
          </p:nvPr>
        </p:nvSpPr>
        <p:spPr>
          <a:xfrm>
            <a:off x="1143000" y="685800"/>
            <a:ext cx="4572000" cy="3429000"/>
          </a:xfrm>
          <a:solidFill>
            <a:srgbClr val="FFFFFF"/>
          </a:solidFill>
          <a:ln cap="flat"/>
        </p:spPr>
      </p:sp>
      <p:sp>
        <p:nvSpPr>
          <p:cNvPr id="18436" name="Text Placeholder 53249"/>
          <p:cNvSpPr txBox="1">
            <a:spLocks noGrp="1"/>
          </p:cNvSpPr>
          <p:nvPr>
            <p:ph type="body"/>
          </p:nvPr>
        </p:nvSpPr>
        <p:spPr>
          <a:xfrm>
            <a:off x="685800" y="4343400"/>
            <a:ext cx="5486400" cy="4114800"/>
          </a:xfrm>
        </p:spPr>
        <p:txBody>
          <a:bodyPr wrap="none" lIns="90000" tIns="46800" rIns="90000" bIns="46800" anchor="ctr" anchorCtr="0"/>
          <a:p>
            <a:pPr lvl="0"/>
            <a:endParaRPr lang="en-GB"/>
          </a:p>
        </p:txBody>
      </p:sp>
    </p:spTree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18434" name="Slide Number Placeholder 1"/>
          <p:cNvSpPr/>
          <p:nvPr>
            <p:ph type="sldNum" sz="quarter"/>
          </p:nvPr>
        </p:nvSpPr>
        <p:spPr>
          <a:xfrm>
            <a:off x="3884613" y="8685213"/>
            <a:ext cx="2963862" cy="449262"/>
          </a:xfrm>
          <a:prstGeom prst="rect">
            <a:avLst/>
          </a:prstGeom>
          <a:noFill/>
          <a:ln w="9525">
            <a:noFill/>
          </a:ln>
        </p:spPr>
        <p:txBody>
          <a:bodyPr wrap="square" lIns="90000" tIns="46800" rIns="90000" bIns="46800" anchor="b" anchorCtr="0"/>
          <a:p>
            <a:pPr marL="215900" lvl="0" indent="-209550" algn="r" defTabSz="457200">
              <a:buClrTx/>
              <a:buSzPct val="45000"/>
              <a:buFontTx/>
              <a:tabLst>
                <a:tab pos="723900" algn="l"/>
                <a:tab pos="1447800" algn="l"/>
                <a:tab pos="2171700" algn="l"/>
                <a:tab pos="2895600" algn="l"/>
              </a:tabLst>
            </a:pPr>
            <a:fld id="{9A0DB2DC-4C9A-4742-B13C-FB6460FD3503}" type="slidenum">
              <a:rPr lang="ru-RU" altLang="x-none" sz="1200" dirty="0" err="1">
                <a:latin typeface="Times New Roman" panose="02020603050405020304" pitchFamily="16" charset="0"/>
                <a:ea typeface="Arial Unicode MS" charset="-122"/>
              </a:rPr>
            </a:fld>
            <a:endParaRPr lang="ru-RU" altLang="x-none" sz="1200" dirty="0" err="1">
              <a:latin typeface="Times New Roman" panose="02020603050405020304" pitchFamily="16" charset="0"/>
              <a:ea typeface="Arial Unicode MS" charset="-122"/>
            </a:endParaRPr>
          </a:p>
        </p:txBody>
      </p:sp>
      <p:sp>
        <p:nvSpPr>
          <p:cNvPr id="18435" name="Slide Image Placeholder 53248"/>
          <p:cNvSpPr txBox="1">
            <a:spLocks noGrp="1"/>
          </p:cNvSpPr>
          <p:nvPr>
            <p:ph type="sldImg"/>
          </p:nvPr>
        </p:nvSpPr>
        <p:spPr>
          <a:xfrm>
            <a:off x="1143000" y="685800"/>
            <a:ext cx="4572000" cy="3429000"/>
          </a:xfrm>
          <a:solidFill>
            <a:srgbClr val="FFFFFF"/>
          </a:solidFill>
          <a:ln cap="flat"/>
        </p:spPr>
      </p:sp>
      <p:sp>
        <p:nvSpPr>
          <p:cNvPr id="18436" name="Text Placeholder 53249"/>
          <p:cNvSpPr txBox="1">
            <a:spLocks noGrp="1"/>
          </p:cNvSpPr>
          <p:nvPr>
            <p:ph type="body"/>
          </p:nvPr>
        </p:nvSpPr>
        <p:spPr>
          <a:xfrm>
            <a:off x="685800" y="4343400"/>
            <a:ext cx="5486400" cy="4114800"/>
          </a:xfrm>
        </p:spPr>
        <p:txBody>
          <a:bodyPr wrap="none" lIns="90000" tIns="46800" rIns="90000" bIns="46800" anchor="ctr" anchorCtr="0"/>
          <a:p>
            <a:pPr lvl="0"/>
            <a:endParaRPr lang="en-GB"/>
          </a:p>
        </p:txBody>
      </p:sp>
    </p:spTree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Slide Number Placeholder 1"/>
          <p:cNvSpPr/>
          <p:nvPr>
            <p:ph type="sldNum" idx="2"/>
          </p:nvPr>
        </p:nvSpPr>
        <p:spPr/>
        <p:txBody>
          <a:bodyPr/>
          <a:p>
            <a:pPr marL="215900" lvl="0" indent="-196850" algn="r" defTabSz="457200" eaLnBrk="1" hangingPunct="1">
              <a:lnSpc>
                <a:spcPct val="100000"/>
              </a:lnSpc>
              <a:buClrTx/>
              <a:buSzPct val="45000"/>
              <a:buFontTx/>
              <a:buNone/>
              <a:tabLst>
                <a:tab pos="723900" algn="l"/>
                <a:tab pos="1447800" algn="l"/>
                <a:tab pos="2171700" algn="l"/>
                <a:tab pos="2895600" algn="l"/>
              </a:tabLst>
            </a:pPr>
            <a:fld id="{9A0DB2DC-4C9A-4742-B13C-FB6460FD3503}" type="slidenum">
              <a:rPr lang="ru-RU" altLang="x-none" sz="1200" dirty="0" err="1">
                <a:latin typeface="Times New Roman" panose="02020603050405020304" pitchFamily="16" charset="0"/>
                <a:cs typeface="Arial Unicode MS" charset="0"/>
              </a:rPr>
            </a:fld>
            <a:endParaRPr lang="ru-RU" altLang="x-none" sz="1200" dirty="0" err="1">
              <a:latin typeface="Times New Roman" panose="02020603050405020304" pitchFamily="16" charset="0"/>
              <a:ea typeface="Arial Unicode MS" charset="0"/>
              <a:cs typeface="Arial Unicode MS" charset="0"/>
            </a:endParaRPr>
          </a:p>
        </p:txBody>
      </p:sp>
      <p:sp>
        <p:nvSpPr>
          <p:cNvPr id="109569" name="Slide Image Placeholder 109568"/>
          <p:cNvSpPr txBox="1"/>
          <p:nvPr>
            <p:ph type="sldImg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solidFill>
            <a:srgbClr val="FFFFFF"/>
          </a:solidFill>
          <a:ln w="9525" cap="flat" cmpd="sng">
            <a:solidFill>
              <a:srgbClr val="000000"/>
            </a:solidFill>
            <a:prstDash val="solid"/>
            <a:miter/>
            <a:headEnd type="none" w="med" len="med"/>
            <a:tailEnd type="none" w="med" len="med"/>
          </a:ln>
        </p:spPr>
      </p:sp>
      <p:sp>
        <p:nvSpPr>
          <p:cNvPr id="109570" name="Text Placeholder 109569"/>
          <p:cNvSpPr txBox="1"/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 w="9525">
            <a:noFill/>
          </a:ln>
        </p:spPr>
        <p:txBody>
          <a:bodyPr wrap="none" anchor="ctr" anchorCtr="0"/>
          <a:p>
            <a:pPr lvl="0"/>
          </a:p>
        </p:txBody>
      </p:sp>
    </p:spTree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Slide Number Placeholder 1"/>
          <p:cNvSpPr/>
          <p:nvPr>
            <p:ph type="sldNum" idx="2"/>
          </p:nvPr>
        </p:nvSpPr>
        <p:spPr/>
        <p:txBody>
          <a:bodyPr/>
          <a:p>
            <a:pPr marL="215900" lvl="0" indent="-196850" algn="r" defTabSz="457200" eaLnBrk="1" hangingPunct="1">
              <a:lnSpc>
                <a:spcPct val="100000"/>
              </a:lnSpc>
              <a:buClrTx/>
              <a:buSzPct val="45000"/>
              <a:buFontTx/>
              <a:buNone/>
              <a:tabLst>
                <a:tab pos="723900" algn="l"/>
                <a:tab pos="1447800" algn="l"/>
                <a:tab pos="2171700" algn="l"/>
                <a:tab pos="2895600" algn="l"/>
              </a:tabLst>
            </a:pPr>
            <a:fld id="{9A0DB2DC-4C9A-4742-B13C-FB6460FD3503}" type="slidenum">
              <a:rPr lang="ru-RU" altLang="x-none" sz="1200" dirty="0" err="1">
                <a:latin typeface="Times New Roman" panose="02020603050405020304" pitchFamily="16" charset="0"/>
                <a:cs typeface="Arial Unicode MS" charset="0"/>
              </a:rPr>
            </a:fld>
            <a:endParaRPr lang="ru-RU" altLang="x-none" sz="1200" dirty="0" err="1">
              <a:latin typeface="Times New Roman" panose="02020603050405020304" pitchFamily="16" charset="0"/>
              <a:ea typeface="Arial Unicode MS" charset="0"/>
              <a:cs typeface="Arial Unicode MS" charset="0"/>
            </a:endParaRPr>
          </a:p>
        </p:txBody>
      </p:sp>
      <p:sp>
        <p:nvSpPr>
          <p:cNvPr id="109569" name="Slide Image Placeholder 109568"/>
          <p:cNvSpPr txBox="1"/>
          <p:nvPr>
            <p:ph type="sldImg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solidFill>
            <a:srgbClr val="FFFFFF"/>
          </a:solidFill>
          <a:ln w="9525" cap="flat" cmpd="sng">
            <a:solidFill>
              <a:srgbClr val="000000"/>
            </a:solidFill>
            <a:prstDash val="solid"/>
            <a:miter/>
            <a:headEnd type="none" w="med" len="med"/>
            <a:tailEnd type="none" w="med" len="med"/>
          </a:ln>
        </p:spPr>
      </p:sp>
      <p:sp>
        <p:nvSpPr>
          <p:cNvPr id="109570" name="Text Placeholder 109569"/>
          <p:cNvSpPr txBox="1"/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 w="9525">
            <a:noFill/>
          </a:ln>
        </p:spPr>
        <p:txBody>
          <a:bodyPr wrap="none" anchor="ctr" anchorCtr="0"/>
          <a:p>
            <a:pPr lvl="0"/>
          </a:p>
        </p:txBody>
      </p:sp>
    </p:spTree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Slide Number Placeholder 1"/>
          <p:cNvSpPr/>
          <p:nvPr>
            <p:ph type="sldNum" idx="2"/>
          </p:nvPr>
        </p:nvSpPr>
        <p:spPr/>
        <p:txBody>
          <a:bodyPr/>
          <a:p>
            <a:pPr marL="215900" lvl="0" indent="-196850" algn="r" defTabSz="457200" eaLnBrk="1" hangingPunct="1">
              <a:lnSpc>
                <a:spcPct val="100000"/>
              </a:lnSpc>
              <a:buClrTx/>
              <a:buSzPct val="45000"/>
              <a:buFontTx/>
              <a:buNone/>
              <a:tabLst>
                <a:tab pos="723900" algn="l"/>
                <a:tab pos="1447800" algn="l"/>
                <a:tab pos="2171700" algn="l"/>
                <a:tab pos="2895600" algn="l"/>
              </a:tabLst>
            </a:pPr>
            <a:fld id="{9A0DB2DC-4C9A-4742-B13C-FB6460FD3503}" type="slidenum">
              <a:rPr lang="ru-RU" altLang="x-none" sz="1200" dirty="0" err="1">
                <a:latin typeface="Times New Roman" panose="02020603050405020304" pitchFamily="16" charset="0"/>
                <a:cs typeface="Arial Unicode MS" charset="0"/>
              </a:rPr>
            </a:fld>
            <a:endParaRPr lang="ru-RU" altLang="x-none" sz="1200" dirty="0" err="1">
              <a:latin typeface="Times New Roman" panose="02020603050405020304" pitchFamily="16" charset="0"/>
              <a:ea typeface="Arial Unicode MS" charset="0"/>
              <a:cs typeface="Arial Unicode MS" charset="0"/>
            </a:endParaRPr>
          </a:p>
        </p:txBody>
      </p:sp>
      <p:sp>
        <p:nvSpPr>
          <p:cNvPr id="109569" name="Slide Image Placeholder 109568"/>
          <p:cNvSpPr txBox="1"/>
          <p:nvPr>
            <p:ph type="sldImg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solidFill>
            <a:srgbClr val="FFFFFF"/>
          </a:solidFill>
          <a:ln w="9525" cap="flat" cmpd="sng">
            <a:solidFill>
              <a:srgbClr val="000000"/>
            </a:solidFill>
            <a:prstDash val="solid"/>
            <a:miter/>
            <a:headEnd type="none" w="med" len="med"/>
            <a:tailEnd type="none" w="med" len="med"/>
          </a:ln>
        </p:spPr>
      </p:sp>
      <p:sp>
        <p:nvSpPr>
          <p:cNvPr id="109570" name="Text Placeholder 109569"/>
          <p:cNvSpPr txBox="1"/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 w="9525">
            <a:noFill/>
          </a:ln>
        </p:spPr>
        <p:txBody>
          <a:bodyPr wrap="none" anchor="ctr" anchorCtr="0"/>
          <a:p>
            <a:pPr lvl="0"/>
          </a:p>
        </p:txBody>
      </p:sp>
    </p:spTree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Slide Number Placeholder 1"/>
          <p:cNvSpPr/>
          <p:nvPr>
            <p:ph type="sldNum" idx="2"/>
          </p:nvPr>
        </p:nvSpPr>
        <p:spPr/>
        <p:txBody>
          <a:bodyPr/>
          <a:p>
            <a:pPr marL="215900" lvl="0" indent="-196850" algn="r" defTabSz="457200" eaLnBrk="1" hangingPunct="1">
              <a:lnSpc>
                <a:spcPct val="100000"/>
              </a:lnSpc>
              <a:buClrTx/>
              <a:buSzPct val="45000"/>
              <a:buFontTx/>
              <a:buNone/>
              <a:tabLst>
                <a:tab pos="723900" algn="l"/>
                <a:tab pos="1447800" algn="l"/>
                <a:tab pos="2171700" algn="l"/>
                <a:tab pos="2895600" algn="l"/>
              </a:tabLst>
            </a:pPr>
            <a:fld id="{9A0DB2DC-4C9A-4742-B13C-FB6460FD3503}" type="slidenum">
              <a:rPr lang="ru-RU" altLang="x-none" sz="1200" dirty="0" err="1">
                <a:latin typeface="Times New Roman" panose="02020603050405020304" pitchFamily="16" charset="0"/>
                <a:cs typeface="Arial Unicode MS" charset="0"/>
              </a:rPr>
            </a:fld>
            <a:endParaRPr lang="ru-RU" altLang="x-none" sz="1200" dirty="0" err="1">
              <a:latin typeface="Times New Roman" panose="02020603050405020304" pitchFamily="16" charset="0"/>
              <a:ea typeface="Arial Unicode MS" charset="0"/>
              <a:cs typeface="Arial Unicode MS" charset="0"/>
            </a:endParaRPr>
          </a:p>
        </p:txBody>
      </p:sp>
      <p:sp>
        <p:nvSpPr>
          <p:cNvPr id="109569" name="Slide Image Placeholder 109568"/>
          <p:cNvSpPr txBox="1"/>
          <p:nvPr>
            <p:ph type="sldImg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solidFill>
            <a:srgbClr val="FFFFFF"/>
          </a:solidFill>
          <a:ln w="9525" cap="flat" cmpd="sng">
            <a:solidFill>
              <a:srgbClr val="000000"/>
            </a:solidFill>
            <a:prstDash val="solid"/>
            <a:miter/>
            <a:headEnd type="none" w="med" len="med"/>
            <a:tailEnd type="none" w="med" len="med"/>
          </a:ln>
        </p:spPr>
      </p:sp>
      <p:sp>
        <p:nvSpPr>
          <p:cNvPr id="109570" name="Text Placeholder 109569"/>
          <p:cNvSpPr txBox="1"/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 w="9525">
            <a:noFill/>
          </a:ln>
        </p:spPr>
        <p:txBody>
          <a:bodyPr wrap="none" anchor="ctr" anchorCtr="0"/>
          <a:p>
            <a:pPr lvl="0"/>
          </a:p>
        </p:txBody>
      </p:sp>
    </p:spTree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Slide Number Placeholder 1"/>
          <p:cNvSpPr/>
          <p:nvPr>
            <p:ph type="sldNum" idx="2"/>
          </p:nvPr>
        </p:nvSpPr>
        <p:spPr/>
        <p:txBody>
          <a:bodyPr/>
          <a:p>
            <a:pPr marL="215900" lvl="0" indent="-196850" algn="r" defTabSz="457200" eaLnBrk="1" hangingPunct="1">
              <a:lnSpc>
                <a:spcPct val="100000"/>
              </a:lnSpc>
              <a:buClrTx/>
              <a:buSzPct val="45000"/>
              <a:buFontTx/>
              <a:buNone/>
              <a:tabLst>
                <a:tab pos="723900" algn="l"/>
                <a:tab pos="1447800" algn="l"/>
                <a:tab pos="2171700" algn="l"/>
                <a:tab pos="2895600" algn="l"/>
              </a:tabLst>
            </a:pPr>
            <a:fld id="{9A0DB2DC-4C9A-4742-B13C-FB6460FD3503}" type="slidenum">
              <a:rPr lang="ru-RU" altLang="x-none" sz="1200" dirty="0" err="1">
                <a:latin typeface="Times New Roman" panose="02020603050405020304" pitchFamily="16" charset="0"/>
                <a:cs typeface="Arial Unicode MS" charset="0"/>
              </a:rPr>
            </a:fld>
            <a:endParaRPr lang="ru-RU" altLang="x-none" sz="1200" dirty="0" err="1">
              <a:latin typeface="Times New Roman" panose="02020603050405020304" pitchFamily="16" charset="0"/>
              <a:ea typeface="Arial Unicode MS" charset="0"/>
              <a:cs typeface="Arial Unicode MS" charset="0"/>
            </a:endParaRPr>
          </a:p>
        </p:txBody>
      </p:sp>
      <p:sp>
        <p:nvSpPr>
          <p:cNvPr id="109569" name="Slide Image Placeholder 109568"/>
          <p:cNvSpPr txBox="1"/>
          <p:nvPr>
            <p:ph type="sldImg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solidFill>
            <a:srgbClr val="FFFFFF"/>
          </a:solidFill>
          <a:ln w="9525" cap="flat" cmpd="sng">
            <a:solidFill>
              <a:srgbClr val="000000"/>
            </a:solidFill>
            <a:prstDash val="solid"/>
            <a:miter/>
            <a:headEnd type="none" w="med" len="med"/>
            <a:tailEnd type="none" w="med" len="med"/>
          </a:ln>
        </p:spPr>
      </p:sp>
      <p:sp>
        <p:nvSpPr>
          <p:cNvPr id="109570" name="Text Placeholder 109569"/>
          <p:cNvSpPr txBox="1"/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 w="9525">
            <a:noFill/>
          </a:ln>
        </p:spPr>
        <p:txBody>
          <a:bodyPr wrap="none" anchor="ctr" anchorCtr="0"/>
          <a:p>
            <a:pPr lvl="0"/>
          </a:p>
        </p:txBody>
      </p:sp>
    </p:spTree>
  </p:cSld>
  <p:clrMapOvr>
    <a:masterClrMapping/>
  </p:clrMapOvr>
</p:notes>
</file>

<file path=ppt/notesSlides/notesSlide2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Slide Number Placeholder 1"/>
          <p:cNvSpPr/>
          <p:nvPr>
            <p:ph type="sldNum" idx="2"/>
          </p:nvPr>
        </p:nvSpPr>
        <p:spPr/>
        <p:txBody>
          <a:bodyPr/>
          <a:p>
            <a:pPr marL="215900" lvl="0" indent="-196850" algn="r" defTabSz="457200" eaLnBrk="1" hangingPunct="1">
              <a:lnSpc>
                <a:spcPct val="100000"/>
              </a:lnSpc>
              <a:buClrTx/>
              <a:buSzPct val="45000"/>
              <a:buFontTx/>
              <a:buNone/>
              <a:tabLst>
                <a:tab pos="723900" algn="l"/>
                <a:tab pos="1447800" algn="l"/>
                <a:tab pos="2171700" algn="l"/>
                <a:tab pos="2895600" algn="l"/>
              </a:tabLst>
            </a:pPr>
            <a:fld id="{9A0DB2DC-4C9A-4742-B13C-FB6460FD3503}" type="slidenum">
              <a:rPr lang="ru-RU" altLang="x-none" sz="1200" dirty="0" err="1">
                <a:latin typeface="Times New Roman" panose="02020603050405020304" pitchFamily="16" charset="0"/>
                <a:cs typeface="Arial Unicode MS" charset="0"/>
              </a:rPr>
            </a:fld>
            <a:endParaRPr lang="ru-RU" altLang="x-none" sz="1200" dirty="0" err="1">
              <a:latin typeface="Times New Roman" panose="02020603050405020304" pitchFamily="16" charset="0"/>
              <a:ea typeface="Arial Unicode MS" charset="0"/>
              <a:cs typeface="Arial Unicode MS" charset="0"/>
            </a:endParaRPr>
          </a:p>
        </p:txBody>
      </p:sp>
      <p:sp>
        <p:nvSpPr>
          <p:cNvPr id="109569" name="Slide Image Placeholder 109568"/>
          <p:cNvSpPr txBox="1"/>
          <p:nvPr>
            <p:ph type="sldImg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solidFill>
            <a:srgbClr val="FFFFFF"/>
          </a:solidFill>
          <a:ln w="9525" cap="flat" cmpd="sng">
            <a:solidFill>
              <a:srgbClr val="000000"/>
            </a:solidFill>
            <a:prstDash val="solid"/>
            <a:miter/>
            <a:headEnd type="none" w="med" len="med"/>
            <a:tailEnd type="none" w="med" len="med"/>
          </a:ln>
        </p:spPr>
      </p:sp>
      <p:sp>
        <p:nvSpPr>
          <p:cNvPr id="109570" name="Text Placeholder 109569"/>
          <p:cNvSpPr txBox="1"/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 w="9525">
            <a:noFill/>
          </a:ln>
        </p:spPr>
        <p:txBody>
          <a:bodyPr wrap="none" anchor="ctr" anchorCtr="0"/>
          <a:p>
            <a:pPr lvl="0"/>
          </a:p>
        </p:txBody>
      </p:sp>
    </p:spTree>
  </p:cSld>
  <p:clrMapOvr>
    <a:masterClrMapping/>
  </p:clrMapOvr>
</p:notes>
</file>

<file path=ppt/notesSlides/notesSlide2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Slide Number Placeholder 1"/>
          <p:cNvSpPr/>
          <p:nvPr>
            <p:ph type="sldNum" idx="2"/>
          </p:nvPr>
        </p:nvSpPr>
        <p:spPr/>
        <p:txBody>
          <a:bodyPr/>
          <a:p>
            <a:pPr marL="215900" lvl="0" indent="-196850" algn="r" defTabSz="457200" eaLnBrk="1" hangingPunct="1">
              <a:lnSpc>
                <a:spcPct val="100000"/>
              </a:lnSpc>
              <a:buClrTx/>
              <a:buSzPct val="45000"/>
              <a:buFontTx/>
              <a:buNone/>
              <a:tabLst>
                <a:tab pos="723900" algn="l"/>
                <a:tab pos="1447800" algn="l"/>
                <a:tab pos="2171700" algn="l"/>
                <a:tab pos="2895600" algn="l"/>
              </a:tabLst>
            </a:pPr>
            <a:fld id="{9A0DB2DC-4C9A-4742-B13C-FB6460FD3503}" type="slidenum">
              <a:rPr lang="ru-RU" altLang="x-none" sz="1200" dirty="0" err="1">
                <a:latin typeface="Times New Roman" panose="02020603050405020304" pitchFamily="16" charset="0"/>
                <a:cs typeface="Arial Unicode MS" charset="0"/>
              </a:rPr>
            </a:fld>
            <a:endParaRPr lang="ru-RU" altLang="x-none" sz="1200" dirty="0" err="1">
              <a:latin typeface="Times New Roman" panose="02020603050405020304" pitchFamily="16" charset="0"/>
              <a:ea typeface="Arial Unicode MS" charset="0"/>
              <a:cs typeface="Arial Unicode MS" charset="0"/>
            </a:endParaRPr>
          </a:p>
        </p:txBody>
      </p:sp>
      <p:sp>
        <p:nvSpPr>
          <p:cNvPr id="109569" name="Slide Image Placeholder 109568"/>
          <p:cNvSpPr txBox="1"/>
          <p:nvPr>
            <p:ph type="sldImg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solidFill>
            <a:srgbClr val="FFFFFF"/>
          </a:solidFill>
          <a:ln w="9525" cap="flat" cmpd="sng">
            <a:solidFill>
              <a:srgbClr val="000000"/>
            </a:solidFill>
            <a:prstDash val="solid"/>
            <a:miter/>
            <a:headEnd type="none" w="med" len="med"/>
            <a:tailEnd type="none" w="med" len="med"/>
          </a:ln>
        </p:spPr>
      </p:sp>
      <p:sp>
        <p:nvSpPr>
          <p:cNvPr id="109570" name="Text Placeholder 109569"/>
          <p:cNvSpPr txBox="1"/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 w="9525">
            <a:noFill/>
          </a:ln>
        </p:spPr>
        <p:txBody>
          <a:bodyPr wrap="none" anchor="ctr" anchorCtr="0"/>
          <a:p>
            <a:pPr lvl="0"/>
          </a:p>
        </p:txBody>
      </p:sp>
    </p:spTree>
  </p:cSld>
  <p:clrMapOvr>
    <a:masterClrMapping/>
  </p:clrMapOvr>
</p:notes>
</file>

<file path=ppt/notesSlides/notesSlide3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Slide Number Placeholder 1"/>
          <p:cNvSpPr/>
          <p:nvPr>
            <p:ph type="sldNum" idx="2"/>
          </p:nvPr>
        </p:nvSpPr>
        <p:spPr/>
        <p:txBody>
          <a:bodyPr/>
          <a:p>
            <a:pPr marL="215900" lvl="0" indent="-196850" algn="r" defTabSz="457200" eaLnBrk="1" hangingPunct="1">
              <a:lnSpc>
                <a:spcPct val="100000"/>
              </a:lnSpc>
              <a:buClrTx/>
              <a:buSzPct val="45000"/>
              <a:buFontTx/>
              <a:buNone/>
              <a:tabLst>
                <a:tab pos="723900" algn="l"/>
                <a:tab pos="1447800" algn="l"/>
                <a:tab pos="2171700" algn="l"/>
                <a:tab pos="2895600" algn="l"/>
              </a:tabLst>
            </a:pPr>
            <a:fld id="{9A0DB2DC-4C9A-4742-B13C-FB6460FD3503}" type="slidenum">
              <a:rPr lang="ru-RU" altLang="x-none" sz="1200" dirty="0" err="1">
                <a:latin typeface="Times New Roman" panose="02020603050405020304" pitchFamily="16" charset="0"/>
                <a:cs typeface="Arial Unicode MS" charset="0"/>
              </a:rPr>
            </a:fld>
            <a:endParaRPr lang="ru-RU" altLang="x-none" sz="1200" dirty="0" err="1">
              <a:latin typeface="Times New Roman" panose="02020603050405020304" pitchFamily="16" charset="0"/>
              <a:ea typeface="Arial Unicode MS" charset="0"/>
              <a:cs typeface="Arial Unicode MS" charset="0"/>
            </a:endParaRPr>
          </a:p>
        </p:txBody>
      </p:sp>
      <p:sp>
        <p:nvSpPr>
          <p:cNvPr id="109569" name="Slide Image Placeholder 109568"/>
          <p:cNvSpPr txBox="1"/>
          <p:nvPr>
            <p:ph type="sldImg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solidFill>
            <a:srgbClr val="FFFFFF"/>
          </a:solidFill>
          <a:ln w="9525" cap="flat" cmpd="sng">
            <a:solidFill>
              <a:srgbClr val="000000"/>
            </a:solidFill>
            <a:prstDash val="solid"/>
            <a:miter/>
            <a:headEnd type="none" w="med" len="med"/>
            <a:tailEnd type="none" w="med" len="med"/>
          </a:ln>
        </p:spPr>
      </p:sp>
      <p:sp>
        <p:nvSpPr>
          <p:cNvPr id="109570" name="Text Placeholder 109569"/>
          <p:cNvSpPr txBox="1"/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 w="9525">
            <a:noFill/>
          </a:ln>
        </p:spPr>
        <p:txBody>
          <a:bodyPr wrap="none" anchor="ctr" anchorCtr="0"/>
          <a:p>
            <a:pPr lvl="0"/>
          </a:p>
        </p:txBody>
      </p:sp>
    </p:spTree>
  </p:cSld>
  <p:clrMapOvr>
    <a:masterClrMapping/>
  </p:clrMapOvr>
</p:notes>
</file>

<file path=ppt/notesSlides/notesSlide3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Slide Number Placeholder 1"/>
          <p:cNvSpPr/>
          <p:nvPr>
            <p:ph type="sldNum" idx="2"/>
          </p:nvPr>
        </p:nvSpPr>
        <p:spPr/>
        <p:txBody>
          <a:bodyPr/>
          <a:p>
            <a:pPr marL="215900" lvl="0" indent="-196850" algn="r" defTabSz="457200" eaLnBrk="1" hangingPunct="1">
              <a:lnSpc>
                <a:spcPct val="100000"/>
              </a:lnSpc>
              <a:buClrTx/>
              <a:buSzPct val="45000"/>
              <a:buFontTx/>
              <a:buNone/>
              <a:tabLst>
                <a:tab pos="723900" algn="l"/>
                <a:tab pos="1447800" algn="l"/>
                <a:tab pos="2171700" algn="l"/>
                <a:tab pos="2895600" algn="l"/>
              </a:tabLst>
            </a:pPr>
            <a:fld id="{9A0DB2DC-4C9A-4742-B13C-FB6460FD3503}" type="slidenum">
              <a:rPr lang="ru-RU" altLang="x-none" sz="1200" dirty="0" err="1">
                <a:latin typeface="Times New Roman" panose="02020603050405020304" pitchFamily="16" charset="0"/>
                <a:cs typeface="Arial Unicode MS" charset="0"/>
              </a:rPr>
            </a:fld>
            <a:endParaRPr lang="ru-RU" altLang="x-none" sz="1200" dirty="0" err="1">
              <a:latin typeface="Times New Roman" panose="02020603050405020304" pitchFamily="16" charset="0"/>
              <a:ea typeface="Arial Unicode MS" charset="0"/>
              <a:cs typeface="Arial Unicode MS" charset="0"/>
            </a:endParaRPr>
          </a:p>
        </p:txBody>
      </p:sp>
      <p:sp>
        <p:nvSpPr>
          <p:cNvPr id="109569" name="Slide Image Placeholder 109568"/>
          <p:cNvSpPr txBox="1"/>
          <p:nvPr>
            <p:ph type="sldImg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solidFill>
            <a:srgbClr val="FFFFFF"/>
          </a:solidFill>
          <a:ln w="9525" cap="flat" cmpd="sng">
            <a:solidFill>
              <a:srgbClr val="000000"/>
            </a:solidFill>
            <a:prstDash val="solid"/>
            <a:miter/>
            <a:headEnd type="none" w="med" len="med"/>
            <a:tailEnd type="none" w="med" len="med"/>
          </a:ln>
        </p:spPr>
      </p:sp>
      <p:sp>
        <p:nvSpPr>
          <p:cNvPr id="109570" name="Text Placeholder 109569"/>
          <p:cNvSpPr txBox="1"/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 w="9525">
            <a:noFill/>
          </a:ln>
        </p:spPr>
        <p:txBody>
          <a:bodyPr wrap="none" anchor="ctr" anchorCtr="0"/>
          <a:p>
            <a:pPr lvl="0"/>
          </a:p>
        </p:txBody>
      </p:sp>
    </p:spTree>
  </p:cSld>
  <p:clrMapOvr>
    <a:masterClrMapping/>
  </p:clrMapOvr>
</p:notes>
</file>

<file path=ppt/notesSlides/notesSlide3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Slide Number Placeholder 1"/>
          <p:cNvSpPr/>
          <p:nvPr>
            <p:ph type="sldNum" idx="2"/>
          </p:nvPr>
        </p:nvSpPr>
        <p:spPr/>
        <p:txBody>
          <a:bodyPr/>
          <a:p>
            <a:pPr marL="215900" lvl="0" indent="-196850" algn="r" defTabSz="457200" eaLnBrk="1" hangingPunct="1">
              <a:lnSpc>
                <a:spcPct val="100000"/>
              </a:lnSpc>
              <a:buClrTx/>
              <a:buSzPct val="45000"/>
              <a:buFontTx/>
              <a:buNone/>
              <a:tabLst>
                <a:tab pos="723900" algn="l"/>
                <a:tab pos="1447800" algn="l"/>
                <a:tab pos="2171700" algn="l"/>
                <a:tab pos="2895600" algn="l"/>
              </a:tabLst>
            </a:pPr>
            <a:fld id="{9A0DB2DC-4C9A-4742-B13C-FB6460FD3503}" type="slidenum">
              <a:rPr lang="ru-RU" altLang="x-none" sz="1200" dirty="0" err="1">
                <a:latin typeface="Times New Roman" panose="02020603050405020304" pitchFamily="16" charset="0"/>
                <a:cs typeface="Arial Unicode MS" charset="0"/>
              </a:rPr>
            </a:fld>
            <a:endParaRPr lang="ru-RU" altLang="x-none" sz="1200" dirty="0" err="1">
              <a:latin typeface="Times New Roman" panose="02020603050405020304" pitchFamily="16" charset="0"/>
              <a:ea typeface="Arial Unicode MS" charset="0"/>
              <a:cs typeface="Arial Unicode MS" charset="0"/>
            </a:endParaRPr>
          </a:p>
        </p:txBody>
      </p:sp>
      <p:sp>
        <p:nvSpPr>
          <p:cNvPr id="109569" name="Slide Image Placeholder 109568"/>
          <p:cNvSpPr txBox="1"/>
          <p:nvPr>
            <p:ph type="sldImg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solidFill>
            <a:srgbClr val="FFFFFF"/>
          </a:solidFill>
          <a:ln w="9525" cap="flat" cmpd="sng">
            <a:solidFill>
              <a:srgbClr val="000000"/>
            </a:solidFill>
            <a:prstDash val="solid"/>
            <a:miter/>
            <a:headEnd type="none" w="med" len="med"/>
            <a:tailEnd type="none" w="med" len="med"/>
          </a:ln>
        </p:spPr>
      </p:sp>
      <p:sp>
        <p:nvSpPr>
          <p:cNvPr id="109570" name="Text Placeholder 109569"/>
          <p:cNvSpPr txBox="1"/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 w="9525">
            <a:noFill/>
          </a:ln>
        </p:spPr>
        <p:txBody>
          <a:bodyPr wrap="none" anchor="ctr" anchorCtr="0"/>
          <a:p>
            <a:pPr lvl="0"/>
          </a:p>
        </p:txBody>
      </p:sp>
    </p:spTree>
  </p:cSld>
  <p:clrMapOvr>
    <a:masterClrMapping/>
  </p:clrMapOvr>
</p:notes>
</file>

<file path=ppt/notesSlides/notesSlide3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Slide Number Placeholder 1"/>
          <p:cNvSpPr/>
          <p:nvPr>
            <p:ph type="sldNum" idx="2"/>
          </p:nvPr>
        </p:nvSpPr>
        <p:spPr/>
        <p:txBody>
          <a:bodyPr/>
          <a:p>
            <a:pPr marL="215900" lvl="0" indent="-196850" algn="r" defTabSz="457200" eaLnBrk="1" hangingPunct="1">
              <a:lnSpc>
                <a:spcPct val="100000"/>
              </a:lnSpc>
              <a:buClrTx/>
              <a:buSzPct val="45000"/>
              <a:buFontTx/>
              <a:buNone/>
              <a:tabLst>
                <a:tab pos="723900" algn="l"/>
                <a:tab pos="1447800" algn="l"/>
                <a:tab pos="2171700" algn="l"/>
                <a:tab pos="2895600" algn="l"/>
              </a:tabLst>
            </a:pPr>
            <a:fld id="{9A0DB2DC-4C9A-4742-B13C-FB6460FD3503}" type="slidenum">
              <a:rPr lang="ru-RU" altLang="x-none" sz="1200" dirty="0" err="1">
                <a:latin typeface="Times New Roman" panose="02020603050405020304" pitchFamily="16" charset="0"/>
                <a:cs typeface="Arial Unicode MS" charset="0"/>
              </a:rPr>
            </a:fld>
            <a:endParaRPr lang="ru-RU" altLang="x-none" sz="1200" dirty="0" err="1">
              <a:latin typeface="Times New Roman" panose="02020603050405020304" pitchFamily="16" charset="0"/>
              <a:ea typeface="Arial Unicode MS" charset="0"/>
              <a:cs typeface="Arial Unicode MS" charset="0"/>
            </a:endParaRPr>
          </a:p>
        </p:txBody>
      </p:sp>
      <p:sp>
        <p:nvSpPr>
          <p:cNvPr id="109569" name="Slide Image Placeholder 109568"/>
          <p:cNvSpPr txBox="1"/>
          <p:nvPr>
            <p:ph type="sldImg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solidFill>
            <a:srgbClr val="FFFFFF"/>
          </a:solidFill>
          <a:ln w="9525" cap="flat" cmpd="sng">
            <a:solidFill>
              <a:srgbClr val="000000"/>
            </a:solidFill>
            <a:prstDash val="solid"/>
            <a:miter/>
            <a:headEnd type="none" w="med" len="med"/>
            <a:tailEnd type="none" w="med" len="med"/>
          </a:ln>
        </p:spPr>
      </p:sp>
      <p:sp>
        <p:nvSpPr>
          <p:cNvPr id="109570" name="Text Placeholder 109569"/>
          <p:cNvSpPr txBox="1"/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 w="9525">
            <a:noFill/>
          </a:ln>
        </p:spPr>
        <p:txBody>
          <a:bodyPr wrap="none" anchor="ctr" anchorCtr="0"/>
          <a:p>
            <a:pPr lvl="0"/>
          </a:p>
        </p:txBody>
      </p:sp>
    </p:spTree>
  </p:cSld>
  <p:clrMapOvr>
    <a:masterClrMapping/>
  </p:clrMapOvr>
</p:notes>
</file>

<file path=ppt/notesSlides/notesSlide3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18434" name="Slide Number Placeholder 1"/>
          <p:cNvSpPr/>
          <p:nvPr>
            <p:ph type="sldNum" sz="quarter"/>
          </p:nvPr>
        </p:nvSpPr>
        <p:spPr>
          <a:xfrm>
            <a:off x="3884613" y="8685213"/>
            <a:ext cx="2963862" cy="449262"/>
          </a:xfrm>
          <a:prstGeom prst="rect">
            <a:avLst/>
          </a:prstGeom>
          <a:noFill/>
          <a:ln w="9525">
            <a:noFill/>
          </a:ln>
        </p:spPr>
        <p:txBody>
          <a:bodyPr wrap="square" lIns="90000" tIns="46800" rIns="90000" bIns="46800" anchor="b" anchorCtr="0"/>
          <a:p>
            <a:pPr marL="215900" lvl="0" indent="-209550" algn="r" defTabSz="457200">
              <a:buClrTx/>
              <a:buSzPct val="45000"/>
              <a:buFontTx/>
              <a:tabLst>
                <a:tab pos="723900" algn="l"/>
                <a:tab pos="1447800" algn="l"/>
                <a:tab pos="2171700" algn="l"/>
                <a:tab pos="2895600" algn="l"/>
              </a:tabLst>
            </a:pPr>
            <a:fld id="{9A0DB2DC-4C9A-4742-B13C-FB6460FD3503}" type="slidenum">
              <a:rPr lang="ru-RU" altLang="x-none" sz="1200" dirty="0" err="1">
                <a:latin typeface="Times New Roman" panose="02020603050405020304" pitchFamily="16" charset="0"/>
                <a:ea typeface="Arial Unicode MS" charset="-122"/>
              </a:rPr>
            </a:fld>
            <a:endParaRPr lang="ru-RU" altLang="x-none" sz="1200" dirty="0" err="1">
              <a:latin typeface="Times New Roman" panose="02020603050405020304" pitchFamily="16" charset="0"/>
              <a:ea typeface="Arial Unicode MS" charset="-122"/>
            </a:endParaRPr>
          </a:p>
        </p:txBody>
      </p:sp>
      <p:sp>
        <p:nvSpPr>
          <p:cNvPr id="18435" name="Slide Image Placeholder 53248"/>
          <p:cNvSpPr txBox="1">
            <a:spLocks noGrp="1"/>
          </p:cNvSpPr>
          <p:nvPr>
            <p:ph type="sldImg"/>
          </p:nvPr>
        </p:nvSpPr>
        <p:spPr>
          <a:xfrm>
            <a:off x="1143000" y="685800"/>
            <a:ext cx="4572000" cy="3429000"/>
          </a:xfrm>
          <a:solidFill>
            <a:srgbClr val="FFFFFF"/>
          </a:solidFill>
          <a:ln cap="flat"/>
        </p:spPr>
      </p:sp>
      <p:sp>
        <p:nvSpPr>
          <p:cNvPr id="18436" name="Text Placeholder 53249"/>
          <p:cNvSpPr txBox="1">
            <a:spLocks noGrp="1"/>
          </p:cNvSpPr>
          <p:nvPr>
            <p:ph type="body"/>
          </p:nvPr>
        </p:nvSpPr>
        <p:spPr>
          <a:xfrm>
            <a:off x="685800" y="4343400"/>
            <a:ext cx="5486400" cy="4114800"/>
          </a:xfrm>
        </p:spPr>
        <p:txBody>
          <a:bodyPr wrap="none" lIns="90000" tIns="46800" rIns="90000" bIns="46800" anchor="ctr" anchorCtr="0"/>
          <a:p>
            <a:pPr lvl="0"/>
            <a:endParaRPr lang="en-GB"/>
          </a:p>
        </p:txBody>
      </p:sp>
    </p:spTree>
  </p:cSld>
  <p:clrMapOvr>
    <a:masterClrMapping/>
  </p:clrMapOvr>
</p:notes>
</file>

<file path=ppt/notesSlides/notesSlide3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18434" name="Slide Number Placeholder 1"/>
          <p:cNvSpPr/>
          <p:nvPr>
            <p:ph type="sldNum" sz="quarter"/>
          </p:nvPr>
        </p:nvSpPr>
        <p:spPr>
          <a:xfrm>
            <a:off x="3884613" y="8685213"/>
            <a:ext cx="2963862" cy="449262"/>
          </a:xfrm>
          <a:prstGeom prst="rect">
            <a:avLst/>
          </a:prstGeom>
          <a:noFill/>
          <a:ln w="9525">
            <a:noFill/>
          </a:ln>
        </p:spPr>
        <p:txBody>
          <a:bodyPr wrap="square" lIns="90000" tIns="46800" rIns="90000" bIns="46800" anchor="b" anchorCtr="0"/>
          <a:p>
            <a:pPr marL="215900" lvl="0" indent="-209550" algn="r" defTabSz="457200">
              <a:buClrTx/>
              <a:buSzPct val="45000"/>
              <a:buFontTx/>
              <a:tabLst>
                <a:tab pos="723900" algn="l"/>
                <a:tab pos="1447800" algn="l"/>
                <a:tab pos="2171700" algn="l"/>
                <a:tab pos="2895600" algn="l"/>
              </a:tabLst>
            </a:pPr>
            <a:fld id="{9A0DB2DC-4C9A-4742-B13C-FB6460FD3503}" type="slidenum">
              <a:rPr lang="ru-RU" altLang="x-none" sz="1200" dirty="0" err="1">
                <a:latin typeface="Times New Roman" panose="02020603050405020304" pitchFamily="16" charset="0"/>
                <a:ea typeface="Arial Unicode MS" charset="-122"/>
              </a:rPr>
            </a:fld>
            <a:endParaRPr lang="ru-RU" altLang="x-none" sz="1200" dirty="0" err="1">
              <a:latin typeface="Times New Roman" panose="02020603050405020304" pitchFamily="16" charset="0"/>
              <a:ea typeface="Arial Unicode MS" charset="-122"/>
            </a:endParaRPr>
          </a:p>
        </p:txBody>
      </p:sp>
      <p:sp>
        <p:nvSpPr>
          <p:cNvPr id="18435" name="Slide Image Placeholder 53248"/>
          <p:cNvSpPr txBox="1">
            <a:spLocks noGrp="1"/>
          </p:cNvSpPr>
          <p:nvPr>
            <p:ph type="sldImg"/>
          </p:nvPr>
        </p:nvSpPr>
        <p:spPr>
          <a:xfrm>
            <a:off x="1143000" y="685800"/>
            <a:ext cx="4572000" cy="3429000"/>
          </a:xfrm>
          <a:solidFill>
            <a:srgbClr val="FFFFFF"/>
          </a:solidFill>
          <a:ln cap="flat"/>
        </p:spPr>
      </p:sp>
      <p:sp>
        <p:nvSpPr>
          <p:cNvPr id="18436" name="Text Placeholder 53249"/>
          <p:cNvSpPr txBox="1">
            <a:spLocks noGrp="1"/>
          </p:cNvSpPr>
          <p:nvPr>
            <p:ph type="body"/>
          </p:nvPr>
        </p:nvSpPr>
        <p:spPr>
          <a:xfrm>
            <a:off x="685800" y="4343400"/>
            <a:ext cx="5486400" cy="4114800"/>
          </a:xfrm>
        </p:spPr>
        <p:txBody>
          <a:bodyPr wrap="none" lIns="90000" tIns="46800" rIns="90000" bIns="46800" anchor="ctr" anchorCtr="0"/>
          <a:p>
            <a:pPr lvl="0"/>
            <a:endParaRPr lang="en-GB"/>
          </a:p>
        </p:txBody>
      </p:sp>
    </p:spTree>
  </p:cSld>
  <p:clrMapOvr>
    <a:masterClrMapping/>
  </p:clrMapOvr>
</p:notes>
</file>

<file path=ppt/notesSlides/notesSlide3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98306" name="Slide Number Placeholder 1"/>
          <p:cNvSpPr/>
          <p:nvPr>
            <p:ph type="sldNum" sz="quarter"/>
          </p:nvPr>
        </p:nvSpPr>
        <p:spPr>
          <a:xfrm>
            <a:off x="3884613" y="8685213"/>
            <a:ext cx="2968625" cy="454025"/>
          </a:xfrm>
          <a:prstGeom prst="rect">
            <a:avLst/>
          </a:prstGeom>
          <a:noFill/>
          <a:ln w="9525">
            <a:noFill/>
          </a:ln>
        </p:spPr>
        <p:txBody>
          <a:bodyPr wrap="square" lIns="90000" tIns="46800" rIns="90000" bIns="46800" anchor="b" anchorCtr="0"/>
          <a:p>
            <a:pPr marL="215900" lvl="0" indent="-213995" algn="r" defTabSz="457200">
              <a:buClrTx/>
              <a:buSzPct val="45000"/>
              <a:buFontTx/>
              <a:tabLst>
                <a:tab pos="723900" algn="l"/>
                <a:tab pos="1447800" algn="l"/>
                <a:tab pos="2171700" algn="l"/>
                <a:tab pos="2895600" algn="l"/>
              </a:tabLst>
            </a:pPr>
            <a:fld id="{9A0DB2DC-4C9A-4742-B13C-FB6460FD3503}" type="slidenum">
              <a:rPr lang="ru-RU" altLang="x-none" sz="1200" dirty="0" err="1">
                <a:latin typeface="Times New Roman" panose="02020603050405020304" pitchFamily="16" charset="0"/>
                <a:ea typeface="Arial Unicode MS" charset="-122"/>
              </a:rPr>
            </a:fld>
            <a:endParaRPr lang="ru-RU" altLang="x-none" sz="1200" dirty="0" err="1">
              <a:latin typeface="Times New Roman" panose="02020603050405020304" pitchFamily="16" charset="0"/>
              <a:ea typeface="Arial Unicode MS" charset="-122"/>
            </a:endParaRPr>
          </a:p>
        </p:txBody>
      </p:sp>
      <p:sp>
        <p:nvSpPr>
          <p:cNvPr id="98307" name="Slide Image Placeholder 71680"/>
          <p:cNvSpPr txBox="1">
            <a:spLocks noGrp="1"/>
          </p:cNvSpPr>
          <p:nvPr>
            <p:ph type="sldImg"/>
          </p:nvPr>
        </p:nvSpPr>
        <p:spPr>
          <a:xfrm>
            <a:off x="1143000" y="685800"/>
            <a:ext cx="4572000" cy="3429000"/>
          </a:xfrm>
          <a:solidFill>
            <a:srgbClr val="FFFFFF"/>
          </a:solidFill>
          <a:ln cap="flat"/>
        </p:spPr>
      </p:sp>
      <p:sp>
        <p:nvSpPr>
          <p:cNvPr id="98308" name="Text Placeholder 71681"/>
          <p:cNvSpPr txBox="1">
            <a:spLocks noGrp="1"/>
          </p:cNvSpPr>
          <p:nvPr>
            <p:ph type="body"/>
          </p:nvPr>
        </p:nvSpPr>
        <p:spPr>
          <a:xfrm>
            <a:off x="685800" y="4343400"/>
            <a:ext cx="5486400" cy="4114800"/>
          </a:xfrm>
        </p:spPr>
        <p:txBody>
          <a:bodyPr wrap="none" lIns="90000" tIns="46800" rIns="90000" bIns="46800" anchor="ctr" anchorCtr="0"/>
          <a:p>
            <a:pPr lvl="0"/>
            <a:endParaRPr lang="en-GB"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143000" y="1122363"/>
            <a:ext cx="6858000" cy="2387600"/>
          </a:xfrm>
        </p:spPr>
        <p:txBody>
          <a:bodyPr anchor="b"/>
          <a:lstStyle>
            <a:lvl1pPr algn="ctr">
              <a:defRPr sz="4500"/>
            </a:lvl1pPr>
          </a:lstStyle>
          <a:p>
            <a:pPr fontAlgn="base"/>
            <a:r>
              <a:rPr lang="en-US" strike="noStrike" noProof="1" smtClean="0"/>
              <a:t>Click to edit Master title style</a:t>
            </a:r>
            <a:endParaRPr lang="en-US" strike="noStrike" noProof="1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143000" y="3602038"/>
            <a:ext cx="6858000" cy="1655762"/>
          </a:xfrm>
        </p:spPr>
        <p:txBody>
          <a:bodyPr/>
          <a:lstStyle>
            <a:lvl1pPr marL="0" indent="0" algn="ctr">
              <a:buNone/>
              <a:defRPr sz="1800"/>
            </a:lvl1pPr>
            <a:lvl2pPr marL="342900" indent="0" algn="ctr">
              <a:buNone/>
              <a:defRPr sz="1500"/>
            </a:lvl2pPr>
            <a:lvl3pPr marL="685800" indent="0" algn="ctr">
              <a:buNone/>
              <a:defRPr sz="1350"/>
            </a:lvl3pPr>
            <a:lvl4pPr marL="1028700" indent="0" algn="ctr">
              <a:buNone/>
              <a:defRPr sz="1200"/>
            </a:lvl4pPr>
            <a:lvl5pPr marL="1371600" indent="0" algn="ctr">
              <a:buNone/>
              <a:defRPr sz="1200"/>
            </a:lvl5pPr>
            <a:lvl6pPr marL="1714500" indent="0" algn="ctr">
              <a:buNone/>
              <a:defRPr sz="1200"/>
            </a:lvl6pPr>
            <a:lvl7pPr marL="2057400" indent="0" algn="ctr">
              <a:buNone/>
              <a:defRPr sz="1200"/>
            </a:lvl7pPr>
            <a:lvl8pPr marL="2400300" indent="0" algn="ctr">
              <a:buNone/>
              <a:defRPr sz="1200"/>
            </a:lvl8pPr>
            <a:lvl9pPr marL="2743200" indent="0" algn="ctr">
              <a:buNone/>
              <a:defRPr sz="1200"/>
            </a:lvl9pPr>
          </a:lstStyle>
          <a:p>
            <a:pPr fontAlgn="base"/>
            <a:r>
              <a:rPr lang="en-US" strike="noStrike" noProof="1" smtClean="0"/>
              <a:t>Click to edit Master subtitle style</a:t>
            </a:r>
            <a:endParaRPr lang="en-US" strike="noStrike" noProof="1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10"/>
          </p:nvPr>
        </p:nvSpPr>
        <p:spPr/>
        <p:txBody>
          <a:bodyPr/>
          <a:p>
            <a:pPr lvl="0" defTabSz="457200" eaLnBrk="1" fontAlgn="base" hangingPunct="1">
              <a:buClrTx/>
              <a:buSzPct val="100000"/>
              <a:buNone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</a:pPr>
            <a:fld id="{9A0DB2DC-4C9A-4742-B13C-FB6460FD3503}" type="slidenum">
              <a:rPr lang="ru-RU" altLang="x-none" strike="noStrike" noProof="1" dirty="0" err="1">
                <a:latin typeface="Arial" panose="020B0604020202020204" pitchFamily="34" charset="0"/>
                <a:ea typeface="Microsoft YaHei" panose="020B0503020204020204" charset="-122"/>
                <a:cs typeface="+mn-cs"/>
              </a:rPr>
            </a:fld>
            <a:endParaRPr lang="ru-RU" altLang="x-none" strike="noStrike" noProof="1" dirty="0" err="1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fontAlgn="base"/>
            <a:r>
              <a:rPr lang="en-US" strike="noStrike" noProof="1" smtClean="0"/>
              <a:t>Click to edit Master title style</a:t>
            </a:r>
            <a:endParaRPr lang="en-US" strike="noStrike" noProof="1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fontAlgn="base"/>
            <a:r>
              <a:rPr lang="en-US" strike="noStrike" noProof="1" smtClean="0"/>
              <a:t>Click to edit Master text styles</a:t>
            </a:r>
            <a:endParaRPr lang="en-US" strike="noStrike" noProof="1" smtClean="0"/>
          </a:p>
          <a:p>
            <a:pPr lvl="1" fontAlgn="base"/>
            <a:r>
              <a:rPr lang="en-US" strike="noStrike" noProof="1" smtClean="0"/>
              <a:t>Second level</a:t>
            </a:r>
            <a:endParaRPr lang="en-US" strike="noStrike" noProof="1" smtClean="0"/>
          </a:p>
          <a:p>
            <a:pPr lvl="2" fontAlgn="base"/>
            <a:r>
              <a:rPr lang="en-US" strike="noStrike" noProof="1" smtClean="0"/>
              <a:t>Third level</a:t>
            </a:r>
            <a:endParaRPr lang="en-US" strike="noStrike" noProof="1" smtClean="0"/>
          </a:p>
          <a:p>
            <a:pPr lvl="3" fontAlgn="base"/>
            <a:r>
              <a:rPr lang="en-US" strike="noStrike" noProof="1" smtClean="0"/>
              <a:t>Fourth level</a:t>
            </a:r>
            <a:endParaRPr lang="en-US" strike="noStrike" noProof="1" smtClean="0"/>
          </a:p>
          <a:p>
            <a:pPr lvl="4" fontAlgn="base"/>
            <a:r>
              <a:rPr lang="en-US" strike="noStrike" noProof="1" smtClean="0"/>
              <a:t>Fifth level</a:t>
            </a:r>
            <a:endParaRPr lang="en-US" strike="noStrike" noProof="1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10"/>
          </p:nvPr>
        </p:nvSpPr>
        <p:spPr/>
        <p:txBody>
          <a:bodyPr/>
          <a:p>
            <a:pPr lvl="0" defTabSz="457200" eaLnBrk="1" fontAlgn="base" hangingPunct="1">
              <a:buClrTx/>
              <a:buSzPct val="100000"/>
              <a:buNone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</a:pPr>
            <a:fld id="{9A0DB2DC-4C9A-4742-B13C-FB6460FD3503}" type="slidenum">
              <a:rPr lang="ru-RU" altLang="x-none" strike="noStrike" noProof="1" dirty="0" err="1">
                <a:latin typeface="Arial" panose="020B0604020202020204" pitchFamily="34" charset="0"/>
                <a:ea typeface="Microsoft YaHei" panose="020B0503020204020204" charset="-122"/>
                <a:cs typeface="+mn-cs"/>
              </a:rPr>
            </a:fld>
            <a:endParaRPr lang="ru-RU" altLang="x-none" strike="noStrike" noProof="1" dirty="0" err="1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3888" y="1709738"/>
            <a:ext cx="7886700" cy="2852737"/>
          </a:xfrm>
        </p:spPr>
        <p:txBody>
          <a:bodyPr anchor="b"/>
          <a:lstStyle>
            <a:lvl1pPr>
              <a:defRPr sz="4500"/>
            </a:lvl1pPr>
          </a:lstStyle>
          <a:p>
            <a:pPr fontAlgn="base"/>
            <a:r>
              <a:rPr lang="en-US" strike="noStrike" noProof="1" smtClean="0"/>
              <a:t>Click to edit Master title style</a:t>
            </a:r>
            <a:endParaRPr lang="en-US" strike="noStrike" noProof="1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23888" y="4589463"/>
            <a:ext cx="7886700" cy="1500187"/>
          </a:xfrm>
        </p:spPr>
        <p:txBody>
          <a:bodyPr/>
          <a:lstStyle>
            <a:lvl1pPr marL="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1pPr>
            <a:lvl2pPr marL="342900" indent="0">
              <a:buNone/>
              <a:defRPr sz="1500">
                <a:solidFill>
                  <a:schemeClr val="tx1">
                    <a:tint val="75000"/>
                  </a:schemeClr>
                </a:solidFill>
              </a:defRPr>
            </a:lvl2pPr>
            <a:lvl3pPr marL="685800" indent="0">
              <a:buNone/>
              <a:defRPr sz="1350">
                <a:solidFill>
                  <a:schemeClr val="tx1">
                    <a:tint val="75000"/>
                  </a:schemeClr>
                </a:solidFill>
              </a:defRPr>
            </a:lvl3pPr>
            <a:lvl4pPr marL="10287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4pPr>
            <a:lvl5pPr marL="13716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5pPr>
            <a:lvl6pPr marL="17145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6pPr>
            <a:lvl7pPr marL="20574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7pPr>
            <a:lvl8pPr marL="24003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8pPr>
            <a:lvl9pPr marL="27432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 fontAlgn="base"/>
            <a:r>
              <a:rPr lang="en-US" strike="noStrike" noProof="1" smtClean="0"/>
              <a:t>Click to edit Master text styles</a:t>
            </a:r>
            <a:endParaRPr lang="en-US" strike="noStrike" noProof="1" smtClean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10"/>
          </p:nvPr>
        </p:nvSpPr>
        <p:spPr/>
        <p:txBody>
          <a:bodyPr/>
          <a:p>
            <a:pPr lvl="0" defTabSz="457200" eaLnBrk="1" fontAlgn="base" hangingPunct="1">
              <a:buClrTx/>
              <a:buSzPct val="100000"/>
              <a:buNone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</a:pPr>
            <a:fld id="{9A0DB2DC-4C9A-4742-B13C-FB6460FD3503}" type="slidenum">
              <a:rPr lang="ru-RU" altLang="x-none" strike="noStrike" noProof="1" dirty="0" err="1">
                <a:latin typeface="Arial" panose="020B0604020202020204" pitchFamily="34" charset="0"/>
                <a:ea typeface="Microsoft YaHei" panose="020B0503020204020204" charset="-122"/>
                <a:cs typeface="+mn-cs"/>
              </a:rPr>
            </a:fld>
            <a:endParaRPr lang="ru-RU" altLang="x-none" strike="noStrike" noProof="1" dirty="0" err="1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fontAlgn="base"/>
            <a:r>
              <a:rPr lang="en-US" strike="noStrike" noProof="1" smtClean="0"/>
              <a:t>Click to edit Master title style</a:t>
            </a:r>
            <a:endParaRPr lang="en-US" strike="noStrike" noProof="1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609600" y="1600200"/>
            <a:ext cx="3881596" cy="4416425"/>
          </a:xfrm>
        </p:spPr>
        <p:txBody>
          <a:bodyPr/>
          <a:lstStyle/>
          <a:p>
            <a:pPr lvl="0" fontAlgn="base"/>
            <a:r>
              <a:rPr lang="en-US" strike="noStrike" noProof="1" smtClean="0"/>
              <a:t>Click to edit Master text styles</a:t>
            </a:r>
            <a:endParaRPr lang="en-US" strike="noStrike" noProof="1" smtClean="0"/>
          </a:p>
          <a:p>
            <a:pPr lvl="1" fontAlgn="base"/>
            <a:r>
              <a:rPr lang="en-US" strike="noStrike" noProof="1" smtClean="0"/>
              <a:t>Second level</a:t>
            </a:r>
            <a:endParaRPr lang="en-US" strike="noStrike" noProof="1" smtClean="0"/>
          </a:p>
          <a:p>
            <a:pPr lvl="2" fontAlgn="base"/>
            <a:r>
              <a:rPr lang="en-US" strike="noStrike" noProof="1" smtClean="0"/>
              <a:t>Third level</a:t>
            </a:r>
            <a:endParaRPr lang="en-US" strike="noStrike" noProof="1" smtClean="0"/>
          </a:p>
          <a:p>
            <a:pPr lvl="3" fontAlgn="base"/>
            <a:r>
              <a:rPr lang="en-US" strike="noStrike" noProof="1" smtClean="0"/>
              <a:t>Fourth level</a:t>
            </a:r>
            <a:endParaRPr lang="en-US" strike="noStrike" noProof="1" smtClean="0"/>
          </a:p>
          <a:p>
            <a:pPr lvl="4" fontAlgn="base"/>
            <a:r>
              <a:rPr lang="en-US" strike="noStrike" noProof="1" smtClean="0"/>
              <a:t>Fifth level</a:t>
            </a:r>
            <a:endParaRPr lang="en-US" strike="noStrike" noProof="1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9629" y="1600200"/>
            <a:ext cx="3881596" cy="4416425"/>
          </a:xfrm>
        </p:spPr>
        <p:txBody>
          <a:bodyPr/>
          <a:lstStyle/>
          <a:p>
            <a:pPr lvl="0" fontAlgn="base"/>
            <a:r>
              <a:rPr lang="en-US" strike="noStrike" noProof="1" smtClean="0"/>
              <a:t>Click to edit Master text styles</a:t>
            </a:r>
            <a:endParaRPr lang="en-US" strike="noStrike" noProof="1" smtClean="0"/>
          </a:p>
          <a:p>
            <a:pPr lvl="1" fontAlgn="base"/>
            <a:r>
              <a:rPr lang="en-US" strike="noStrike" noProof="1" smtClean="0"/>
              <a:t>Second level</a:t>
            </a:r>
            <a:endParaRPr lang="en-US" strike="noStrike" noProof="1" smtClean="0"/>
          </a:p>
          <a:p>
            <a:pPr lvl="2" fontAlgn="base"/>
            <a:r>
              <a:rPr lang="en-US" strike="noStrike" noProof="1" smtClean="0"/>
              <a:t>Third level</a:t>
            </a:r>
            <a:endParaRPr lang="en-US" strike="noStrike" noProof="1" smtClean="0"/>
          </a:p>
          <a:p>
            <a:pPr lvl="3" fontAlgn="base"/>
            <a:r>
              <a:rPr lang="en-US" strike="noStrike" noProof="1" smtClean="0"/>
              <a:t>Fourth level</a:t>
            </a:r>
            <a:endParaRPr lang="en-US" strike="noStrike" noProof="1" smtClean="0"/>
          </a:p>
          <a:p>
            <a:pPr lvl="4" fontAlgn="base"/>
            <a:r>
              <a:rPr lang="en-US" strike="noStrike" noProof="1" smtClean="0"/>
              <a:t>Fifth level</a:t>
            </a:r>
            <a:endParaRPr lang="en-US" strike="noStrike" noProof="1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idx="10"/>
          </p:nvPr>
        </p:nvSpPr>
        <p:spPr/>
        <p:txBody>
          <a:bodyPr/>
          <a:p>
            <a:pPr lvl="0" defTabSz="457200" eaLnBrk="1" fontAlgn="base" hangingPunct="1">
              <a:buClrTx/>
              <a:buSzPct val="100000"/>
              <a:buNone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</a:pPr>
            <a:fld id="{9A0DB2DC-4C9A-4742-B13C-FB6460FD3503}" type="slidenum">
              <a:rPr lang="ru-RU" altLang="x-none" strike="noStrike" noProof="1" dirty="0" err="1">
                <a:latin typeface="Arial" panose="020B0604020202020204" pitchFamily="34" charset="0"/>
                <a:ea typeface="Microsoft YaHei" panose="020B0503020204020204" charset="-122"/>
                <a:cs typeface="+mn-cs"/>
              </a:rPr>
            </a:fld>
            <a:endParaRPr lang="ru-RU" altLang="x-none" strike="noStrike" noProof="1" dirty="0" err="1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9841" y="365125"/>
            <a:ext cx="7886700" cy="1325563"/>
          </a:xfrm>
        </p:spPr>
        <p:txBody>
          <a:bodyPr/>
          <a:lstStyle/>
          <a:p>
            <a:pPr fontAlgn="base"/>
            <a:r>
              <a:rPr lang="en-US" strike="noStrike" noProof="1" smtClean="0"/>
              <a:t>Click to edit Master title style</a:t>
            </a:r>
            <a:endParaRPr lang="en-US" strike="noStrike" noProof="1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29841" y="1681163"/>
            <a:ext cx="3868340" cy="823912"/>
          </a:xfrm>
        </p:spPr>
        <p:txBody>
          <a:bodyPr anchor="b"/>
          <a:lstStyle>
            <a:lvl1pPr marL="0" indent="0">
              <a:buNone/>
              <a:defRPr sz="1800" b="1"/>
            </a:lvl1pPr>
            <a:lvl2pPr marL="342900" indent="0">
              <a:buNone/>
              <a:defRPr sz="1500" b="1"/>
            </a:lvl2pPr>
            <a:lvl3pPr marL="685800" indent="0">
              <a:buNone/>
              <a:defRPr sz="1350" b="1"/>
            </a:lvl3pPr>
            <a:lvl4pPr marL="1028700" indent="0">
              <a:buNone/>
              <a:defRPr sz="1200" b="1"/>
            </a:lvl4pPr>
            <a:lvl5pPr marL="1371600" indent="0">
              <a:buNone/>
              <a:defRPr sz="1200" b="1"/>
            </a:lvl5pPr>
            <a:lvl6pPr marL="1714500" indent="0">
              <a:buNone/>
              <a:defRPr sz="1200" b="1"/>
            </a:lvl6pPr>
            <a:lvl7pPr marL="2057400" indent="0">
              <a:buNone/>
              <a:defRPr sz="1200" b="1"/>
            </a:lvl7pPr>
            <a:lvl8pPr marL="2400300" indent="0">
              <a:buNone/>
              <a:defRPr sz="1200" b="1"/>
            </a:lvl8pPr>
            <a:lvl9pPr marL="2743200" indent="0">
              <a:buNone/>
              <a:defRPr sz="1200" b="1"/>
            </a:lvl9pPr>
          </a:lstStyle>
          <a:p>
            <a:pPr lvl="0" fontAlgn="base"/>
            <a:r>
              <a:rPr lang="en-US" strike="noStrike" noProof="1" smtClean="0"/>
              <a:t>Click to edit Master text styles</a:t>
            </a:r>
            <a:endParaRPr lang="en-US" strike="noStrike" noProof="1" smtClean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29841" y="2505075"/>
            <a:ext cx="3868340" cy="3684588"/>
          </a:xfrm>
        </p:spPr>
        <p:txBody>
          <a:bodyPr/>
          <a:lstStyle/>
          <a:p>
            <a:pPr lvl="0" fontAlgn="base"/>
            <a:r>
              <a:rPr lang="en-US" strike="noStrike" noProof="1" smtClean="0"/>
              <a:t>Click to edit Master text styles</a:t>
            </a:r>
            <a:endParaRPr lang="en-US" strike="noStrike" noProof="1" smtClean="0"/>
          </a:p>
          <a:p>
            <a:pPr lvl="1" fontAlgn="base"/>
            <a:r>
              <a:rPr lang="en-US" strike="noStrike" noProof="1" smtClean="0"/>
              <a:t>Second level</a:t>
            </a:r>
            <a:endParaRPr lang="en-US" strike="noStrike" noProof="1" smtClean="0"/>
          </a:p>
          <a:p>
            <a:pPr lvl="2" fontAlgn="base"/>
            <a:r>
              <a:rPr lang="en-US" strike="noStrike" noProof="1" smtClean="0"/>
              <a:t>Third level</a:t>
            </a:r>
            <a:endParaRPr lang="en-US" strike="noStrike" noProof="1" smtClean="0"/>
          </a:p>
          <a:p>
            <a:pPr lvl="3" fontAlgn="base"/>
            <a:r>
              <a:rPr lang="en-US" strike="noStrike" noProof="1" smtClean="0"/>
              <a:t>Fourth level</a:t>
            </a:r>
            <a:endParaRPr lang="en-US" strike="noStrike" noProof="1" smtClean="0"/>
          </a:p>
          <a:p>
            <a:pPr lvl="4" fontAlgn="base"/>
            <a:r>
              <a:rPr lang="en-US" strike="noStrike" noProof="1" smtClean="0"/>
              <a:t>Fifth level</a:t>
            </a:r>
            <a:endParaRPr lang="en-US" strike="noStrike" noProof="1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29150" y="1681163"/>
            <a:ext cx="3887391" cy="823912"/>
          </a:xfrm>
        </p:spPr>
        <p:txBody>
          <a:bodyPr anchor="b"/>
          <a:lstStyle>
            <a:lvl1pPr marL="0" indent="0">
              <a:buNone/>
              <a:defRPr sz="1800" b="1"/>
            </a:lvl1pPr>
            <a:lvl2pPr marL="342900" indent="0">
              <a:buNone/>
              <a:defRPr sz="1500" b="1"/>
            </a:lvl2pPr>
            <a:lvl3pPr marL="685800" indent="0">
              <a:buNone/>
              <a:defRPr sz="1350" b="1"/>
            </a:lvl3pPr>
            <a:lvl4pPr marL="1028700" indent="0">
              <a:buNone/>
              <a:defRPr sz="1200" b="1"/>
            </a:lvl4pPr>
            <a:lvl5pPr marL="1371600" indent="0">
              <a:buNone/>
              <a:defRPr sz="1200" b="1"/>
            </a:lvl5pPr>
            <a:lvl6pPr marL="1714500" indent="0">
              <a:buNone/>
              <a:defRPr sz="1200" b="1"/>
            </a:lvl6pPr>
            <a:lvl7pPr marL="2057400" indent="0">
              <a:buNone/>
              <a:defRPr sz="1200" b="1"/>
            </a:lvl7pPr>
            <a:lvl8pPr marL="2400300" indent="0">
              <a:buNone/>
              <a:defRPr sz="1200" b="1"/>
            </a:lvl8pPr>
            <a:lvl9pPr marL="2743200" indent="0">
              <a:buNone/>
              <a:defRPr sz="1200" b="1"/>
            </a:lvl9pPr>
          </a:lstStyle>
          <a:p>
            <a:pPr lvl="0" fontAlgn="base"/>
            <a:r>
              <a:rPr lang="en-US" strike="noStrike" noProof="1" smtClean="0"/>
              <a:t>Click to edit Master text styles</a:t>
            </a:r>
            <a:endParaRPr lang="en-US" strike="noStrike" noProof="1" smtClean="0"/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29150" y="2505075"/>
            <a:ext cx="3887391" cy="3684588"/>
          </a:xfrm>
        </p:spPr>
        <p:txBody>
          <a:bodyPr/>
          <a:lstStyle/>
          <a:p>
            <a:pPr lvl="0" fontAlgn="base"/>
            <a:r>
              <a:rPr lang="en-US" strike="noStrike" noProof="1" smtClean="0"/>
              <a:t>Click to edit Master text styles</a:t>
            </a:r>
            <a:endParaRPr lang="en-US" strike="noStrike" noProof="1" smtClean="0"/>
          </a:p>
          <a:p>
            <a:pPr lvl="1" fontAlgn="base"/>
            <a:r>
              <a:rPr lang="en-US" strike="noStrike" noProof="1" smtClean="0"/>
              <a:t>Second level</a:t>
            </a:r>
            <a:endParaRPr lang="en-US" strike="noStrike" noProof="1" smtClean="0"/>
          </a:p>
          <a:p>
            <a:pPr lvl="2" fontAlgn="base"/>
            <a:r>
              <a:rPr lang="en-US" strike="noStrike" noProof="1" smtClean="0"/>
              <a:t>Third level</a:t>
            </a:r>
            <a:endParaRPr lang="en-US" strike="noStrike" noProof="1" smtClean="0"/>
          </a:p>
          <a:p>
            <a:pPr lvl="3" fontAlgn="base"/>
            <a:r>
              <a:rPr lang="en-US" strike="noStrike" noProof="1" smtClean="0"/>
              <a:t>Fourth level</a:t>
            </a:r>
            <a:endParaRPr lang="en-US" strike="noStrike" noProof="1" smtClean="0"/>
          </a:p>
          <a:p>
            <a:pPr lvl="4" fontAlgn="base"/>
            <a:r>
              <a:rPr lang="en-US" strike="noStrike" noProof="1" smtClean="0"/>
              <a:t>Fifth level</a:t>
            </a:r>
            <a:endParaRPr lang="en-US" strike="noStrike" noProof="1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idx="10"/>
          </p:nvPr>
        </p:nvSpPr>
        <p:spPr/>
        <p:txBody>
          <a:bodyPr/>
          <a:p>
            <a:pPr lvl="0" defTabSz="457200" eaLnBrk="1" fontAlgn="base" hangingPunct="1">
              <a:buClrTx/>
              <a:buSzPct val="100000"/>
              <a:buNone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</a:pPr>
            <a:fld id="{9A0DB2DC-4C9A-4742-B13C-FB6460FD3503}" type="slidenum">
              <a:rPr lang="ru-RU" altLang="x-none" strike="noStrike" noProof="1" dirty="0" err="1">
                <a:latin typeface="Arial" panose="020B0604020202020204" pitchFamily="34" charset="0"/>
                <a:ea typeface="Microsoft YaHei" panose="020B0503020204020204" charset="-122"/>
                <a:cs typeface="+mn-cs"/>
              </a:rPr>
            </a:fld>
            <a:endParaRPr lang="ru-RU" altLang="x-none" strike="noStrike" noProof="1" dirty="0" err="1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fontAlgn="base"/>
            <a:r>
              <a:rPr lang="en-US" strike="noStrike" noProof="1" smtClean="0"/>
              <a:t>Click to edit Master title style</a:t>
            </a:r>
            <a:endParaRPr lang="en-US" strike="noStrike" noProof="1"/>
          </a:p>
        </p:txBody>
      </p:sp>
      <p:sp>
        <p:nvSpPr>
          <p:cNvPr id="3" name="Slide Number Placeholder 2"/>
          <p:cNvSpPr>
            <a:spLocks noGrp="1"/>
          </p:cNvSpPr>
          <p:nvPr>
            <p:ph type="sldNum" idx="10"/>
          </p:nvPr>
        </p:nvSpPr>
        <p:spPr/>
        <p:txBody>
          <a:bodyPr/>
          <a:p>
            <a:pPr lvl="0" defTabSz="457200" eaLnBrk="1" fontAlgn="base" hangingPunct="1">
              <a:buClrTx/>
              <a:buSzPct val="100000"/>
              <a:buNone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</a:pPr>
            <a:fld id="{9A0DB2DC-4C9A-4742-B13C-FB6460FD3503}" type="slidenum">
              <a:rPr lang="ru-RU" altLang="x-none" strike="noStrike" noProof="1" dirty="0" err="1">
                <a:latin typeface="Arial" panose="020B0604020202020204" pitchFamily="34" charset="0"/>
                <a:ea typeface="Microsoft YaHei" panose="020B0503020204020204" charset="-122"/>
                <a:cs typeface="+mn-cs"/>
              </a:rPr>
            </a:fld>
            <a:endParaRPr lang="ru-RU" altLang="x-none" strike="noStrike" noProof="1" dirty="0" err="1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Number Placeholder 1"/>
          <p:cNvSpPr>
            <a:spLocks noGrp="1"/>
          </p:cNvSpPr>
          <p:nvPr>
            <p:ph type="sldNum" idx="10"/>
          </p:nvPr>
        </p:nvSpPr>
        <p:spPr/>
        <p:txBody>
          <a:bodyPr/>
          <a:p>
            <a:pPr lvl="0" defTabSz="457200" eaLnBrk="1" fontAlgn="base" hangingPunct="1">
              <a:buClrTx/>
              <a:buSzPct val="100000"/>
              <a:buNone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</a:pPr>
            <a:fld id="{9A0DB2DC-4C9A-4742-B13C-FB6460FD3503}" type="slidenum">
              <a:rPr lang="ru-RU" altLang="x-none" strike="noStrike" noProof="1" dirty="0" err="1">
                <a:latin typeface="Arial" panose="020B0604020202020204" pitchFamily="34" charset="0"/>
                <a:ea typeface="Microsoft YaHei" panose="020B0503020204020204" charset="-122"/>
                <a:cs typeface="+mn-cs"/>
              </a:rPr>
            </a:fld>
            <a:endParaRPr lang="ru-RU" altLang="x-none" strike="noStrike" noProof="1" dirty="0" err="1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9841" y="457200"/>
            <a:ext cx="2949178" cy="1600200"/>
          </a:xfrm>
        </p:spPr>
        <p:txBody>
          <a:bodyPr anchor="b"/>
          <a:lstStyle>
            <a:lvl1pPr>
              <a:defRPr sz="2400"/>
            </a:lvl1pPr>
          </a:lstStyle>
          <a:p>
            <a:pPr fontAlgn="base"/>
            <a:r>
              <a:rPr lang="en-US" strike="noStrike" noProof="1" smtClean="0"/>
              <a:t>Click to edit Master title style</a:t>
            </a:r>
            <a:endParaRPr lang="en-US" strike="noStrike" noProof="1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887391" y="987425"/>
            <a:ext cx="4629150" cy="4873625"/>
          </a:xfrm>
        </p:spPr>
        <p:txBody>
          <a:bodyPr/>
          <a:lstStyle>
            <a:lvl1pPr>
              <a:defRPr sz="2400"/>
            </a:lvl1pPr>
            <a:lvl2pPr>
              <a:defRPr sz="2100"/>
            </a:lvl2pPr>
            <a:lvl3pPr>
              <a:defRPr sz="1800"/>
            </a:lvl3pPr>
            <a:lvl4pPr>
              <a:defRPr sz="1500"/>
            </a:lvl4pPr>
            <a:lvl5pPr>
              <a:defRPr sz="1500"/>
            </a:lvl5pPr>
            <a:lvl6pPr>
              <a:defRPr sz="1500"/>
            </a:lvl6pPr>
            <a:lvl7pPr>
              <a:defRPr sz="1500"/>
            </a:lvl7pPr>
            <a:lvl8pPr>
              <a:defRPr sz="1500"/>
            </a:lvl8pPr>
            <a:lvl9pPr>
              <a:defRPr sz="1500"/>
            </a:lvl9pPr>
          </a:lstStyle>
          <a:p>
            <a:pPr lvl="0" fontAlgn="base"/>
            <a:r>
              <a:rPr lang="en-US" strike="noStrike" noProof="1" smtClean="0"/>
              <a:t>Click to edit Master text styles</a:t>
            </a:r>
            <a:endParaRPr lang="en-US" strike="noStrike" noProof="1" smtClean="0"/>
          </a:p>
          <a:p>
            <a:pPr lvl="1" fontAlgn="base"/>
            <a:r>
              <a:rPr lang="en-US" strike="noStrike" noProof="1" smtClean="0"/>
              <a:t>Second level</a:t>
            </a:r>
            <a:endParaRPr lang="en-US" strike="noStrike" noProof="1" smtClean="0"/>
          </a:p>
          <a:p>
            <a:pPr lvl="2" fontAlgn="base"/>
            <a:r>
              <a:rPr lang="en-US" strike="noStrike" noProof="1" smtClean="0"/>
              <a:t>Third level</a:t>
            </a:r>
            <a:endParaRPr lang="en-US" strike="noStrike" noProof="1" smtClean="0"/>
          </a:p>
          <a:p>
            <a:pPr lvl="3" fontAlgn="base"/>
            <a:r>
              <a:rPr lang="en-US" strike="noStrike" noProof="1" smtClean="0"/>
              <a:t>Fourth level</a:t>
            </a:r>
            <a:endParaRPr lang="en-US" strike="noStrike" noProof="1" smtClean="0"/>
          </a:p>
          <a:p>
            <a:pPr lvl="4" fontAlgn="base"/>
            <a:r>
              <a:rPr lang="en-US" strike="noStrike" noProof="1" smtClean="0"/>
              <a:t>Fifth level</a:t>
            </a:r>
            <a:endParaRPr lang="en-US" strike="noStrike" noProof="1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29841" y="2057400"/>
            <a:ext cx="2949178" cy="3811588"/>
          </a:xfrm>
        </p:spPr>
        <p:txBody>
          <a:bodyPr/>
          <a:lstStyle>
            <a:lvl1pPr marL="0" indent="0">
              <a:buNone/>
              <a:defRPr sz="1200"/>
            </a:lvl1pPr>
            <a:lvl2pPr marL="342900" indent="0">
              <a:buNone/>
              <a:defRPr sz="1050"/>
            </a:lvl2pPr>
            <a:lvl3pPr marL="685800" indent="0">
              <a:buNone/>
              <a:defRPr sz="900"/>
            </a:lvl3pPr>
            <a:lvl4pPr marL="1028700" indent="0">
              <a:buNone/>
              <a:defRPr sz="750"/>
            </a:lvl4pPr>
            <a:lvl5pPr marL="1371600" indent="0">
              <a:buNone/>
              <a:defRPr sz="750"/>
            </a:lvl5pPr>
            <a:lvl6pPr marL="1714500" indent="0">
              <a:buNone/>
              <a:defRPr sz="750"/>
            </a:lvl6pPr>
            <a:lvl7pPr marL="2057400" indent="0">
              <a:buNone/>
              <a:defRPr sz="750"/>
            </a:lvl7pPr>
            <a:lvl8pPr marL="2400300" indent="0">
              <a:buNone/>
              <a:defRPr sz="750"/>
            </a:lvl8pPr>
            <a:lvl9pPr marL="2743200" indent="0">
              <a:buNone/>
              <a:defRPr sz="750"/>
            </a:lvl9pPr>
          </a:lstStyle>
          <a:p>
            <a:pPr lvl="0" fontAlgn="base"/>
            <a:r>
              <a:rPr lang="en-US" strike="noStrike" noProof="1" smtClean="0"/>
              <a:t>Click to edit Master text styles</a:t>
            </a:r>
            <a:endParaRPr lang="en-US" strike="noStrike" noProof="1" smtClean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idx="10"/>
          </p:nvPr>
        </p:nvSpPr>
        <p:spPr/>
        <p:txBody>
          <a:bodyPr/>
          <a:p>
            <a:pPr lvl="0" defTabSz="457200" eaLnBrk="1" fontAlgn="base" hangingPunct="1">
              <a:buClrTx/>
              <a:buSzPct val="100000"/>
              <a:buNone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</a:pPr>
            <a:fld id="{9A0DB2DC-4C9A-4742-B13C-FB6460FD3503}" type="slidenum">
              <a:rPr lang="ru-RU" altLang="x-none" strike="noStrike" noProof="1" dirty="0" err="1">
                <a:latin typeface="Arial" panose="020B0604020202020204" pitchFamily="34" charset="0"/>
                <a:ea typeface="Microsoft YaHei" panose="020B0503020204020204" charset="-122"/>
                <a:cs typeface="+mn-cs"/>
              </a:rPr>
            </a:fld>
            <a:endParaRPr lang="ru-RU" altLang="x-none" strike="noStrike" noProof="1" dirty="0" err="1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9841" y="457200"/>
            <a:ext cx="2949178" cy="1600200"/>
          </a:xfrm>
        </p:spPr>
        <p:txBody>
          <a:bodyPr anchor="b"/>
          <a:lstStyle>
            <a:lvl1pPr>
              <a:defRPr sz="2400"/>
            </a:lvl1pPr>
          </a:lstStyle>
          <a:p>
            <a:pPr fontAlgn="base"/>
            <a:r>
              <a:rPr lang="en-US" strike="noStrike" noProof="1" smtClean="0"/>
              <a:t>Click to edit Master title style</a:t>
            </a:r>
            <a:endParaRPr lang="en-US" strike="noStrike" noProof="1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3887391" y="987425"/>
            <a:ext cx="4629150" cy="4873625"/>
          </a:xfrm>
        </p:spPr>
        <p:txBody>
          <a:bodyPr/>
          <a:lstStyle>
            <a:lvl1pPr marL="0" indent="0">
              <a:buNone/>
              <a:defRPr sz="2400"/>
            </a:lvl1pPr>
            <a:lvl2pPr marL="342900" indent="0">
              <a:buNone/>
              <a:defRPr sz="2100"/>
            </a:lvl2pPr>
            <a:lvl3pPr marL="685800" indent="0">
              <a:buNone/>
              <a:defRPr sz="1800"/>
            </a:lvl3pPr>
            <a:lvl4pPr marL="1028700" indent="0">
              <a:buNone/>
              <a:defRPr sz="1500"/>
            </a:lvl4pPr>
            <a:lvl5pPr marL="1371600" indent="0">
              <a:buNone/>
              <a:defRPr sz="1500"/>
            </a:lvl5pPr>
            <a:lvl6pPr marL="1714500" indent="0">
              <a:buNone/>
              <a:defRPr sz="1500"/>
            </a:lvl6pPr>
            <a:lvl7pPr marL="2057400" indent="0">
              <a:buNone/>
              <a:defRPr sz="1500"/>
            </a:lvl7pPr>
            <a:lvl8pPr marL="2400300" indent="0">
              <a:buNone/>
              <a:defRPr sz="1500"/>
            </a:lvl8pPr>
            <a:lvl9pPr marL="2743200" indent="0">
              <a:buNone/>
              <a:defRPr sz="1500"/>
            </a:lvl9pPr>
          </a:lstStyle>
          <a:p>
            <a:pPr fontAlgn="base"/>
            <a:endParaRPr lang="en-US" strike="noStrike" noProof="1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29841" y="2057400"/>
            <a:ext cx="2949178" cy="3811588"/>
          </a:xfrm>
        </p:spPr>
        <p:txBody>
          <a:bodyPr/>
          <a:lstStyle>
            <a:lvl1pPr marL="0" indent="0">
              <a:buNone/>
              <a:defRPr sz="1200"/>
            </a:lvl1pPr>
            <a:lvl2pPr marL="342900" indent="0">
              <a:buNone/>
              <a:defRPr sz="1050"/>
            </a:lvl2pPr>
            <a:lvl3pPr marL="685800" indent="0">
              <a:buNone/>
              <a:defRPr sz="900"/>
            </a:lvl3pPr>
            <a:lvl4pPr marL="1028700" indent="0">
              <a:buNone/>
              <a:defRPr sz="750"/>
            </a:lvl4pPr>
            <a:lvl5pPr marL="1371600" indent="0">
              <a:buNone/>
              <a:defRPr sz="750"/>
            </a:lvl5pPr>
            <a:lvl6pPr marL="1714500" indent="0">
              <a:buNone/>
              <a:defRPr sz="750"/>
            </a:lvl6pPr>
            <a:lvl7pPr marL="2057400" indent="0">
              <a:buNone/>
              <a:defRPr sz="750"/>
            </a:lvl7pPr>
            <a:lvl8pPr marL="2400300" indent="0">
              <a:buNone/>
              <a:defRPr sz="750"/>
            </a:lvl8pPr>
            <a:lvl9pPr marL="2743200" indent="0">
              <a:buNone/>
              <a:defRPr sz="750"/>
            </a:lvl9pPr>
          </a:lstStyle>
          <a:p>
            <a:pPr lvl="0" fontAlgn="base"/>
            <a:r>
              <a:rPr lang="en-US" strike="noStrike" noProof="1" smtClean="0"/>
              <a:t>Click to edit Master text styles</a:t>
            </a:r>
            <a:endParaRPr lang="en-US" strike="noStrike" noProof="1" smtClean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idx="10"/>
          </p:nvPr>
        </p:nvSpPr>
        <p:spPr/>
        <p:txBody>
          <a:bodyPr/>
          <a:p>
            <a:pPr lvl="0" defTabSz="457200" eaLnBrk="1" fontAlgn="base" hangingPunct="1">
              <a:buClrTx/>
              <a:buSzPct val="100000"/>
              <a:buNone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</a:pPr>
            <a:fld id="{9A0DB2DC-4C9A-4742-B13C-FB6460FD3503}" type="slidenum">
              <a:rPr lang="ru-RU" altLang="x-none" strike="noStrike" noProof="1" dirty="0" err="1">
                <a:latin typeface="Arial" panose="020B0604020202020204" pitchFamily="34" charset="0"/>
                <a:ea typeface="Microsoft YaHei" panose="020B0503020204020204" charset="-122"/>
                <a:cs typeface="+mn-cs"/>
              </a:rPr>
            </a:fld>
            <a:endParaRPr lang="ru-RU" altLang="x-none" strike="noStrike" noProof="1" dirty="0" err="1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fontAlgn="base"/>
            <a:r>
              <a:rPr lang="en-US" strike="noStrike" noProof="1" smtClean="0"/>
              <a:t>Click to edit Master title style</a:t>
            </a:r>
            <a:endParaRPr lang="en-US" strike="noStrike" noProof="1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 fontAlgn="base"/>
            <a:r>
              <a:rPr lang="en-US" strike="noStrike" noProof="1" smtClean="0"/>
              <a:t>Click to edit Master text styles</a:t>
            </a:r>
            <a:endParaRPr lang="en-US" strike="noStrike" noProof="1" smtClean="0"/>
          </a:p>
          <a:p>
            <a:pPr lvl="1" fontAlgn="base"/>
            <a:r>
              <a:rPr lang="en-US" strike="noStrike" noProof="1" smtClean="0"/>
              <a:t>Second level</a:t>
            </a:r>
            <a:endParaRPr lang="en-US" strike="noStrike" noProof="1" smtClean="0"/>
          </a:p>
          <a:p>
            <a:pPr lvl="2" fontAlgn="base"/>
            <a:r>
              <a:rPr lang="en-US" strike="noStrike" noProof="1" smtClean="0"/>
              <a:t>Third level</a:t>
            </a:r>
            <a:endParaRPr lang="en-US" strike="noStrike" noProof="1" smtClean="0"/>
          </a:p>
          <a:p>
            <a:pPr lvl="3" fontAlgn="base"/>
            <a:r>
              <a:rPr lang="en-US" strike="noStrike" noProof="1" smtClean="0"/>
              <a:t>Fourth level</a:t>
            </a:r>
            <a:endParaRPr lang="en-US" strike="noStrike" noProof="1" smtClean="0"/>
          </a:p>
          <a:p>
            <a:pPr lvl="4" fontAlgn="base"/>
            <a:r>
              <a:rPr lang="en-US" strike="noStrike" noProof="1" smtClean="0"/>
              <a:t>Fifth level</a:t>
            </a:r>
            <a:endParaRPr lang="en-US" strike="noStrike" noProof="1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10"/>
          </p:nvPr>
        </p:nvSpPr>
        <p:spPr/>
        <p:txBody>
          <a:bodyPr/>
          <a:p>
            <a:pPr lvl="0" defTabSz="457200" eaLnBrk="1" fontAlgn="base" hangingPunct="1">
              <a:buClrTx/>
              <a:buSzPct val="100000"/>
              <a:buNone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</a:pPr>
            <a:fld id="{9A0DB2DC-4C9A-4742-B13C-FB6460FD3503}" type="slidenum">
              <a:rPr lang="ru-RU" altLang="x-none" strike="noStrike" noProof="1" dirty="0" err="1">
                <a:latin typeface="Arial" panose="020B0604020202020204" pitchFamily="34" charset="0"/>
                <a:ea typeface="Microsoft YaHei" panose="020B0503020204020204" charset="-122"/>
                <a:cs typeface="+mn-cs"/>
              </a:rPr>
            </a:fld>
            <a:endParaRPr lang="ru-RU" altLang="x-none" strike="noStrike" noProof="1" dirty="0" err="1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447235" y="228600"/>
            <a:ext cx="2083991" cy="5788025"/>
          </a:xfrm>
        </p:spPr>
        <p:txBody>
          <a:bodyPr vert="eaVert"/>
          <a:lstStyle/>
          <a:p>
            <a:pPr fontAlgn="base"/>
            <a:r>
              <a:rPr lang="en-US" strike="noStrike" noProof="1" smtClean="0"/>
              <a:t>Click to edit Master title style</a:t>
            </a:r>
            <a:endParaRPr lang="en-US" strike="noStrike" noProof="1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195263" y="228600"/>
            <a:ext cx="6131160" cy="5788025"/>
          </a:xfrm>
        </p:spPr>
        <p:txBody>
          <a:bodyPr vert="eaVert"/>
          <a:lstStyle/>
          <a:p>
            <a:pPr lvl="0" fontAlgn="base"/>
            <a:r>
              <a:rPr lang="en-US" strike="noStrike" noProof="1" smtClean="0"/>
              <a:t>Click to edit Master text styles</a:t>
            </a:r>
            <a:endParaRPr lang="en-US" strike="noStrike" noProof="1" smtClean="0"/>
          </a:p>
          <a:p>
            <a:pPr lvl="1" fontAlgn="base"/>
            <a:r>
              <a:rPr lang="en-US" strike="noStrike" noProof="1" smtClean="0"/>
              <a:t>Second level</a:t>
            </a:r>
            <a:endParaRPr lang="en-US" strike="noStrike" noProof="1" smtClean="0"/>
          </a:p>
          <a:p>
            <a:pPr lvl="2" fontAlgn="base"/>
            <a:r>
              <a:rPr lang="en-US" strike="noStrike" noProof="1" smtClean="0"/>
              <a:t>Third level</a:t>
            </a:r>
            <a:endParaRPr lang="en-US" strike="noStrike" noProof="1" smtClean="0"/>
          </a:p>
          <a:p>
            <a:pPr lvl="3" fontAlgn="base"/>
            <a:r>
              <a:rPr lang="en-US" strike="noStrike" noProof="1" smtClean="0"/>
              <a:t>Fourth level</a:t>
            </a:r>
            <a:endParaRPr lang="en-US" strike="noStrike" noProof="1" smtClean="0"/>
          </a:p>
          <a:p>
            <a:pPr lvl="4" fontAlgn="base"/>
            <a:r>
              <a:rPr lang="en-US" strike="noStrike" noProof="1" smtClean="0"/>
              <a:t>Fifth level</a:t>
            </a:r>
            <a:endParaRPr lang="en-US" strike="noStrike" noProof="1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10"/>
          </p:nvPr>
        </p:nvSpPr>
        <p:spPr/>
        <p:txBody>
          <a:bodyPr/>
          <a:p>
            <a:pPr lvl="0" defTabSz="457200" eaLnBrk="1" fontAlgn="base" hangingPunct="1">
              <a:buClrTx/>
              <a:buSzPct val="100000"/>
              <a:buNone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</a:pPr>
            <a:fld id="{9A0DB2DC-4C9A-4742-B13C-FB6460FD3503}" type="slidenum">
              <a:rPr lang="ru-RU" altLang="x-none" strike="noStrike" noProof="1" dirty="0" err="1">
                <a:latin typeface="Arial" panose="020B0604020202020204" pitchFamily="34" charset="0"/>
                <a:ea typeface="Microsoft YaHei" panose="020B0503020204020204" charset="-122"/>
                <a:cs typeface="+mn-cs"/>
              </a:rPr>
            </a:fld>
            <a:endParaRPr lang="ru-RU" altLang="x-none" strike="noStrike" noProof="1" dirty="0" err="1"/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type="tx" matchingName="Title and body">
  <p:cSld name="TITLE_AND_BODY">
    <p:spTree>
      <p:nvGrpSpPr>
        <p:cNvPr id="16" name="Shape 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Google Shape;17;p4"/>
          <p:cNvSpPr txBox="1"/>
          <p:nvPr>
            <p:ph type="title"/>
          </p:nvPr>
        </p:nvSpPr>
        <p:spPr>
          <a:xfrm>
            <a:off x="311700" y="593367"/>
            <a:ext cx="8520600" cy="763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18" name="Google Shape;18;p4"/>
          <p:cNvSpPr txBox="1"/>
          <p:nvPr>
            <p:ph type="body" idx="1"/>
          </p:nvPr>
        </p:nvSpPr>
        <p:spPr>
          <a:xfrm>
            <a:off x="311700" y="1536633"/>
            <a:ext cx="8520600" cy="45552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429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marL="914400" lvl="1" indent="-3175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marL="1371600" lvl="2" indent="-3175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marL="1828800" lvl="3" indent="-3175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marL="2286000" lvl="4" indent="-3175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marL="2743200" lvl="5" indent="-3175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marL="3200400" lvl="6" indent="-3175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marL="3657600" lvl="7" indent="-3175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marL="4114800" lvl="8" indent="-3175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19" name="Google Shape;19;p4"/>
          <p:cNvSpPr txBox="1"/>
          <p:nvPr>
            <p:ph type="sldNum" idx="12"/>
          </p:nvPr>
        </p:nvSpPr>
        <p:spPr>
          <a:xfrm>
            <a:off x="8472458" y="6217623"/>
            <a:ext cx="548700" cy="5248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</a:fld>
            <a:endParaRPr lang="en-US"/>
          </a:p>
        </p:txBody>
      </p:sp>
    </p:spTree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143000" y="1122363"/>
            <a:ext cx="6858000" cy="2387600"/>
          </a:xfrm>
        </p:spPr>
        <p:txBody>
          <a:bodyPr anchor="b"/>
          <a:lstStyle>
            <a:lvl1pPr algn="ctr">
              <a:defRPr sz="4500"/>
            </a:lvl1pPr>
          </a:lstStyle>
          <a:p>
            <a:pPr fontAlgn="base"/>
            <a:r>
              <a:rPr lang="en-US" strike="noStrike" noProof="1" smtClean="0"/>
              <a:t>Click to edit Master title style</a:t>
            </a:r>
            <a:endParaRPr lang="en-US" strike="noStrike" noProof="1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143000" y="3602038"/>
            <a:ext cx="6858000" cy="1655762"/>
          </a:xfrm>
        </p:spPr>
        <p:txBody>
          <a:bodyPr/>
          <a:lstStyle>
            <a:lvl1pPr marL="0" indent="0" algn="ctr">
              <a:buNone/>
              <a:defRPr sz="1800"/>
            </a:lvl1pPr>
            <a:lvl2pPr marL="342900" indent="0" algn="ctr">
              <a:buNone/>
              <a:defRPr sz="1500"/>
            </a:lvl2pPr>
            <a:lvl3pPr marL="685800" indent="0" algn="ctr">
              <a:buNone/>
              <a:defRPr sz="1350"/>
            </a:lvl3pPr>
            <a:lvl4pPr marL="1028700" indent="0" algn="ctr">
              <a:buNone/>
              <a:defRPr sz="1200"/>
            </a:lvl4pPr>
            <a:lvl5pPr marL="1371600" indent="0" algn="ctr">
              <a:buNone/>
              <a:defRPr sz="1200"/>
            </a:lvl5pPr>
            <a:lvl6pPr marL="1714500" indent="0" algn="ctr">
              <a:buNone/>
              <a:defRPr sz="1200"/>
            </a:lvl6pPr>
            <a:lvl7pPr marL="2057400" indent="0" algn="ctr">
              <a:buNone/>
              <a:defRPr sz="1200"/>
            </a:lvl7pPr>
            <a:lvl8pPr marL="2400300" indent="0" algn="ctr">
              <a:buNone/>
              <a:defRPr sz="1200"/>
            </a:lvl8pPr>
            <a:lvl9pPr marL="2743200" indent="0" algn="ctr">
              <a:buNone/>
              <a:defRPr sz="1200"/>
            </a:lvl9pPr>
          </a:lstStyle>
          <a:p>
            <a:pPr fontAlgn="base"/>
            <a:r>
              <a:rPr lang="en-US" strike="noStrike" noProof="1" smtClean="0"/>
              <a:t>Click to edit Master subtitle style</a:t>
            </a:r>
            <a:endParaRPr lang="en-US" strike="noStrike" noProof="1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10"/>
          </p:nvPr>
        </p:nvSpPr>
        <p:spPr/>
        <p:txBody>
          <a:bodyPr/>
          <a:p>
            <a:pPr lvl="0" defTabSz="457200" eaLnBrk="1" fontAlgn="base" hangingPunct="1">
              <a:lnSpc>
                <a:spcPct val="100000"/>
              </a:lnSpc>
              <a:buClrTx/>
              <a:buSzPct val="100000"/>
              <a:buNone/>
              <a:tabLst>
                <a:tab pos="723900" algn="l"/>
                <a:tab pos="1447800" algn="l"/>
              </a:tabLst>
            </a:pPr>
            <a:fld id="{9A0DB2DC-4C9A-4742-B13C-FB6460FD3503}" type="slidenum">
              <a:rPr lang="ru-RU" altLang="x-none" strike="noStrike" noProof="1" dirty="0" err="1">
                <a:latin typeface="Arial Black" panose="020B0A04020102020204" pitchFamily="32" charset="0"/>
                <a:ea typeface="Arial Unicode MS" charset="-122"/>
                <a:cs typeface="+mn-cs"/>
              </a:rPr>
            </a:fld>
            <a:endParaRPr lang="ru-RU" altLang="x-none" strike="noStrike" noProof="1" dirty="0" err="1"/>
          </a:p>
        </p:txBody>
      </p:sp>
    </p:spTree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fontAlgn="base"/>
            <a:r>
              <a:rPr lang="en-US" strike="noStrike" noProof="1" smtClean="0"/>
              <a:t>Click to edit Master title style</a:t>
            </a:r>
            <a:endParaRPr lang="en-US" strike="noStrike" noProof="1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fontAlgn="base"/>
            <a:r>
              <a:rPr lang="en-US" strike="noStrike" noProof="1" smtClean="0"/>
              <a:t>Click to edit Master text styles</a:t>
            </a:r>
            <a:endParaRPr lang="en-US" strike="noStrike" noProof="1" smtClean="0"/>
          </a:p>
          <a:p>
            <a:pPr lvl="1" fontAlgn="base"/>
            <a:r>
              <a:rPr lang="en-US" strike="noStrike" noProof="1" smtClean="0"/>
              <a:t>Second level</a:t>
            </a:r>
            <a:endParaRPr lang="en-US" strike="noStrike" noProof="1" smtClean="0"/>
          </a:p>
          <a:p>
            <a:pPr lvl="2" fontAlgn="base"/>
            <a:r>
              <a:rPr lang="en-US" strike="noStrike" noProof="1" smtClean="0"/>
              <a:t>Third level</a:t>
            </a:r>
            <a:endParaRPr lang="en-US" strike="noStrike" noProof="1" smtClean="0"/>
          </a:p>
          <a:p>
            <a:pPr lvl="3" fontAlgn="base"/>
            <a:r>
              <a:rPr lang="en-US" strike="noStrike" noProof="1" smtClean="0"/>
              <a:t>Fourth level</a:t>
            </a:r>
            <a:endParaRPr lang="en-US" strike="noStrike" noProof="1" smtClean="0"/>
          </a:p>
          <a:p>
            <a:pPr lvl="4" fontAlgn="base"/>
            <a:r>
              <a:rPr lang="en-US" strike="noStrike" noProof="1" smtClean="0"/>
              <a:t>Fifth level</a:t>
            </a:r>
            <a:endParaRPr lang="en-US" strike="noStrike" noProof="1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10"/>
          </p:nvPr>
        </p:nvSpPr>
        <p:spPr/>
        <p:txBody>
          <a:bodyPr/>
          <a:p>
            <a:pPr lvl="0" defTabSz="457200" eaLnBrk="1" fontAlgn="base" hangingPunct="1">
              <a:lnSpc>
                <a:spcPct val="100000"/>
              </a:lnSpc>
              <a:buClrTx/>
              <a:buSzPct val="100000"/>
              <a:buNone/>
              <a:tabLst>
                <a:tab pos="723900" algn="l"/>
                <a:tab pos="1447800" algn="l"/>
              </a:tabLst>
            </a:pPr>
            <a:fld id="{9A0DB2DC-4C9A-4742-B13C-FB6460FD3503}" type="slidenum">
              <a:rPr lang="ru-RU" altLang="x-none" strike="noStrike" noProof="1" dirty="0" err="1">
                <a:latin typeface="Arial Black" panose="020B0A04020102020204" pitchFamily="32" charset="0"/>
                <a:ea typeface="Arial Unicode MS" charset="-122"/>
                <a:cs typeface="+mn-cs"/>
              </a:rPr>
            </a:fld>
            <a:endParaRPr lang="ru-RU" altLang="x-none" strike="noStrike" noProof="1" dirty="0" err="1"/>
          </a:p>
        </p:txBody>
      </p:sp>
    </p:spTree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3888" y="1709738"/>
            <a:ext cx="7886700" cy="2852737"/>
          </a:xfrm>
        </p:spPr>
        <p:txBody>
          <a:bodyPr anchor="b"/>
          <a:lstStyle>
            <a:lvl1pPr>
              <a:defRPr sz="4500"/>
            </a:lvl1pPr>
          </a:lstStyle>
          <a:p>
            <a:pPr fontAlgn="base"/>
            <a:r>
              <a:rPr lang="en-US" strike="noStrike" noProof="1" smtClean="0"/>
              <a:t>Click to edit Master title style</a:t>
            </a:r>
            <a:endParaRPr lang="en-US" strike="noStrike" noProof="1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23888" y="4589463"/>
            <a:ext cx="7886700" cy="1500187"/>
          </a:xfrm>
        </p:spPr>
        <p:txBody>
          <a:bodyPr/>
          <a:lstStyle>
            <a:lvl1pPr marL="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1pPr>
            <a:lvl2pPr marL="342900" indent="0">
              <a:buNone/>
              <a:defRPr sz="1500">
                <a:solidFill>
                  <a:schemeClr val="tx1">
                    <a:tint val="75000"/>
                  </a:schemeClr>
                </a:solidFill>
              </a:defRPr>
            </a:lvl2pPr>
            <a:lvl3pPr marL="685800" indent="0">
              <a:buNone/>
              <a:defRPr sz="1350">
                <a:solidFill>
                  <a:schemeClr val="tx1">
                    <a:tint val="75000"/>
                  </a:schemeClr>
                </a:solidFill>
              </a:defRPr>
            </a:lvl3pPr>
            <a:lvl4pPr marL="10287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4pPr>
            <a:lvl5pPr marL="13716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5pPr>
            <a:lvl6pPr marL="17145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6pPr>
            <a:lvl7pPr marL="20574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7pPr>
            <a:lvl8pPr marL="24003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8pPr>
            <a:lvl9pPr marL="27432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 fontAlgn="base"/>
            <a:r>
              <a:rPr lang="en-US" strike="noStrike" noProof="1" smtClean="0"/>
              <a:t>Click to edit Master text styles</a:t>
            </a:r>
            <a:endParaRPr lang="en-US" strike="noStrike" noProof="1" smtClean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10"/>
          </p:nvPr>
        </p:nvSpPr>
        <p:spPr/>
        <p:txBody>
          <a:bodyPr/>
          <a:p>
            <a:pPr lvl="0" defTabSz="457200" eaLnBrk="1" fontAlgn="base" hangingPunct="1">
              <a:lnSpc>
                <a:spcPct val="100000"/>
              </a:lnSpc>
              <a:buClrTx/>
              <a:buSzPct val="100000"/>
              <a:buNone/>
              <a:tabLst>
                <a:tab pos="723900" algn="l"/>
                <a:tab pos="1447800" algn="l"/>
              </a:tabLst>
            </a:pPr>
            <a:fld id="{9A0DB2DC-4C9A-4742-B13C-FB6460FD3503}" type="slidenum">
              <a:rPr lang="ru-RU" altLang="x-none" strike="noStrike" noProof="1" dirty="0" err="1">
                <a:latin typeface="Arial Black" panose="020B0A04020102020204" pitchFamily="32" charset="0"/>
                <a:ea typeface="Arial Unicode MS" charset="-122"/>
                <a:cs typeface="+mn-cs"/>
              </a:rPr>
            </a:fld>
            <a:endParaRPr lang="ru-RU" altLang="x-none" strike="noStrike" noProof="1" dirty="0" err="1"/>
          </a:p>
        </p:txBody>
      </p:sp>
    </p:spTree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fontAlgn="base"/>
            <a:r>
              <a:rPr lang="en-US" strike="noStrike" noProof="1" smtClean="0"/>
              <a:t>Click to edit Master title style</a:t>
            </a:r>
            <a:endParaRPr lang="en-US" strike="noStrike" noProof="1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609600" y="1600200"/>
            <a:ext cx="3881596" cy="4416425"/>
          </a:xfrm>
        </p:spPr>
        <p:txBody>
          <a:bodyPr/>
          <a:lstStyle/>
          <a:p>
            <a:pPr lvl="0" fontAlgn="base"/>
            <a:r>
              <a:rPr lang="en-US" strike="noStrike" noProof="1" smtClean="0"/>
              <a:t>Click to edit Master text styles</a:t>
            </a:r>
            <a:endParaRPr lang="en-US" strike="noStrike" noProof="1" smtClean="0"/>
          </a:p>
          <a:p>
            <a:pPr lvl="1" fontAlgn="base"/>
            <a:r>
              <a:rPr lang="en-US" strike="noStrike" noProof="1" smtClean="0"/>
              <a:t>Second level</a:t>
            </a:r>
            <a:endParaRPr lang="en-US" strike="noStrike" noProof="1" smtClean="0"/>
          </a:p>
          <a:p>
            <a:pPr lvl="2" fontAlgn="base"/>
            <a:r>
              <a:rPr lang="en-US" strike="noStrike" noProof="1" smtClean="0"/>
              <a:t>Third level</a:t>
            </a:r>
            <a:endParaRPr lang="en-US" strike="noStrike" noProof="1" smtClean="0"/>
          </a:p>
          <a:p>
            <a:pPr lvl="3" fontAlgn="base"/>
            <a:r>
              <a:rPr lang="en-US" strike="noStrike" noProof="1" smtClean="0"/>
              <a:t>Fourth level</a:t>
            </a:r>
            <a:endParaRPr lang="en-US" strike="noStrike" noProof="1" smtClean="0"/>
          </a:p>
          <a:p>
            <a:pPr lvl="4" fontAlgn="base"/>
            <a:r>
              <a:rPr lang="en-US" strike="noStrike" noProof="1" smtClean="0"/>
              <a:t>Fifth level</a:t>
            </a:r>
            <a:endParaRPr lang="en-US" strike="noStrike" noProof="1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9629" y="1600200"/>
            <a:ext cx="3881596" cy="4416425"/>
          </a:xfrm>
        </p:spPr>
        <p:txBody>
          <a:bodyPr/>
          <a:lstStyle/>
          <a:p>
            <a:pPr lvl="0" fontAlgn="base"/>
            <a:r>
              <a:rPr lang="en-US" strike="noStrike" noProof="1" smtClean="0"/>
              <a:t>Click to edit Master text styles</a:t>
            </a:r>
            <a:endParaRPr lang="en-US" strike="noStrike" noProof="1" smtClean="0"/>
          </a:p>
          <a:p>
            <a:pPr lvl="1" fontAlgn="base"/>
            <a:r>
              <a:rPr lang="en-US" strike="noStrike" noProof="1" smtClean="0"/>
              <a:t>Second level</a:t>
            </a:r>
            <a:endParaRPr lang="en-US" strike="noStrike" noProof="1" smtClean="0"/>
          </a:p>
          <a:p>
            <a:pPr lvl="2" fontAlgn="base"/>
            <a:r>
              <a:rPr lang="en-US" strike="noStrike" noProof="1" smtClean="0"/>
              <a:t>Third level</a:t>
            </a:r>
            <a:endParaRPr lang="en-US" strike="noStrike" noProof="1" smtClean="0"/>
          </a:p>
          <a:p>
            <a:pPr lvl="3" fontAlgn="base"/>
            <a:r>
              <a:rPr lang="en-US" strike="noStrike" noProof="1" smtClean="0"/>
              <a:t>Fourth level</a:t>
            </a:r>
            <a:endParaRPr lang="en-US" strike="noStrike" noProof="1" smtClean="0"/>
          </a:p>
          <a:p>
            <a:pPr lvl="4" fontAlgn="base"/>
            <a:r>
              <a:rPr lang="en-US" strike="noStrike" noProof="1" smtClean="0"/>
              <a:t>Fifth level</a:t>
            </a:r>
            <a:endParaRPr lang="en-US" strike="noStrike" noProof="1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idx="10"/>
          </p:nvPr>
        </p:nvSpPr>
        <p:spPr/>
        <p:txBody>
          <a:bodyPr/>
          <a:p>
            <a:pPr lvl="0" defTabSz="457200" eaLnBrk="1" fontAlgn="base" hangingPunct="1">
              <a:lnSpc>
                <a:spcPct val="100000"/>
              </a:lnSpc>
              <a:buClrTx/>
              <a:buSzPct val="100000"/>
              <a:buNone/>
              <a:tabLst>
                <a:tab pos="723900" algn="l"/>
                <a:tab pos="1447800" algn="l"/>
              </a:tabLst>
            </a:pPr>
            <a:fld id="{9A0DB2DC-4C9A-4742-B13C-FB6460FD3503}" type="slidenum">
              <a:rPr lang="ru-RU" altLang="x-none" strike="noStrike" noProof="1" dirty="0" err="1">
                <a:latin typeface="Arial Black" panose="020B0A04020102020204" pitchFamily="32" charset="0"/>
                <a:ea typeface="Arial Unicode MS" charset="-122"/>
                <a:cs typeface="+mn-cs"/>
              </a:rPr>
            </a:fld>
            <a:endParaRPr lang="ru-RU" altLang="x-none" strike="noStrike" noProof="1" dirty="0" err="1"/>
          </a:p>
        </p:txBody>
      </p:sp>
    </p:spTree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9841" y="365125"/>
            <a:ext cx="7886700" cy="1325563"/>
          </a:xfrm>
        </p:spPr>
        <p:txBody>
          <a:bodyPr/>
          <a:lstStyle/>
          <a:p>
            <a:pPr fontAlgn="base"/>
            <a:r>
              <a:rPr lang="en-US" strike="noStrike" noProof="1" smtClean="0"/>
              <a:t>Click to edit Master title style</a:t>
            </a:r>
            <a:endParaRPr lang="en-US" strike="noStrike" noProof="1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29841" y="1681163"/>
            <a:ext cx="3868340" cy="823912"/>
          </a:xfrm>
        </p:spPr>
        <p:txBody>
          <a:bodyPr anchor="b"/>
          <a:lstStyle>
            <a:lvl1pPr marL="0" indent="0">
              <a:buNone/>
              <a:defRPr sz="1800" b="1"/>
            </a:lvl1pPr>
            <a:lvl2pPr marL="342900" indent="0">
              <a:buNone/>
              <a:defRPr sz="1500" b="1"/>
            </a:lvl2pPr>
            <a:lvl3pPr marL="685800" indent="0">
              <a:buNone/>
              <a:defRPr sz="1350" b="1"/>
            </a:lvl3pPr>
            <a:lvl4pPr marL="1028700" indent="0">
              <a:buNone/>
              <a:defRPr sz="1200" b="1"/>
            </a:lvl4pPr>
            <a:lvl5pPr marL="1371600" indent="0">
              <a:buNone/>
              <a:defRPr sz="1200" b="1"/>
            </a:lvl5pPr>
            <a:lvl6pPr marL="1714500" indent="0">
              <a:buNone/>
              <a:defRPr sz="1200" b="1"/>
            </a:lvl6pPr>
            <a:lvl7pPr marL="2057400" indent="0">
              <a:buNone/>
              <a:defRPr sz="1200" b="1"/>
            </a:lvl7pPr>
            <a:lvl8pPr marL="2400300" indent="0">
              <a:buNone/>
              <a:defRPr sz="1200" b="1"/>
            </a:lvl8pPr>
            <a:lvl9pPr marL="2743200" indent="0">
              <a:buNone/>
              <a:defRPr sz="1200" b="1"/>
            </a:lvl9pPr>
          </a:lstStyle>
          <a:p>
            <a:pPr lvl="0" fontAlgn="base"/>
            <a:r>
              <a:rPr lang="en-US" strike="noStrike" noProof="1" smtClean="0"/>
              <a:t>Click to edit Master text styles</a:t>
            </a:r>
            <a:endParaRPr lang="en-US" strike="noStrike" noProof="1" smtClean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29841" y="2505075"/>
            <a:ext cx="3868340" cy="3684588"/>
          </a:xfrm>
        </p:spPr>
        <p:txBody>
          <a:bodyPr/>
          <a:lstStyle/>
          <a:p>
            <a:pPr lvl="0" fontAlgn="base"/>
            <a:r>
              <a:rPr lang="en-US" strike="noStrike" noProof="1" smtClean="0"/>
              <a:t>Click to edit Master text styles</a:t>
            </a:r>
            <a:endParaRPr lang="en-US" strike="noStrike" noProof="1" smtClean="0"/>
          </a:p>
          <a:p>
            <a:pPr lvl="1" fontAlgn="base"/>
            <a:r>
              <a:rPr lang="en-US" strike="noStrike" noProof="1" smtClean="0"/>
              <a:t>Second level</a:t>
            </a:r>
            <a:endParaRPr lang="en-US" strike="noStrike" noProof="1" smtClean="0"/>
          </a:p>
          <a:p>
            <a:pPr lvl="2" fontAlgn="base"/>
            <a:r>
              <a:rPr lang="en-US" strike="noStrike" noProof="1" smtClean="0"/>
              <a:t>Third level</a:t>
            </a:r>
            <a:endParaRPr lang="en-US" strike="noStrike" noProof="1" smtClean="0"/>
          </a:p>
          <a:p>
            <a:pPr lvl="3" fontAlgn="base"/>
            <a:r>
              <a:rPr lang="en-US" strike="noStrike" noProof="1" smtClean="0"/>
              <a:t>Fourth level</a:t>
            </a:r>
            <a:endParaRPr lang="en-US" strike="noStrike" noProof="1" smtClean="0"/>
          </a:p>
          <a:p>
            <a:pPr lvl="4" fontAlgn="base"/>
            <a:r>
              <a:rPr lang="en-US" strike="noStrike" noProof="1" smtClean="0"/>
              <a:t>Fifth level</a:t>
            </a:r>
            <a:endParaRPr lang="en-US" strike="noStrike" noProof="1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29150" y="1681163"/>
            <a:ext cx="3887391" cy="823912"/>
          </a:xfrm>
        </p:spPr>
        <p:txBody>
          <a:bodyPr anchor="b"/>
          <a:lstStyle>
            <a:lvl1pPr marL="0" indent="0">
              <a:buNone/>
              <a:defRPr sz="1800" b="1"/>
            </a:lvl1pPr>
            <a:lvl2pPr marL="342900" indent="0">
              <a:buNone/>
              <a:defRPr sz="1500" b="1"/>
            </a:lvl2pPr>
            <a:lvl3pPr marL="685800" indent="0">
              <a:buNone/>
              <a:defRPr sz="1350" b="1"/>
            </a:lvl3pPr>
            <a:lvl4pPr marL="1028700" indent="0">
              <a:buNone/>
              <a:defRPr sz="1200" b="1"/>
            </a:lvl4pPr>
            <a:lvl5pPr marL="1371600" indent="0">
              <a:buNone/>
              <a:defRPr sz="1200" b="1"/>
            </a:lvl5pPr>
            <a:lvl6pPr marL="1714500" indent="0">
              <a:buNone/>
              <a:defRPr sz="1200" b="1"/>
            </a:lvl6pPr>
            <a:lvl7pPr marL="2057400" indent="0">
              <a:buNone/>
              <a:defRPr sz="1200" b="1"/>
            </a:lvl7pPr>
            <a:lvl8pPr marL="2400300" indent="0">
              <a:buNone/>
              <a:defRPr sz="1200" b="1"/>
            </a:lvl8pPr>
            <a:lvl9pPr marL="2743200" indent="0">
              <a:buNone/>
              <a:defRPr sz="1200" b="1"/>
            </a:lvl9pPr>
          </a:lstStyle>
          <a:p>
            <a:pPr lvl="0" fontAlgn="base"/>
            <a:r>
              <a:rPr lang="en-US" strike="noStrike" noProof="1" smtClean="0"/>
              <a:t>Click to edit Master text styles</a:t>
            </a:r>
            <a:endParaRPr lang="en-US" strike="noStrike" noProof="1" smtClean="0"/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29150" y="2505075"/>
            <a:ext cx="3887391" cy="3684588"/>
          </a:xfrm>
        </p:spPr>
        <p:txBody>
          <a:bodyPr/>
          <a:lstStyle/>
          <a:p>
            <a:pPr lvl="0" fontAlgn="base"/>
            <a:r>
              <a:rPr lang="en-US" strike="noStrike" noProof="1" smtClean="0"/>
              <a:t>Click to edit Master text styles</a:t>
            </a:r>
            <a:endParaRPr lang="en-US" strike="noStrike" noProof="1" smtClean="0"/>
          </a:p>
          <a:p>
            <a:pPr lvl="1" fontAlgn="base"/>
            <a:r>
              <a:rPr lang="en-US" strike="noStrike" noProof="1" smtClean="0"/>
              <a:t>Second level</a:t>
            </a:r>
            <a:endParaRPr lang="en-US" strike="noStrike" noProof="1" smtClean="0"/>
          </a:p>
          <a:p>
            <a:pPr lvl="2" fontAlgn="base"/>
            <a:r>
              <a:rPr lang="en-US" strike="noStrike" noProof="1" smtClean="0"/>
              <a:t>Third level</a:t>
            </a:r>
            <a:endParaRPr lang="en-US" strike="noStrike" noProof="1" smtClean="0"/>
          </a:p>
          <a:p>
            <a:pPr lvl="3" fontAlgn="base"/>
            <a:r>
              <a:rPr lang="en-US" strike="noStrike" noProof="1" smtClean="0"/>
              <a:t>Fourth level</a:t>
            </a:r>
            <a:endParaRPr lang="en-US" strike="noStrike" noProof="1" smtClean="0"/>
          </a:p>
          <a:p>
            <a:pPr lvl="4" fontAlgn="base"/>
            <a:r>
              <a:rPr lang="en-US" strike="noStrike" noProof="1" smtClean="0"/>
              <a:t>Fifth level</a:t>
            </a:r>
            <a:endParaRPr lang="en-US" strike="noStrike" noProof="1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idx="10"/>
          </p:nvPr>
        </p:nvSpPr>
        <p:spPr/>
        <p:txBody>
          <a:bodyPr/>
          <a:p>
            <a:pPr lvl="0" defTabSz="457200" eaLnBrk="1" fontAlgn="base" hangingPunct="1">
              <a:lnSpc>
                <a:spcPct val="100000"/>
              </a:lnSpc>
              <a:buClrTx/>
              <a:buSzPct val="100000"/>
              <a:buNone/>
              <a:tabLst>
                <a:tab pos="723900" algn="l"/>
                <a:tab pos="1447800" algn="l"/>
              </a:tabLst>
            </a:pPr>
            <a:fld id="{9A0DB2DC-4C9A-4742-B13C-FB6460FD3503}" type="slidenum">
              <a:rPr lang="ru-RU" altLang="x-none" strike="noStrike" noProof="1" dirty="0" err="1">
                <a:latin typeface="Arial Black" panose="020B0A04020102020204" pitchFamily="32" charset="0"/>
                <a:ea typeface="Arial Unicode MS" charset="-122"/>
                <a:cs typeface="+mn-cs"/>
              </a:rPr>
            </a:fld>
            <a:endParaRPr lang="ru-RU" altLang="x-none" strike="noStrike" noProof="1" dirty="0" err="1"/>
          </a:p>
        </p:txBody>
      </p:sp>
    </p:spTree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fontAlgn="base"/>
            <a:r>
              <a:rPr lang="en-US" strike="noStrike" noProof="1" smtClean="0"/>
              <a:t>Click to edit Master title style</a:t>
            </a:r>
            <a:endParaRPr lang="en-US" strike="noStrike" noProof="1"/>
          </a:p>
        </p:txBody>
      </p:sp>
      <p:sp>
        <p:nvSpPr>
          <p:cNvPr id="3" name="Slide Number Placeholder 2"/>
          <p:cNvSpPr>
            <a:spLocks noGrp="1"/>
          </p:cNvSpPr>
          <p:nvPr>
            <p:ph type="sldNum" idx="10"/>
          </p:nvPr>
        </p:nvSpPr>
        <p:spPr/>
        <p:txBody>
          <a:bodyPr/>
          <a:p>
            <a:pPr lvl="0" defTabSz="457200" eaLnBrk="1" fontAlgn="base" hangingPunct="1">
              <a:lnSpc>
                <a:spcPct val="100000"/>
              </a:lnSpc>
              <a:buClrTx/>
              <a:buSzPct val="100000"/>
              <a:buNone/>
              <a:tabLst>
                <a:tab pos="723900" algn="l"/>
                <a:tab pos="1447800" algn="l"/>
              </a:tabLst>
            </a:pPr>
            <a:fld id="{9A0DB2DC-4C9A-4742-B13C-FB6460FD3503}" type="slidenum">
              <a:rPr lang="ru-RU" altLang="x-none" strike="noStrike" noProof="1" dirty="0" err="1">
                <a:latin typeface="Arial Black" panose="020B0A04020102020204" pitchFamily="32" charset="0"/>
                <a:ea typeface="Arial Unicode MS" charset="-122"/>
                <a:cs typeface="+mn-cs"/>
              </a:rPr>
            </a:fld>
            <a:endParaRPr lang="ru-RU" altLang="x-none" strike="noStrike" noProof="1" dirty="0" err="1"/>
          </a:p>
        </p:txBody>
      </p:sp>
    </p:spTree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Number Placeholder 1"/>
          <p:cNvSpPr>
            <a:spLocks noGrp="1"/>
          </p:cNvSpPr>
          <p:nvPr>
            <p:ph type="sldNum" idx="10"/>
          </p:nvPr>
        </p:nvSpPr>
        <p:spPr/>
        <p:txBody>
          <a:bodyPr/>
          <a:p>
            <a:pPr lvl="0" defTabSz="457200" eaLnBrk="1" fontAlgn="base" hangingPunct="1">
              <a:lnSpc>
                <a:spcPct val="100000"/>
              </a:lnSpc>
              <a:buClrTx/>
              <a:buSzPct val="100000"/>
              <a:buNone/>
              <a:tabLst>
                <a:tab pos="723900" algn="l"/>
                <a:tab pos="1447800" algn="l"/>
              </a:tabLst>
            </a:pPr>
            <a:fld id="{9A0DB2DC-4C9A-4742-B13C-FB6460FD3503}" type="slidenum">
              <a:rPr lang="ru-RU" altLang="x-none" strike="noStrike" noProof="1" dirty="0" err="1">
                <a:latin typeface="Arial Black" panose="020B0A04020102020204" pitchFamily="32" charset="0"/>
                <a:ea typeface="Arial Unicode MS" charset="-122"/>
                <a:cs typeface="+mn-cs"/>
              </a:rPr>
            </a:fld>
            <a:endParaRPr lang="ru-RU" altLang="x-none" strike="noStrike" noProof="1" dirty="0" err="1"/>
          </a:p>
        </p:txBody>
      </p:sp>
    </p:spTree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9841" y="457200"/>
            <a:ext cx="2949178" cy="1600200"/>
          </a:xfrm>
        </p:spPr>
        <p:txBody>
          <a:bodyPr anchor="b"/>
          <a:lstStyle>
            <a:lvl1pPr>
              <a:defRPr sz="2400"/>
            </a:lvl1pPr>
          </a:lstStyle>
          <a:p>
            <a:pPr fontAlgn="base"/>
            <a:r>
              <a:rPr lang="en-US" strike="noStrike" noProof="1" smtClean="0"/>
              <a:t>Click to edit Master title style</a:t>
            </a:r>
            <a:endParaRPr lang="en-US" strike="noStrike" noProof="1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887391" y="987425"/>
            <a:ext cx="4629150" cy="4873625"/>
          </a:xfrm>
        </p:spPr>
        <p:txBody>
          <a:bodyPr/>
          <a:lstStyle>
            <a:lvl1pPr>
              <a:defRPr sz="2400"/>
            </a:lvl1pPr>
            <a:lvl2pPr>
              <a:defRPr sz="2100"/>
            </a:lvl2pPr>
            <a:lvl3pPr>
              <a:defRPr sz="1800"/>
            </a:lvl3pPr>
            <a:lvl4pPr>
              <a:defRPr sz="1500"/>
            </a:lvl4pPr>
            <a:lvl5pPr>
              <a:defRPr sz="1500"/>
            </a:lvl5pPr>
            <a:lvl6pPr>
              <a:defRPr sz="1500"/>
            </a:lvl6pPr>
            <a:lvl7pPr>
              <a:defRPr sz="1500"/>
            </a:lvl7pPr>
            <a:lvl8pPr>
              <a:defRPr sz="1500"/>
            </a:lvl8pPr>
            <a:lvl9pPr>
              <a:defRPr sz="1500"/>
            </a:lvl9pPr>
          </a:lstStyle>
          <a:p>
            <a:pPr lvl="0" fontAlgn="base"/>
            <a:r>
              <a:rPr lang="en-US" strike="noStrike" noProof="1" smtClean="0"/>
              <a:t>Click to edit Master text styles</a:t>
            </a:r>
            <a:endParaRPr lang="en-US" strike="noStrike" noProof="1" smtClean="0"/>
          </a:p>
          <a:p>
            <a:pPr lvl="1" fontAlgn="base"/>
            <a:r>
              <a:rPr lang="en-US" strike="noStrike" noProof="1" smtClean="0"/>
              <a:t>Second level</a:t>
            </a:r>
            <a:endParaRPr lang="en-US" strike="noStrike" noProof="1" smtClean="0"/>
          </a:p>
          <a:p>
            <a:pPr lvl="2" fontAlgn="base"/>
            <a:r>
              <a:rPr lang="en-US" strike="noStrike" noProof="1" smtClean="0"/>
              <a:t>Third level</a:t>
            </a:r>
            <a:endParaRPr lang="en-US" strike="noStrike" noProof="1" smtClean="0"/>
          </a:p>
          <a:p>
            <a:pPr lvl="3" fontAlgn="base"/>
            <a:r>
              <a:rPr lang="en-US" strike="noStrike" noProof="1" smtClean="0"/>
              <a:t>Fourth level</a:t>
            </a:r>
            <a:endParaRPr lang="en-US" strike="noStrike" noProof="1" smtClean="0"/>
          </a:p>
          <a:p>
            <a:pPr lvl="4" fontAlgn="base"/>
            <a:r>
              <a:rPr lang="en-US" strike="noStrike" noProof="1" smtClean="0"/>
              <a:t>Fifth level</a:t>
            </a:r>
            <a:endParaRPr lang="en-US" strike="noStrike" noProof="1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29841" y="2057400"/>
            <a:ext cx="2949178" cy="3811588"/>
          </a:xfrm>
        </p:spPr>
        <p:txBody>
          <a:bodyPr/>
          <a:lstStyle>
            <a:lvl1pPr marL="0" indent="0">
              <a:buNone/>
              <a:defRPr sz="1200"/>
            </a:lvl1pPr>
            <a:lvl2pPr marL="342900" indent="0">
              <a:buNone/>
              <a:defRPr sz="1050"/>
            </a:lvl2pPr>
            <a:lvl3pPr marL="685800" indent="0">
              <a:buNone/>
              <a:defRPr sz="900"/>
            </a:lvl3pPr>
            <a:lvl4pPr marL="1028700" indent="0">
              <a:buNone/>
              <a:defRPr sz="750"/>
            </a:lvl4pPr>
            <a:lvl5pPr marL="1371600" indent="0">
              <a:buNone/>
              <a:defRPr sz="750"/>
            </a:lvl5pPr>
            <a:lvl6pPr marL="1714500" indent="0">
              <a:buNone/>
              <a:defRPr sz="750"/>
            </a:lvl6pPr>
            <a:lvl7pPr marL="2057400" indent="0">
              <a:buNone/>
              <a:defRPr sz="750"/>
            </a:lvl7pPr>
            <a:lvl8pPr marL="2400300" indent="0">
              <a:buNone/>
              <a:defRPr sz="750"/>
            </a:lvl8pPr>
            <a:lvl9pPr marL="2743200" indent="0">
              <a:buNone/>
              <a:defRPr sz="750"/>
            </a:lvl9pPr>
          </a:lstStyle>
          <a:p>
            <a:pPr lvl="0" fontAlgn="base"/>
            <a:r>
              <a:rPr lang="en-US" strike="noStrike" noProof="1" smtClean="0"/>
              <a:t>Click to edit Master text styles</a:t>
            </a:r>
            <a:endParaRPr lang="en-US" strike="noStrike" noProof="1" smtClean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idx="10"/>
          </p:nvPr>
        </p:nvSpPr>
        <p:spPr/>
        <p:txBody>
          <a:bodyPr/>
          <a:p>
            <a:pPr lvl="0" defTabSz="457200" eaLnBrk="1" fontAlgn="base" hangingPunct="1">
              <a:lnSpc>
                <a:spcPct val="100000"/>
              </a:lnSpc>
              <a:buClrTx/>
              <a:buSzPct val="100000"/>
              <a:buNone/>
              <a:tabLst>
                <a:tab pos="723900" algn="l"/>
                <a:tab pos="1447800" algn="l"/>
              </a:tabLst>
            </a:pPr>
            <a:fld id="{9A0DB2DC-4C9A-4742-B13C-FB6460FD3503}" type="slidenum">
              <a:rPr lang="ru-RU" altLang="x-none" strike="noStrike" noProof="1" dirty="0" err="1">
                <a:latin typeface="Arial Black" panose="020B0A04020102020204" pitchFamily="32" charset="0"/>
                <a:ea typeface="Arial Unicode MS" charset="-122"/>
                <a:cs typeface="+mn-cs"/>
              </a:rPr>
            </a:fld>
            <a:endParaRPr lang="ru-RU" altLang="x-none" strike="noStrike" noProof="1" dirty="0" err="1"/>
          </a:p>
        </p:txBody>
      </p:sp>
    </p:spTree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9841" y="457200"/>
            <a:ext cx="2949178" cy="1600200"/>
          </a:xfrm>
        </p:spPr>
        <p:txBody>
          <a:bodyPr anchor="b"/>
          <a:lstStyle>
            <a:lvl1pPr>
              <a:defRPr sz="2400"/>
            </a:lvl1pPr>
          </a:lstStyle>
          <a:p>
            <a:pPr fontAlgn="base"/>
            <a:r>
              <a:rPr lang="en-US" strike="noStrike" noProof="1" smtClean="0"/>
              <a:t>Click to edit Master title style</a:t>
            </a:r>
            <a:endParaRPr lang="en-US" strike="noStrike" noProof="1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3887391" y="987425"/>
            <a:ext cx="4629150" cy="4873625"/>
          </a:xfrm>
        </p:spPr>
        <p:txBody>
          <a:bodyPr/>
          <a:lstStyle>
            <a:lvl1pPr marL="0" indent="0">
              <a:buNone/>
              <a:defRPr sz="2400"/>
            </a:lvl1pPr>
            <a:lvl2pPr marL="342900" indent="0">
              <a:buNone/>
              <a:defRPr sz="2100"/>
            </a:lvl2pPr>
            <a:lvl3pPr marL="685800" indent="0">
              <a:buNone/>
              <a:defRPr sz="1800"/>
            </a:lvl3pPr>
            <a:lvl4pPr marL="1028700" indent="0">
              <a:buNone/>
              <a:defRPr sz="1500"/>
            </a:lvl4pPr>
            <a:lvl5pPr marL="1371600" indent="0">
              <a:buNone/>
              <a:defRPr sz="1500"/>
            </a:lvl5pPr>
            <a:lvl6pPr marL="1714500" indent="0">
              <a:buNone/>
              <a:defRPr sz="1500"/>
            </a:lvl6pPr>
            <a:lvl7pPr marL="2057400" indent="0">
              <a:buNone/>
              <a:defRPr sz="1500"/>
            </a:lvl7pPr>
            <a:lvl8pPr marL="2400300" indent="0">
              <a:buNone/>
              <a:defRPr sz="1500"/>
            </a:lvl8pPr>
            <a:lvl9pPr marL="2743200" indent="0">
              <a:buNone/>
              <a:defRPr sz="1500"/>
            </a:lvl9pPr>
          </a:lstStyle>
          <a:p>
            <a:pPr fontAlgn="base"/>
            <a:endParaRPr lang="en-US" strike="noStrike" noProof="1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29841" y="2057400"/>
            <a:ext cx="2949178" cy="3811588"/>
          </a:xfrm>
        </p:spPr>
        <p:txBody>
          <a:bodyPr/>
          <a:lstStyle>
            <a:lvl1pPr marL="0" indent="0">
              <a:buNone/>
              <a:defRPr sz="1200"/>
            </a:lvl1pPr>
            <a:lvl2pPr marL="342900" indent="0">
              <a:buNone/>
              <a:defRPr sz="1050"/>
            </a:lvl2pPr>
            <a:lvl3pPr marL="685800" indent="0">
              <a:buNone/>
              <a:defRPr sz="900"/>
            </a:lvl3pPr>
            <a:lvl4pPr marL="1028700" indent="0">
              <a:buNone/>
              <a:defRPr sz="750"/>
            </a:lvl4pPr>
            <a:lvl5pPr marL="1371600" indent="0">
              <a:buNone/>
              <a:defRPr sz="750"/>
            </a:lvl5pPr>
            <a:lvl6pPr marL="1714500" indent="0">
              <a:buNone/>
              <a:defRPr sz="750"/>
            </a:lvl6pPr>
            <a:lvl7pPr marL="2057400" indent="0">
              <a:buNone/>
              <a:defRPr sz="750"/>
            </a:lvl7pPr>
            <a:lvl8pPr marL="2400300" indent="0">
              <a:buNone/>
              <a:defRPr sz="750"/>
            </a:lvl8pPr>
            <a:lvl9pPr marL="2743200" indent="0">
              <a:buNone/>
              <a:defRPr sz="750"/>
            </a:lvl9pPr>
          </a:lstStyle>
          <a:p>
            <a:pPr lvl="0" fontAlgn="base"/>
            <a:r>
              <a:rPr lang="en-US" strike="noStrike" noProof="1" smtClean="0"/>
              <a:t>Click to edit Master text styles</a:t>
            </a:r>
            <a:endParaRPr lang="en-US" strike="noStrike" noProof="1" smtClean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idx="10"/>
          </p:nvPr>
        </p:nvSpPr>
        <p:spPr/>
        <p:txBody>
          <a:bodyPr/>
          <a:p>
            <a:pPr lvl="0" defTabSz="457200" eaLnBrk="1" fontAlgn="base" hangingPunct="1">
              <a:lnSpc>
                <a:spcPct val="100000"/>
              </a:lnSpc>
              <a:buClrTx/>
              <a:buSzPct val="100000"/>
              <a:buNone/>
              <a:tabLst>
                <a:tab pos="723900" algn="l"/>
                <a:tab pos="1447800" algn="l"/>
              </a:tabLst>
            </a:pPr>
            <a:fld id="{9A0DB2DC-4C9A-4742-B13C-FB6460FD3503}" type="slidenum">
              <a:rPr lang="ru-RU" altLang="x-none" strike="noStrike" noProof="1" dirty="0" err="1">
                <a:latin typeface="Arial Black" panose="020B0A04020102020204" pitchFamily="32" charset="0"/>
                <a:ea typeface="Arial Unicode MS" charset="-122"/>
                <a:cs typeface="+mn-cs"/>
              </a:rPr>
            </a:fld>
            <a:endParaRPr lang="ru-RU" altLang="x-none" strike="noStrike" noProof="1" dirty="0" err="1"/>
          </a:p>
        </p:txBody>
      </p:sp>
    </p:spTree>
  </p:cSld>
  <p:clrMapOvr>
    <a:masterClrMapping/>
  </p:clrMapOvr>
</p:sldLayout>
</file>

<file path=ppt/slideLayouts/slideLayout22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fontAlgn="base"/>
            <a:r>
              <a:rPr lang="en-US" strike="noStrike" noProof="1" smtClean="0"/>
              <a:t>Click to edit Master title style</a:t>
            </a:r>
            <a:endParaRPr lang="en-US" strike="noStrike" noProof="1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 fontAlgn="base"/>
            <a:r>
              <a:rPr lang="en-US" strike="noStrike" noProof="1" smtClean="0"/>
              <a:t>Click to edit Master text styles</a:t>
            </a:r>
            <a:endParaRPr lang="en-US" strike="noStrike" noProof="1" smtClean="0"/>
          </a:p>
          <a:p>
            <a:pPr lvl="1" fontAlgn="base"/>
            <a:r>
              <a:rPr lang="en-US" strike="noStrike" noProof="1" smtClean="0"/>
              <a:t>Second level</a:t>
            </a:r>
            <a:endParaRPr lang="en-US" strike="noStrike" noProof="1" smtClean="0"/>
          </a:p>
          <a:p>
            <a:pPr lvl="2" fontAlgn="base"/>
            <a:r>
              <a:rPr lang="en-US" strike="noStrike" noProof="1" smtClean="0"/>
              <a:t>Third level</a:t>
            </a:r>
            <a:endParaRPr lang="en-US" strike="noStrike" noProof="1" smtClean="0"/>
          </a:p>
          <a:p>
            <a:pPr lvl="3" fontAlgn="base"/>
            <a:r>
              <a:rPr lang="en-US" strike="noStrike" noProof="1" smtClean="0"/>
              <a:t>Fourth level</a:t>
            </a:r>
            <a:endParaRPr lang="en-US" strike="noStrike" noProof="1" smtClean="0"/>
          </a:p>
          <a:p>
            <a:pPr lvl="4" fontAlgn="base"/>
            <a:r>
              <a:rPr lang="en-US" strike="noStrike" noProof="1" smtClean="0"/>
              <a:t>Fifth level</a:t>
            </a:r>
            <a:endParaRPr lang="en-US" strike="noStrike" noProof="1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10"/>
          </p:nvPr>
        </p:nvSpPr>
        <p:spPr/>
        <p:txBody>
          <a:bodyPr/>
          <a:p>
            <a:pPr lvl="0" defTabSz="457200" eaLnBrk="1" fontAlgn="base" hangingPunct="1">
              <a:lnSpc>
                <a:spcPct val="100000"/>
              </a:lnSpc>
              <a:buClrTx/>
              <a:buSzPct val="100000"/>
              <a:buNone/>
              <a:tabLst>
                <a:tab pos="723900" algn="l"/>
                <a:tab pos="1447800" algn="l"/>
              </a:tabLst>
            </a:pPr>
            <a:fld id="{9A0DB2DC-4C9A-4742-B13C-FB6460FD3503}" type="slidenum">
              <a:rPr lang="ru-RU" altLang="x-none" strike="noStrike" noProof="1" dirty="0" err="1">
                <a:latin typeface="Arial Black" panose="020B0A04020102020204" pitchFamily="32" charset="0"/>
                <a:ea typeface="Arial Unicode MS" charset="-122"/>
                <a:cs typeface="+mn-cs"/>
              </a:rPr>
            </a:fld>
            <a:endParaRPr lang="ru-RU" altLang="x-none" strike="noStrike" noProof="1" dirty="0" err="1"/>
          </a:p>
        </p:txBody>
      </p:sp>
    </p:spTree>
  </p:cSld>
  <p:clrMapOvr>
    <a:masterClrMapping/>
  </p:clrMapOvr>
</p:sldLayout>
</file>

<file path=ppt/slideLayouts/slideLayout23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447235" y="228600"/>
            <a:ext cx="2083991" cy="5788025"/>
          </a:xfrm>
        </p:spPr>
        <p:txBody>
          <a:bodyPr vert="eaVert"/>
          <a:lstStyle/>
          <a:p>
            <a:pPr fontAlgn="base"/>
            <a:r>
              <a:rPr lang="en-US" strike="noStrike" noProof="1" smtClean="0"/>
              <a:t>Click to edit Master title style</a:t>
            </a:r>
            <a:endParaRPr lang="en-US" strike="noStrike" noProof="1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195263" y="228600"/>
            <a:ext cx="6131160" cy="5788025"/>
          </a:xfrm>
        </p:spPr>
        <p:txBody>
          <a:bodyPr vert="eaVert"/>
          <a:lstStyle/>
          <a:p>
            <a:pPr lvl="0" fontAlgn="base"/>
            <a:r>
              <a:rPr lang="en-US" strike="noStrike" noProof="1" smtClean="0"/>
              <a:t>Click to edit Master text styles</a:t>
            </a:r>
            <a:endParaRPr lang="en-US" strike="noStrike" noProof="1" smtClean="0"/>
          </a:p>
          <a:p>
            <a:pPr lvl="1" fontAlgn="base"/>
            <a:r>
              <a:rPr lang="en-US" strike="noStrike" noProof="1" smtClean="0"/>
              <a:t>Second level</a:t>
            </a:r>
            <a:endParaRPr lang="en-US" strike="noStrike" noProof="1" smtClean="0"/>
          </a:p>
          <a:p>
            <a:pPr lvl="2" fontAlgn="base"/>
            <a:r>
              <a:rPr lang="en-US" strike="noStrike" noProof="1" smtClean="0"/>
              <a:t>Third level</a:t>
            </a:r>
            <a:endParaRPr lang="en-US" strike="noStrike" noProof="1" smtClean="0"/>
          </a:p>
          <a:p>
            <a:pPr lvl="3" fontAlgn="base"/>
            <a:r>
              <a:rPr lang="en-US" strike="noStrike" noProof="1" smtClean="0"/>
              <a:t>Fourth level</a:t>
            </a:r>
            <a:endParaRPr lang="en-US" strike="noStrike" noProof="1" smtClean="0"/>
          </a:p>
          <a:p>
            <a:pPr lvl="4" fontAlgn="base"/>
            <a:r>
              <a:rPr lang="en-US" strike="noStrike" noProof="1" smtClean="0"/>
              <a:t>Fifth level</a:t>
            </a:r>
            <a:endParaRPr lang="en-US" strike="noStrike" noProof="1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10"/>
          </p:nvPr>
        </p:nvSpPr>
        <p:spPr/>
        <p:txBody>
          <a:bodyPr/>
          <a:p>
            <a:pPr lvl="0" defTabSz="457200" eaLnBrk="1" fontAlgn="base" hangingPunct="1">
              <a:lnSpc>
                <a:spcPct val="100000"/>
              </a:lnSpc>
              <a:buClrTx/>
              <a:buSzPct val="100000"/>
              <a:buNone/>
              <a:tabLst>
                <a:tab pos="723900" algn="l"/>
                <a:tab pos="1447800" algn="l"/>
              </a:tabLst>
            </a:pPr>
            <a:fld id="{9A0DB2DC-4C9A-4742-B13C-FB6460FD3503}" type="slidenum">
              <a:rPr lang="ru-RU" altLang="x-none" strike="noStrike" noProof="1" dirty="0" err="1">
                <a:latin typeface="Arial Black" panose="020B0A04020102020204" pitchFamily="32" charset="0"/>
                <a:ea typeface="Arial Unicode MS" charset="-122"/>
                <a:cs typeface="+mn-cs"/>
              </a:rPr>
            </a:fld>
            <a:endParaRPr lang="ru-RU" altLang="x-none" strike="noStrike" noProof="1" dirty="0" err="1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9" Type="http://schemas.openxmlformats.org/officeDocument/2006/relationships/slideLayout" Target="../slideLayouts/slideLayout9.xml"/><Relationship Id="rId8" Type="http://schemas.openxmlformats.org/officeDocument/2006/relationships/slideLayout" Target="../slideLayouts/slideLayout8.xml"/><Relationship Id="rId7" Type="http://schemas.openxmlformats.org/officeDocument/2006/relationships/slideLayout" Target="../slideLayouts/slideLayout7.xml"/><Relationship Id="rId6" Type="http://schemas.openxmlformats.org/officeDocument/2006/relationships/slideLayout" Target="../slideLayouts/slideLayout6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3" Type="http://schemas.openxmlformats.org/officeDocument/2006/relationships/theme" Target="../theme/theme1.xml"/><Relationship Id="rId12" Type="http://schemas.openxmlformats.org/officeDocument/2006/relationships/slideLayout" Target="../slideLayouts/slideLayout12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" Type="http://schemas.openxmlformats.org/officeDocument/2006/relationships/slideLayout" Target="../slideLayouts/slideLayout1.xml"/></Relationships>
</file>

<file path=ppt/slideMasters/_rels/slideMaster2.xml.rels><?xml version="1.0" encoding="UTF-8" standalone="yes"?>
<Relationships xmlns="http://schemas.openxmlformats.org/package/2006/relationships"><Relationship Id="rId9" Type="http://schemas.openxmlformats.org/officeDocument/2006/relationships/slideLayout" Target="../slideLayouts/slideLayout21.xml"/><Relationship Id="rId8" Type="http://schemas.openxmlformats.org/officeDocument/2006/relationships/slideLayout" Target="../slideLayouts/slideLayout20.xml"/><Relationship Id="rId7" Type="http://schemas.openxmlformats.org/officeDocument/2006/relationships/slideLayout" Target="../slideLayouts/slideLayout19.xml"/><Relationship Id="rId6" Type="http://schemas.openxmlformats.org/officeDocument/2006/relationships/slideLayout" Target="../slideLayouts/slideLayout18.xml"/><Relationship Id="rId5" Type="http://schemas.openxmlformats.org/officeDocument/2006/relationships/slideLayout" Target="../slideLayouts/slideLayout17.xml"/><Relationship Id="rId4" Type="http://schemas.openxmlformats.org/officeDocument/2006/relationships/slideLayout" Target="../slideLayouts/slideLayout16.xml"/><Relationship Id="rId3" Type="http://schemas.openxmlformats.org/officeDocument/2006/relationships/slideLayout" Target="../slideLayouts/slideLayout15.xml"/><Relationship Id="rId2" Type="http://schemas.openxmlformats.org/officeDocument/2006/relationships/slideLayout" Target="../slideLayouts/slideLayout14.xml"/><Relationship Id="rId12" Type="http://schemas.openxmlformats.org/officeDocument/2006/relationships/theme" Target="../theme/theme2.xml"/><Relationship Id="rId11" Type="http://schemas.openxmlformats.org/officeDocument/2006/relationships/slideLayout" Target="../slideLayouts/slideLayout23.xml"/><Relationship Id="rId10" Type="http://schemas.openxmlformats.org/officeDocument/2006/relationships/slideLayout" Target="../slideLayouts/slideLayout22.xml"/><Relationship Id="rId1" Type="http://schemas.openxmlformats.org/officeDocument/2006/relationships/slideLayout" Target="../slideLayouts/slideLayout13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grpSp>
        <p:nvGrpSpPr>
          <p:cNvPr id="1026" name="Group 1024"/>
          <p:cNvGrpSpPr/>
          <p:nvPr/>
        </p:nvGrpSpPr>
        <p:grpSpPr>
          <a:xfrm>
            <a:off x="0" y="152400"/>
            <a:ext cx="8683625" cy="6092825"/>
            <a:chOff x="0" y="96"/>
            <a:chExt cx="5470" cy="3838"/>
          </a:xfrm>
        </p:grpSpPr>
        <p:sp>
          <p:nvSpPr>
            <p:cNvPr id="1027" name="Rounded Rectangle 1025"/>
            <p:cNvSpPr/>
            <p:nvPr/>
          </p:nvSpPr>
          <p:spPr>
            <a:xfrm>
              <a:off x="240" y="336"/>
              <a:ext cx="5230" cy="3598"/>
            </a:xfrm>
            <a:prstGeom prst="roundRect">
              <a:avLst>
                <a:gd name="adj" fmla="val 13727"/>
              </a:avLst>
            </a:prstGeom>
            <a:noFill/>
            <a:ln w="50760" cap="sq" cmpd="sng">
              <a:solidFill>
                <a:srgbClr val="669999"/>
              </a:solidFill>
              <a:prstDash val="solid"/>
              <a:miter/>
              <a:headEnd type="none" w="med" len="med"/>
              <a:tailEnd type="none" w="med" len="med"/>
            </a:ln>
          </p:spPr>
          <p:txBody>
            <a:bodyPr anchor="t" anchorCtr="0"/>
            <a:p>
              <a:pPr lvl="0"/>
              <a:endParaRPr lang="en-US" altLang="zh-CN">
                <a:latin typeface="Arial" panose="020B0604020202020204" pitchFamily="34" charset="0"/>
              </a:endParaRPr>
            </a:p>
          </p:txBody>
        </p:sp>
        <p:sp>
          <p:nvSpPr>
            <p:cNvPr id="1028" name="Freeform 1026"/>
            <p:cNvSpPr/>
            <p:nvPr/>
          </p:nvSpPr>
          <p:spPr>
            <a:xfrm>
              <a:off x="0" y="96"/>
              <a:ext cx="5374" cy="766"/>
            </a:xfrm>
            <a:custGeom>
              <a:avLst/>
              <a:gdLst/>
              <a:ahLst/>
              <a:cxnLst>
                <a:cxn ang="0">
                  <a:pos x="0" y="0"/>
                </a:cxn>
                <a:cxn ang="0">
                  <a:pos x="2" y="0"/>
                </a:cxn>
                <a:cxn ang="0">
                  <a:pos x="2" y="2"/>
                </a:cxn>
                <a:cxn ang="0">
                  <a:pos x="2" y="2"/>
                </a:cxn>
                <a:cxn ang="0">
                  <a:pos x="0" y="2"/>
                </a:cxn>
              </a:cxnLst>
              <a:pathLst>
                <a:path w="7000" h="1000">
                  <a:moveTo>
                    <a:pt x="0" y="0"/>
                  </a:moveTo>
                  <a:lnTo>
                    <a:pt x="6499" y="0"/>
                  </a:lnTo>
                  <a:cubicBezTo>
                    <a:pt x="6776" y="0"/>
                    <a:pt x="7000" y="223"/>
                    <a:pt x="7000" y="500"/>
                  </a:cubicBezTo>
                  <a:cubicBezTo>
                    <a:pt x="7000" y="776"/>
                    <a:pt x="6776" y="999"/>
                    <a:pt x="6500" y="1000"/>
                  </a:cubicBezTo>
                  <a:lnTo>
                    <a:pt x="0" y="10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6666CC"/>
            </a:solidFill>
            <a:ln w="9525">
              <a:noFill/>
            </a:ln>
          </p:spPr>
          <p:txBody>
            <a:bodyPr/>
            <a:p>
              <a:endParaRPr lang="en-US"/>
            </a:p>
          </p:txBody>
        </p:sp>
        <p:sp>
          <p:nvSpPr>
            <p:cNvPr id="1029" name="Straight Connector 1027"/>
            <p:cNvSpPr/>
            <p:nvPr/>
          </p:nvSpPr>
          <p:spPr>
            <a:xfrm>
              <a:off x="0" y="768"/>
              <a:ext cx="5086" cy="0"/>
            </a:xfrm>
            <a:prstGeom prst="line">
              <a:avLst/>
            </a:prstGeom>
            <a:ln w="38160" cap="sq" cmpd="sng">
              <a:solidFill>
                <a:srgbClr val="FFFFFF"/>
              </a:solidFill>
              <a:prstDash val="solid"/>
              <a:miter/>
              <a:headEnd type="none" w="med" len="med"/>
              <a:tailEnd type="none" w="med" len="med"/>
            </a:ln>
          </p:spPr>
        </p:sp>
      </p:grpSp>
      <p:sp>
        <p:nvSpPr>
          <p:cNvPr id="1030" name="Title 1028"/>
          <p:cNvSpPr>
            <a:spLocks noGrp="1"/>
          </p:cNvSpPr>
          <p:nvPr>
            <p:ph type="title"/>
          </p:nvPr>
        </p:nvSpPr>
        <p:spPr>
          <a:xfrm>
            <a:off x="195263" y="228600"/>
            <a:ext cx="8012112" cy="911225"/>
          </a:xfrm>
          <a:prstGeom prst="rect">
            <a:avLst/>
          </a:prstGeom>
          <a:noFill/>
          <a:ln w="9525">
            <a:noFill/>
          </a:ln>
        </p:spPr>
        <p:txBody>
          <a:bodyPr wrap="square" lIns="90000" tIns="46800" rIns="90000" bIns="46800" anchor="ctr" anchorCtr="0"/>
          <a:p>
            <a:pPr lvl="0"/>
            <a:r>
              <a:rPr lang="en-GB" dirty="0"/>
              <a:t>Для правки текста заголовка щелкните мышью</a:t>
            </a:r>
            <a:endParaRPr lang="en-GB" dirty="0"/>
          </a:p>
        </p:txBody>
      </p:sp>
      <p:sp>
        <p:nvSpPr>
          <p:cNvPr id="1031" name="Text Placeholder 1029"/>
          <p:cNvSpPr>
            <a:spLocks noGrp="1"/>
          </p:cNvSpPr>
          <p:nvPr>
            <p:ph type="body"/>
          </p:nvPr>
        </p:nvSpPr>
        <p:spPr>
          <a:xfrm>
            <a:off x="609600" y="1600200"/>
            <a:ext cx="7921625" cy="4416425"/>
          </a:xfrm>
          <a:prstGeom prst="rect">
            <a:avLst/>
          </a:prstGeom>
          <a:noFill/>
          <a:ln w="9525">
            <a:noFill/>
          </a:ln>
        </p:spPr>
        <p:txBody>
          <a:bodyPr wrap="square" lIns="90000" tIns="46800" rIns="90000" bIns="46800" anchor="t" anchorCtr="0"/>
          <a:p>
            <a:pPr lvl="0"/>
            <a:r>
              <a:rPr lang="en-GB" dirty="0"/>
              <a:t>Для правки структуры щелкните мышью</a:t>
            </a:r>
            <a:endParaRPr lang="en-GB" dirty="0"/>
          </a:p>
          <a:p>
            <a:pPr lvl="1"/>
            <a:r>
              <a:rPr lang="en-GB" dirty="0"/>
              <a:t>Второй уровень структуры</a:t>
            </a:r>
            <a:endParaRPr lang="en-GB" dirty="0"/>
          </a:p>
          <a:p>
            <a:pPr lvl="2"/>
            <a:r>
              <a:rPr lang="en-GB" dirty="0"/>
              <a:t>Третий уровень структуры</a:t>
            </a:r>
            <a:endParaRPr lang="en-GB" dirty="0"/>
          </a:p>
          <a:p>
            <a:pPr lvl="3"/>
            <a:r>
              <a:rPr lang="en-GB" dirty="0"/>
              <a:t>Четвёртый уровень структуры</a:t>
            </a:r>
            <a:endParaRPr lang="en-GB" dirty="0"/>
          </a:p>
          <a:p>
            <a:pPr lvl="4"/>
            <a:r>
              <a:rPr lang="en-GB" dirty="0"/>
              <a:t>Пятый уровень структуры</a:t>
            </a:r>
            <a:endParaRPr lang="en-GB" dirty="0"/>
          </a:p>
          <a:p>
            <a:pPr lvl="4"/>
            <a:r>
              <a:rPr lang="en-GB" dirty="0"/>
              <a:t>Шестой уровень структуры</a:t>
            </a:r>
            <a:endParaRPr lang="en-GB" dirty="0"/>
          </a:p>
          <a:p>
            <a:pPr lvl="4"/>
            <a:r>
              <a:rPr lang="en-GB" dirty="0"/>
              <a:t>Седьмой уровень структуры</a:t>
            </a:r>
            <a:endParaRPr lang="en-GB" dirty="0"/>
          </a:p>
          <a:p>
            <a:pPr lvl="4"/>
            <a:r>
              <a:rPr lang="en-GB" dirty="0"/>
              <a:t>Восьмой уровень структуры</a:t>
            </a:r>
            <a:endParaRPr lang="en-GB" dirty="0"/>
          </a:p>
          <a:p>
            <a:pPr lvl="4"/>
            <a:r>
              <a:rPr lang="en-GB" dirty="0"/>
              <a:t>Девятый уровень структуры</a:t>
            </a:r>
            <a:endParaRPr lang="en-GB" dirty="0"/>
          </a:p>
        </p:txBody>
      </p:sp>
      <p:sp>
        <p:nvSpPr>
          <p:cNvPr id="1032" name="Text Box 1030"/>
          <p:cNvSpPr txBox="1"/>
          <p:nvPr/>
        </p:nvSpPr>
        <p:spPr>
          <a:xfrm>
            <a:off x="457200" y="6248400"/>
            <a:ext cx="2133600" cy="457200"/>
          </a:xfrm>
          <a:prstGeom prst="rect">
            <a:avLst/>
          </a:prstGeom>
          <a:noFill/>
          <a:ln w="9525">
            <a:noFill/>
          </a:ln>
        </p:spPr>
        <p:txBody>
          <a:bodyPr anchor="t" anchorCtr="0"/>
          <a:p>
            <a:pPr lvl="0"/>
            <a:endParaRPr lang="en-US" altLang="zh-CN">
              <a:latin typeface="Arial" panose="020B0604020202020204" pitchFamily="34" charset="0"/>
            </a:endParaRPr>
          </a:p>
        </p:txBody>
      </p:sp>
      <p:sp>
        <p:nvSpPr>
          <p:cNvPr id="1033" name="Text Box 1031"/>
          <p:cNvSpPr txBox="1"/>
          <p:nvPr/>
        </p:nvSpPr>
        <p:spPr>
          <a:xfrm>
            <a:off x="3124200" y="6248400"/>
            <a:ext cx="2895600" cy="457200"/>
          </a:xfrm>
          <a:prstGeom prst="rect">
            <a:avLst/>
          </a:prstGeom>
          <a:noFill/>
          <a:ln w="9525">
            <a:noFill/>
          </a:ln>
        </p:spPr>
        <p:txBody>
          <a:bodyPr anchor="t" anchorCtr="0"/>
          <a:p>
            <a:pPr lvl="0"/>
            <a:endParaRPr lang="en-US" altLang="zh-CN">
              <a:latin typeface="Arial" panose="020B0604020202020204" pitchFamily="34" charset="0"/>
            </a:endParaRPr>
          </a:p>
        </p:txBody>
      </p:sp>
      <p:sp>
        <p:nvSpPr>
          <p:cNvPr id="2" name="Slide Number Placeholder 1032"/>
          <p:cNvSpPr>
            <a:spLocks noGrp="1"/>
          </p:cNvSpPr>
          <p:nvPr>
            <p:ph type="sldNum"/>
          </p:nvPr>
        </p:nvSpPr>
        <p:spPr>
          <a:xfrm>
            <a:off x="6553200" y="6248400"/>
            <a:ext cx="2130425" cy="454025"/>
          </a:xfrm>
          <a:prstGeom prst="rect">
            <a:avLst/>
          </a:prstGeom>
          <a:noFill/>
          <a:ln w="9525">
            <a:noFill/>
          </a:ln>
        </p:spPr>
        <p:txBody>
          <a:bodyPr wrap="square" lIns="90000" tIns="46800" rIns="90000" bIns="46800" anchor="b" anchorCtr="0"/>
          <a:lstStyle>
            <a:lvl1pPr>
              <a:buFontTx/>
              <a:defRPr/>
            </a:lvl1pPr>
          </a:lstStyle>
          <a:p>
            <a:pPr lvl="0" defTabSz="457200" eaLnBrk="1" fontAlgn="base" hangingPunct="1">
              <a:buClrTx/>
              <a:buSzPct val="100000"/>
              <a:buNone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</a:pPr>
            <a:fld id="{9A0DB2DC-4C9A-4742-B13C-FB6460FD3503}" type="slidenum">
              <a:rPr lang="ru-RU" altLang="x-none" strike="noStrike" noProof="1" dirty="0" err="1">
                <a:latin typeface="Arial" panose="020B0604020202020204" pitchFamily="34" charset="0"/>
                <a:ea typeface="Microsoft YaHei" panose="020B0503020204020204" charset="-122"/>
                <a:cs typeface="+mn-cs"/>
              </a:rPr>
            </a:fld>
            <a:endParaRPr lang="ru-RU" altLang="x-none" strike="noStrike" noProof="1" dirty="0" err="1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  <p:sldLayoutId id="2147483660" r:id="rId12"/>
  </p:sldLayoutIdLst>
  <p:hf sldNum="0" hdr="0" ftr="0" dt="0"/>
  <p:txStyles>
    <p:titleStyle>
      <a:lvl1pPr marL="0" lvl="0" indent="0" algn="l" defTabSz="457200" rtl="0" eaLnBrk="0" fontAlgn="base" latinLnBrk="0" hangingPunct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SzPct val="100000"/>
        <a:buFont typeface="Times New Roman" panose="02020603050405020304" pitchFamily="16" charset="0"/>
        <a:buNone/>
        <a:defRPr sz="4200" b="0" i="0" u="none" kern="1200" baseline="0">
          <a:solidFill>
            <a:srgbClr val="FFFFFF"/>
          </a:solidFill>
          <a:latin typeface="+mj-lt"/>
          <a:ea typeface="+mj-ea"/>
          <a:cs typeface="+mj-cs"/>
        </a:defRPr>
      </a:lvl1pPr>
      <a:lvl2pPr marL="742950" lvl="1" indent="-285750" algn="l" defTabSz="457200" rtl="0" eaLnBrk="0" fontAlgn="base" latinLnBrk="0" hangingPunct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SzPct val="100000"/>
        <a:buFont typeface="Times New Roman" panose="02020603050405020304" pitchFamily="16" charset="0"/>
        <a:buNone/>
        <a:defRPr sz="4200" b="0" i="0" u="none" kern="1200" baseline="0">
          <a:solidFill>
            <a:srgbClr val="FFFFFF"/>
          </a:solidFill>
          <a:latin typeface="Arial" panose="020B0604020202020204" pitchFamily="34" charset="0"/>
          <a:ea typeface="Microsoft YaHei" panose="020B0503020204020204" charset="-122"/>
          <a:cs typeface="+mj-cs"/>
        </a:defRPr>
      </a:lvl2pPr>
      <a:lvl3pPr marL="1143000" lvl="2" indent="-228600" algn="l" defTabSz="457200" rtl="0" eaLnBrk="0" fontAlgn="base" latinLnBrk="0" hangingPunct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SzPct val="100000"/>
        <a:buFont typeface="Times New Roman" panose="02020603050405020304" pitchFamily="16" charset="0"/>
        <a:buNone/>
        <a:defRPr sz="4200" b="0" i="0" u="none" kern="1200" baseline="0">
          <a:solidFill>
            <a:srgbClr val="FFFFFF"/>
          </a:solidFill>
          <a:latin typeface="Arial" panose="020B0604020202020204" pitchFamily="34" charset="0"/>
          <a:ea typeface="Microsoft YaHei" panose="020B0503020204020204" charset="-122"/>
          <a:cs typeface="+mj-cs"/>
        </a:defRPr>
      </a:lvl3pPr>
      <a:lvl4pPr marL="1600200" lvl="3" indent="-228600" algn="l" defTabSz="457200" rtl="0" eaLnBrk="0" fontAlgn="base" latinLnBrk="0" hangingPunct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SzPct val="100000"/>
        <a:buFont typeface="Times New Roman" panose="02020603050405020304" pitchFamily="16" charset="0"/>
        <a:buNone/>
        <a:defRPr sz="4200" b="0" i="0" u="none" kern="1200" baseline="0">
          <a:solidFill>
            <a:srgbClr val="FFFFFF"/>
          </a:solidFill>
          <a:latin typeface="Arial" panose="020B0604020202020204" pitchFamily="34" charset="0"/>
          <a:ea typeface="Microsoft YaHei" panose="020B0503020204020204" charset="-122"/>
          <a:cs typeface="+mj-cs"/>
        </a:defRPr>
      </a:lvl4pPr>
      <a:lvl5pPr marL="2057400" lvl="4" indent="-228600" algn="l" defTabSz="457200" rtl="0" eaLnBrk="0" fontAlgn="base" latinLnBrk="0" hangingPunct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SzPct val="100000"/>
        <a:buFont typeface="Times New Roman" panose="02020603050405020304" pitchFamily="16" charset="0"/>
        <a:buNone/>
        <a:defRPr sz="4200" b="0" i="0" u="none" kern="1200" baseline="0">
          <a:solidFill>
            <a:srgbClr val="FFFFFF"/>
          </a:solidFill>
          <a:latin typeface="Arial" panose="020B0604020202020204" pitchFamily="34" charset="0"/>
          <a:ea typeface="Microsoft YaHei" panose="020B0503020204020204" charset="-122"/>
          <a:cs typeface="+mj-cs"/>
        </a:defRPr>
      </a:lvl5pPr>
    </p:titleStyle>
    <p:bodyStyle>
      <a:lvl1pPr marL="342900" lvl="0" indent="-342900" algn="l" defTabSz="457200" rtl="0" eaLnBrk="0" fontAlgn="base" latinLnBrk="0" hangingPunct="0">
        <a:lnSpc>
          <a:spcPct val="100000"/>
        </a:lnSpc>
        <a:spcBef>
          <a:spcPts val="800"/>
        </a:spcBef>
        <a:spcAft>
          <a:spcPct val="0"/>
        </a:spcAft>
        <a:buClr>
          <a:srgbClr val="000000"/>
        </a:buClr>
        <a:buSzPct val="100000"/>
        <a:buFont typeface="Times New Roman" panose="02020603050405020304" pitchFamily="16" charset="0"/>
        <a:buNone/>
        <a:defRPr sz="3200" b="0" i="0" u="none" kern="1200" baseline="0">
          <a:solidFill>
            <a:srgbClr val="000000"/>
          </a:solidFill>
          <a:latin typeface="+mn-lt"/>
          <a:ea typeface="+mn-ea"/>
          <a:cs typeface="+mn-cs"/>
        </a:defRPr>
      </a:lvl1pPr>
      <a:lvl2pPr marL="742950" lvl="1" indent="-285750" algn="l" defTabSz="457200" rtl="0" eaLnBrk="0" fontAlgn="base" latinLnBrk="0" hangingPunct="0">
        <a:lnSpc>
          <a:spcPct val="100000"/>
        </a:lnSpc>
        <a:spcBef>
          <a:spcPts val="700"/>
        </a:spcBef>
        <a:spcAft>
          <a:spcPct val="0"/>
        </a:spcAft>
        <a:buClr>
          <a:srgbClr val="000000"/>
        </a:buClr>
        <a:buSzPct val="100000"/>
        <a:buFont typeface="Times New Roman" panose="02020603050405020304" pitchFamily="16" charset="0"/>
        <a:buNone/>
        <a:defRPr sz="2800" b="0" i="0" u="none" kern="1200" baseline="0">
          <a:solidFill>
            <a:srgbClr val="000000"/>
          </a:solidFill>
          <a:latin typeface="Arial" panose="020B0604020202020204" pitchFamily="34" charset="0"/>
          <a:ea typeface="Microsoft YaHei" panose="020B0503020204020204" charset="-122"/>
          <a:cs typeface="+mn-cs"/>
        </a:defRPr>
      </a:lvl2pPr>
      <a:lvl3pPr marL="1143000" lvl="2" indent="-228600" algn="l" defTabSz="457200" rtl="0" eaLnBrk="0" fontAlgn="base" latinLnBrk="0" hangingPunct="0">
        <a:lnSpc>
          <a:spcPct val="100000"/>
        </a:lnSpc>
        <a:spcBef>
          <a:spcPts val="600"/>
        </a:spcBef>
        <a:spcAft>
          <a:spcPct val="0"/>
        </a:spcAft>
        <a:buClr>
          <a:srgbClr val="000000"/>
        </a:buClr>
        <a:buSzPct val="100000"/>
        <a:buFont typeface="Times New Roman" panose="02020603050405020304" pitchFamily="16" charset="0"/>
        <a:buNone/>
        <a:defRPr sz="2400" b="0" i="0" u="none" kern="1200" baseline="0">
          <a:solidFill>
            <a:srgbClr val="000000"/>
          </a:solidFill>
          <a:latin typeface="Arial" panose="020B0604020202020204" pitchFamily="34" charset="0"/>
          <a:ea typeface="Microsoft YaHei" panose="020B0503020204020204" charset="-122"/>
          <a:cs typeface="+mn-cs"/>
        </a:defRPr>
      </a:lvl3pPr>
      <a:lvl4pPr marL="1600200" lvl="3" indent="-228600" algn="l" defTabSz="457200" rtl="0" eaLnBrk="0" fontAlgn="base" latinLnBrk="0" hangingPunct="0">
        <a:lnSpc>
          <a:spcPct val="100000"/>
        </a:lnSpc>
        <a:spcBef>
          <a:spcPts val="500"/>
        </a:spcBef>
        <a:spcAft>
          <a:spcPct val="0"/>
        </a:spcAft>
        <a:buClr>
          <a:srgbClr val="000000"/>
        </a:buClr>
        <a:buSzPct val="100000"/>
        <a:buFont typeface="Times New Roman" panose="02020603050405020304" pitchFamily="16" charset="0"/>
        <a:buNone/>
        <a:defRPr sz="2000" b="0" i="0" u="none" kern="1200" baseline="0">
          <a:solidFill>
            <a:srgbClr val="000000"/>
          </a:solidFill>
          <a:latin typeface="Arial" panose="020B0604020202020204" pitchFamily="34" charset="0"/>
          <a:ea typeface="Microsoft YaHei" panose="020B0503020204020204" charset="-122"/>
          <a:cs typeface="+mn-cs"/>
        </a:defRPr>
      </a:lvl4pPr>
      <a:lvl5pPr marL="2057400" lvl="4" indent="-228600" algn="l" defTabSz="457200" rtl="0" eaLnBrk="0" fontAlgn="base" latinLnBrk="0" hangingPunct="0">
        <a:lnSpc>
          <a:spcPct val="100000"/>
        </a:lnSpc>
        <a:spcBef>
          <a:spcPts val="500"/>
        </a:spcBef>
        <a:spcAft>
          <a:spcPct val="0"/>
        </a:spcAft>
        <a:buClr>
          <a:srgbClr val="000000"/>
        </a:buClr>
        <a:buSzPct val="100000"/>
        <a:buFont typeface="Times New Roman" panose="02020603050405020304" pitchFamily="16" charset="0"/>
        <a:buNone/>
        <a:defRPr sz="2000" b="0" i="0" u="none" kern="1200" baseline="0">
          <a:solidFill>
            <a:srgbClr val="000000"/>
          </a:solidFill>
          <a:latin typeface="Arial" panose="020B0604020202020204" pitchFamily="34" charset="0"/>
          <a:ea typeface="Microsoft YaHei" panose="020B0503020204020204" charset="-122"/>
          <a:cs typeface="+mn-cs"/>
        </a:defRPr>
      </a:lvl5pPr>
      <a:lvl6pPr marL="2514600" lvl="5" indent="-228600" algn="l" defTabSz="457200" rtl="0" eaLnBrk="0" fontAlgn="base" latinLnBrk="0" hangingPunct="0">
        <a:lnSpc>
          <a:spcPct val="100000"/>
        </a:lnSpc>
        <a:spcBef>
          <a:spcPts val="500"/>
        </a:spcBef>
        <a:spcAft>
          <a:spcPct val="0"/>
        </a:spcAft>
        <a:buClr>
          <a:srgbClr val="000000"/>
        </a:buClr>
        <a:buSzPct val="100000"/>
        <a:buFont typeface="Times New Roman" panose="02020603050405020304" pitchFamily="16" charset="0"/>
        <a:buNone/>
        <a:defRPr sz="2000" b="0" i="0" u="none" kern="1200" baseline="0">
          <a:solidFill>
            <a:srgbClr val="000000"/>
          </a:solidFill>
          <a:latin typeface="Arial" panose="020B0604020202020204" pitchFamily="34" charset="0"/>
          <a:ea typeface="Microsoft YaHei" panose="020B0503020204020204" charset="-122"/>
          <a:cs typeface="+mn-cs"/>
        </a:defRPr>
      </a:lvl6pPr>
      <a:lvl7pPr marL="2971800" lvl="6" indent="-228600" algn="l" defTabSz="457200" rtl="0" eaLnBrk="0" fontAlgn="base" latinLnBrk="0" hangingPunct="0">
        <a:lnSpc>
          <a:spcPct val="100000"/>
        </a:lnSpc>
        <a:spcBef>
          <a:spcPts val="500"/>
        </a:spcBef>
        <a:spcAft>
          <a:spcPct val="0"/>
        </a:spcAft>
        <a:buClr>
          <a:srgbClr val="000000"/>
        </a:buClr>
        <a:buSzPct val="100000"/>
        <a:buFont typeface="Times New Roman" panose="02020603050405020304" pitchFamily="16" charset="0"/>
        <a:buNone/>
        <a:defRPr sz="2000" b="0" i="0" u="none" kern="1200" baseline="0">
          <a:solidFill>
            <a:srgbClr val="000000"/>
          </a:solidFill>
          <a:latin typeface="Arial" panose="020B0604020202020204" pitchFamily="34" charset="0"/>
          <a:ea typeface="Microsoft YaHei" panose="020B0503020204020204" charset="-122"/>
          <a:cs typeface="+mn-cs"/>
        </a:defRPr>
      </a:lvl7pPr>
      <a:lvl8pPr marL="3429000" lvl="7" indent="-228600" algn="l" defTabSz="457200" rtl="0" eaLnBrk="0" fontAlgn="base" latinLnBrk="0" hangingPunct="0">
        <a:lnSpc>
          <a:spcPct val="100000"/>
        </a:lnSpc>
        <a:spcBef>
          <a:spcPts val="500"/>
        </a:spcBef>
        <a:spcAft>
          <a:spcPct val="0"/>
        </a:spcAft>
        <a:buClr>
          <a:srgbClr val="000000"/>
        </a:buClr>
        <a:buSzPct val="100000"/>
        <a:buFont typeface="Times New Roman" panose="02020603050405020304" pitchFamily="16" charset="0"/>
        <a:buNone/>
        <a:defRPr sz="2000" b="0" i="0" u="none" kern="1200" baseline="0">
          <a:solidFill>
            <a:srgbClr val="000000"/>
          </a:solidFill>
          <a:latin typeface="Arial" panose="020B0604020202020204" pitchFamily="34" charset="0"/>
          <a:ea typeface="Microsoft YaHei" panose="020B0503020204020204" charset="-122"/>
          <a:cs typeface="+mn-cs"/>
        </a:defRPr>
      </a:lvl8pPr>
      <a:lvl9pPr marL="3886200" lvl="8" indent="-228600" algn="l" defTabSz="457200" rtl="0" eaLnBrk="0" fontAlgn="base" latinLnBrk="0" hangingPunct="0">
        <a:lnSpc>
          <a:spcPct val="100000"/>
        </a:lnSpc>
        <a:spcBef>
          <a:spcPts val="500"/>
        </a:spcBef>
        <a:spcAft>
          <a:spcPct val="0"/>
        </a:spcAft>
        <a:buClr>
          <a:srgbClr val="000000"/>
        </a:buClr>
        <a:buSzPct val="100000"/>
        <a:buFont typeface="Times New Roman" panose="02020603050405020304" pitchFamily="16" charset="0"/>
        <a:buNone/>
        <a:defRPr sz="2000" b="0" i="0" u="none" kern="1200" baseline="0">
          <a:solidFill>
            <a:srgbClr val="000000"/>
          </a:solidFill>
          <a:latin typeface="Arial" panose="020B0604020202020204" pitchFamily="34" charset="0"/>
          <a:ea typeface="Microsoft YaHei" panose="020B0503020204020204" charset="-122"/>
          <a:cs typeface="+mn-cs"/>
        </a:defRPr>
      </a:lvl9pPr>
    </p:bodyStyle>
    <p:otherStyle>
      <a:lvl1pPr marL="0" lvl="0" indent="0" algn="l" defTabSz="457200" rtl="0" eaLnBrk="1" fontAlgn="base" latinLnBrk="0" hangingPunct="1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SzPct val="100000"/>
        <a:buFont typeface="Times New Roman" panose="02020603050405020304" pitchFamily="16" charset="0"/>
        <a:buNone/>
        <a:defRPr sz="1800" b="0" i="0" u="none" kern="1200" baseline="0">
          <a:solidFill>
            <a:srgbClr val="000000"/>
          </a:solidFill>
          <a:latin typeface="+mn-lt"/>
          <a:ea typeface="+mn-ea"/>
          <a:cs typeface="+mn-cs"/>
        </a:defRPr>
      </a:lvl1pPr>
      <a:lvl2pPr marL="742950" lvl="1" indent="-285750" algn="l" defTabSz="457200" rtl="0" eaLnBrk="1" fontAlgn="base" latinLnBrk="0" hangingPunct="1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SzPct val="100000"/>
        <a:buFont typeface="Times New Roman" panose="02020603050405020304" pitchFamily="16" charset="0"/>
        <a:buNone/>
        <a:defRPr sz="1800" b="0" i="0" u="none" kern="1200" baseline="0">
          <a:solidFill>
            <a:srgbClr val="000000"/>
          </a:solidFill>
          <a:latin typeface="Arial" panose="020B0604020202020204" pitchFamily="34" charset="0"/>
          <a:ea typeface="Microsoft YaHei" panose="020B0503020204020204" charset="-122"/>
          <a:cs typeface="+mn-cs"/>
        </a:defRPr>
      </a:lvl2pPr>
      <a:lvl3pPr marL="1143000" lvl="2" indent="-228600" algn="l" defTabSz="457200" rtl="0" eaLnBrk="1" fontAlgn="base" latinLnBrk="0" hangingPunct="1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SzPct val="100000"/>
        <a:buFont typeface="Times New Roman" panose="02020603050405020304" pitchFamily="16" charset="0"/>
        <a:buNone/>
        <a:defRPr sz="1800" b="0" i="0" u="none" kern="1200" baseline="0">
          <a:solidFill>
            <a:srgbClr val="000000"/>
          </a:solidFill>
          <a:latin typeface="Arial" panose="020B0604020202020204" pitchFamily="34" charset="0"/>
          <a:ea typeface="Microsoft YaHei" panose="020B0503020204020204" charset="-122"/>
          <a:cs typeface="+mn-cs"/>
        </a:defRPr>
      </a:lvl3pPr>
      <a:lvl4pPr marL="1600200" lvl="3" indent="-228600" algn="l" defTabSz="457200" rtl="0" eaLnBrk="1" fontAlgn="base" latinLnBrk="0" hangingPunct="1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SzPct val="100000"/>
        <a:buFont typeface="Times New Roman" panose="02020603050405020304" pitchFamily="16" charset="0"/>
        <a:buNone/>
        <a:defRPr sz="1800" b="0" i="0" u="none" kern="1200" baseline="0">
          <a:solidFill>
            <a:srgbClr val="000000"/>
          </a:solidFill>
          <a:latin typeface="Arial" panose="020B0604020202020204" pitchFamily="34" charset="0"/>
          <a:ea typeface="Microsoft YaHei" panose="020B0503020204020204" charset="-122"/>
          <a:cs typeface="+mn-cs"/>
        </a:defRPr>
      </a:lvl4pPr>
      <a:lvl5pPr marL="2057400" lvl="4" indent="-228600" algn="l" defTabSz="457200" rtl="0" eaLnBrk="1" fontAlgn="base" latinLnBrk="0" hangingPunct="1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SzPct val="100000"/>
        <a:buFont typeface="Times New Roman" panose="02020603050405020304" pitchFamily="16" charset="0"/>
        <a:buNone/>
        <a:defRPr sz="1800" b="0" i="0" u="none" kern="1200" baseline="0">
          <a:solidFill>
            <a:srgbClr val="000000"/>
          </a:solidFill>
          <a:latin typeface="Arial" panose="020B0604020202020204" pitchFamily="34" charset="0"/>
          <a:ea typeface="Microsoft YaHei" panose="020B0503020204020204" charset="-122"/>
          <a:cs typeface="+mn-cs"/>
        </a:defRPr>
      </a:lvl5pPr>
      <a:lvl6pPr marL="2286000" lvl="5" indent="-228600" algn="l" defTabSz="457200" rtl="0" eaLnBrk="1" fontAlgn="base" latinLnBrk="0" hangingPunct="1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SzPct val="100000"/>
        <a:buFont typeface="Times New Roman" panose="02020603050405020304" pitchFamily="16" charset="0"/>
        <a:buNone/>
        <a:defRPr sz="1800" b="0" i="0" u="none" kern="1200" baseline="0">
          <a:solidFill>
            <a:srgbClr val="000000"/>
          </a:solidFill>
          <a:latin typeface="Arial" panose="020B0604020202020204" pitchFamily="34" charset="0"/>
          <a:ea typeface="Microsoft YaHei" panose="020B0503020204020204" charset="-122"/>
          <a:cs typeface="+mn-cs"/>
        </a:defRPr>
      </a:lvl6pPr>
      <a:lvl7pPr marL="2743200" lvl="6" indent="-228600" algn="l" defTabSz="457200" rtl="0" eaLnBrk="1" fontAlgn="base" latinLnBrk="0" hangingPunct="1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SzPct val="100000"/>
        <a:buFont typeface="Times New Roman" panose="02020603050405020304" pitchFamily="16" charset="0"/>
        <a:buNone/>
        <a:defRPr sz="1800" b="0" i="0" u="none" kern="1200" baseline="0">
          <a:solidFill>
            <a:srgbClr val="000000"/>
          </a:solidFill>
          <a:latin typeface="Arial" panose="020B0604020202020204" pitchFamily="34" charset="0"/>
          <a:ea typeface="Microsoft YaHei" panose="020B0503020204020204" charset="-122"/>
          <a:cs typeface="+mn-cs"/>
        </a:defRPr>
      </a:lvl7pPr>
      <a:lvl8pPr marL="3200400" lvl="7" indent="-228600" algn="l" defTabSz="457200" rtl="0" eaLnBrk="1" fontAlgn="base" latinLnBrk="0" hangingPunct="1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SzPct val="100000"/>
        <a:buFont typeface="Times New Roman" panose="02020603050405020304" pitchFamily="16" charset="0"/>
        <a:buNone/>
        <a:defRPr sz="1800" b="0" i="0" u="none" kern="1200" baseline="0">
          <a:solidFill>
            <a:srgbClr val="000000"/>
          </a:solidFill>
          <a:latin typeface="Arial" panose="020B0604020202020204" pitchFamily="34" charset="0"/>
          <a:ea typeface="Microsoft YaHei" panose="020B0503020204020204" charset="-122"/>
          <a:cs typeface="+mn-cs"/>
        </a:defRPr>
      </a:lvl8pPr>
      <a:lvl9pPr marL="3657600" lvl="8" indent="-228600" algn="l" defTabSz="457200" rtl="0" eaLnBrk="1" fontAlgn="base" latinLnBrk="0" hangingPunct="1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SzPct val="100000"/>
        <a:buFont typeface="Times New Roman" panose="02020603050405020304" pitchFamily="16" charset="0"/>
        <a:buNone/>
        <a:defRPr sz="1800" b="0" i="0" u="none" kern="1200" baseline="0">
          <a:solidFill>
            <a:srgbClr val="000000"/>
          </a:solidFill>
          <a:latin typeface="Arial" panose="020B0604020202020204" pitchFamily="34" charset="0"/>
          <a:ea typeface="Microsoft YaHei" panose="020B0503020204020204" charset="-122"/>
          <a:cs typeface="+mn-cs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grpSp>
        <p:nvGrpSpPr>
          <p:cNvPr id="2050" name="Group 2048"/>
          <p:cNvGrpSpPr/>
          <p:nvPr/>
        </p:nvGrpSpPr>
        <p:grpSpPr>
          <a:xfrm>
            <a:off x="0" y="927100"/>
            <a:ext cx="8988425" cy="4492625"/>
            <a:chOff x="0" y="584"/>
            <a:chExt cx="5662" cy="2830"/>
          </a:xfrm>
        </p:grpSpPr>
        <p:sp>
          <p:nvSpPr>
            <p:cNvPr id="2051" name="Rounded Rectangle 2049"/>
            <p:cNvSpPr/>
            <p:nvPr/>
          </p:nvSpPr>
          <p:spPr>
            <a:xfrm>
              <a:off x="432" y="1304"/>
              <a:ext cx="4654" cy="2110"/>
            </a:xfrm>
            <a:prstGeom prst="roundRect">
              <a:avLst>
                <a:gd name="adj" fmla="val 16667"/>
              </a:avLst>
            </a:prstGeom>
            <a:noFill/>
            <a:ln w="50760" cap="sq" cmpd="sng">
              <a:solidFill>
                <a:srgbClr val="669999"/>
              </a:solidFill>
              <a:prstDash val="solid"/>
              <a:miter/>
              <a:headEnd type="none" w="med" len="med"/>
              <a:tailEnd type="none" w="med" len="med"/>
            </a:ln>
          </p:spPr>
          <p:txBody>
            <a:bodyPr anchor="t" anchorCtr="0"/>
            <a:p>
              <a:pPr lvl="0"/>
              <a:endParaRPr lang="en-US" altLang="zh-CN">
                <a:latin typeface="Arial" panose="020B0604020202020204" pitchFamily="34" charset="0"/>
              </a:endParaRPr>
            </a:p>
          </p:txBody>
        </p:sp>
        <p:sp>
          <p:nvSpPr>
            <p:cNvPr id="2052" name="Rectangles 2050"/>
            <p:cNvSpPr/>
            <p:nvPr/>
          </p:nvSpPr>
          <p:spPr>
            <a:xfrm>
              <a:off x="144" y="584"/>
              <a:ext cx="4510" cy="622"/>
            </a:xfrm>
            <a:prstGeom prst="rect">
              <a:avLst/>
            </a:prstGeom>
            <a:solidFill>
              <a:srgbClr val="FFFFFF"/>
            </a:solidFill>
            <a:ln w="57240" cap="sq" cmpd="sng">
              <a:solidFill>
                <a:srgbClr val="669999"/>
              </a:solidFill>
              <a:prstDash val="solid"/>
              <a:miter/>
              <a:headEnd type="none" w="med" len="med"/>
              <a:tailEnd type="none" w="med" len="med"/>
            </a:ln>
          </p:spPr>
          <p:txBody>
            <a:bodyPr anchor="t" anchorCtr="0"/>
            <a:p>
              <a:pPr lvl="0"/>
              <a:endParaRPr lang="en-US" altLang="zh-CN">
                <a:latin typeface="Arial" panose="020B0604020202020204" pitchFamily="34" charset="0"/>
              </a:endParaRPr>
            </a:p>
          </p:txBody>
        </p:sp>
        <p:sp>
          <p:nvSpPr>
            <p:cNvPr id="2053" name="Freeform 2051"/>
            <p:cNvSpPr/>
            <p:nvPr/>
          </p:nvSpPr>
          <p:spPr>
            <a:xfrm>
              <a:off x="0" y="872"/>
              <a:ext cx="5662" cy="1150"/>
            </a:xfrm>
            <a:custGeom>
              <a:avLst/>
              <a:gdLst/>
              <a:ahLst/>
              <a:cxnLst>
                <a:cxn ang="0">
                  <a:pos x="0" y="0"/>
                </a:cxn>
                <a:cxn ang="0">
                  <a:pos x="178537909" y="0"/>
                </a:cxn>
                <a:cxn ang="0">
                  <a:pos x="198785821" y="20342807"/>
                </a:cxn>
                <a:cxn ang="0">
                  <a:pos x="178577890" y="40617799"/>
                </a:cxn>
                <a:cxn ang="0">
                  <a:pos x="0" y="40617799"/>
                </a:cxn>
              </a:cxnLst>
              <a:pathLst>
                <a:path w="4917" h="1000">
                  <a:moveTo>
                    <a:pt x="0" y="0"/>
                  </a:moveTo>
                  <a:lnTo>
                    <a:pt x="4416" y="0"/>
                  </a:lnTo>
                  <a:cubicBezTo>
                    <a:pt x="4693" y="0"/>
                    <a:pt x="4917" y="223"/>
                    <a:pt x="4917" y="500"/>
                  </a:cubicBezTo>
                  <a:cubicBezTo>
                    <a:pt x="4917" y="776"/>
                    <a:pt x="4693" y="999"/>
                    <a:pt x="4417" y="1000"/>
                  </a:cubicBezTo>
                  <a:lnTo>
                    <a:pt x="0" y="10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6666CC"/>
            </a:solidFill>
            <a:ln w="9525">
              <a:noFill/>
            </a:ln>
          </p:spPr>
          <p:txBody>
            <a:bodyPr/>
            <a:p>
              <a:endParaRPr lang="en-US"/>
            </a:p>
          </p:txBody>
        </p:sp>
        <p:sp>
          <p:nvSpPr>
            <p:cNvPr id="2054" name="Straight Connector 2052"/>
            <p:cNvSpPr/>
            <p:nvPr/>
          </p:nvSpPr>
          <p:spPr>
            <a:xfrm>
              <a:off x="0" y="1928"/>
              <a:ext cx="5230" cy="0"/>
            </a:xfrm>
            <a:prstGeom prst="line">
              <a:avLst/>
            </a:prstGeom>
            <a:ln w="50760" cap="sq" cmpd="sng">
              <a:solidFill>
                <a:srgbClr val="FFFFFF"/>
              </a:solidFill>
              <a:prstDash val="solid"/>
              <a:miter/>
              <a:headEnd type="none" w="med" len="med"/>
              <a:tailEnd type="none" w="med" len="med"/>
            </a:ln>
          </p:spPr>
        </p:sp>
      </p:grpSp>
      <p:sp>
        <p:nvSpPr>
          <p:cNvPr id="2055" name="Title 2053"/>
          <p:cNvSpPr>
            <a:spLocks noGrp="1"/>
          </p:cNvSpPr>
          <p:nvPr>
            <p:ph type="title"/>
          </p:nvPr>
        </p:nvSpPr>
        <p:spPr>
          <a:xfrm>
            <a:off x="195263" y="228600"/>
            <a:ext cx="8012112" cy="911225"/>
          </a:xfrm>
          <a:prstGeom prst="rect">
            <a:avLst/>
          </a:prstGeom>
          <a:noFill/>
          <a:ln w="9525">
            <a:noFill/>
          </a:ln>
        </p:spPr>
        <p:txBody>
          <a:bodyPr wrap="square" lIns="90000" tIns="46800" rIns="90000" bIns="46800" anchor="ctr" anchorCtr="0"/>
          <a:p>
            <a:pPr lvl="0"/>
            <a:r>
              <a:rPr lang="en-GB" dirty="0"/>
              <a:t>Для правки текста заголовка щелкните мышью</a:t>
            </a:r>
            <a:endParaRPr lang="en-GB" dirty="0"/>
          </a:p>
        </p:txBody>
      </p:sp>
      <p:sp>
        <p:nvSpPr>
          <p:cNvPr id="2056" name="Text Placeholder 2054"/>
          <p:cNvSpPr>
            <a:spLocks noGrp="1"/>
          </p:cNvSpPr>
          <p:nvPr>
            <p:ph type="body"/>
          </p:nvPr>
        </p:nvSpPr>
        <p:spPr>
          <a:xfrm>
            <a:off x="609600" y="1600200"/>
            <a:ext cx="7921625" cy="4416425"/>
          </a:xfrm>
          <a:prstGeom prst="rect">
            <a:avLst/>
          </a:prstGeom>
          <a:noFill/>
          <a:ln w="9525">
            <a:noFill/>
          </a:ln>
        </p:spPr>
        <p:txBody>
          <a:bodyPr wrap="square" lIns="90000" tIns="46800" rIns="90000" bIns="46800" anchor="t" anchorCtr="0"/>
          <a:p>
            <a:pPr lvl="0"/>
            <a:r>
              <a:rPr lang="en-GB" dirty="0"/>
              <a:t>Для правки структуры щелкните мышью</a:t>
            </a:r>
            <a:endParaRPr lang="en-GB" dirty="0"/>
          </a:p>
          <a:p>
            <a:pPr lvl="1"/>
            <a:r>
              <a:rPr lang="en-GB" dirty="0"/>
              <a:t>Второй уровень структуры</a:t>
            </a:r>
            <a:endParaRPr lang="en-GB" dirty="0"/>
          </a:p>
          <a:p>
            <a:pPr lvl="2"/>
            <a:r>
              <a:rPr lang="en-GB" dirty="0"/>
              <a:t>Третий уровень структуры</a:t>
            </a:r>
            <a:endParaRPr lang="en-GB" dirty="0"/>
          </a:p>
          <a:p>
            <a:pPr lvl="3"/>
            <a:r>
              <a:rPr lang="en-GB" dirty="0"/>
              <a:t>Четвёртый уровень структуры</a:t>
            </a:r>
            <a:endParaRPr lang="en-GB" dirty="0"/>
          </a:p>
          <a:p>
            <a:pPr lvl="4"/>
            <a:r>
              <a:rPr lang="en-GB" dirty="0"/>
              <a:t>Пятый уровень структуры</a:t>
            </a:r>
            <a:endParaRPr lang="en-GB" dirty="0"/>
          </a:p>
          <a:p>
            <a:pPr lvl="4"/>
            <a:r>
              <a:rPr lang="en-GB" dirty="0"/>
              <a:t>Шестой уровень структуры</a:t>
            </a:r>
            <a:endParaRPr lang="en-GB" dirty="0"/>
          </a:p>
          <a:p>
            <a:pPr lvl="4"/>
            <a:r>
              <a:rPr lang="en-GB" dirty="0"/>
              <a:t>Седьмой уровень структуры</a:t>
            </a:r>
            <a:endParaRPr lang="en-GB" dirty="0"/>
          </a:p>
          <a:p>
            <a:pPr lvl="4"/>
            <a:r>
              <a:rPr lang="en-GB" dirty="0"/>
              <a:t>Восьмой уровень структуры</a:t>
            </a:r>
            <a:endParaRPr lang="en-GB" dirty="0"/>
          </a:p>
          <a:p>
            <a:pPr lvl="4"/>
            <a:r>
              <a:rPr lang="en-GB" dirty="0"/>
              <a:t>Девятый уровень структуры</a:t>
            </a:r>
            <a:endParaRPr lang="en-GB" dirty="0"/>
          </a:p>
        </p:txBody>
      </p:sp>
      <p:sp>
        <p:nvSpPr>
          <p:cNvPr id="2057" name="Text Box 2055"/>
          <p:cNvSpPr txBox="1"/>
          <p:nvPr/>
        </p:nvSpPr>
        <p:spPr>
          <a:xfrm>
            <a:off x="457200" y="6248400"/>
            <a:ext cx="2133600" cy="471488"/>
          </a:xfrm>
          <a:prstGeom prst="rect">
            <a:avLst/>
          </a:prstGeom>
          <a:noFill/>
          <a:ln w="9525">
            <a:noFill/>
          </a:ln>
        </p:spPr>
        <p:txBody>
          <a:bodyPr anchor="t" anchorCtr="0"/>
          <a:p>
            <a:pPr lvl="0"/>
            <a:endParaRPr lang="en-US" altLang="zh-CN">
              <a:latin typeface="Arial" panose="020B0604020202020204" pitchFamily="34" charset="0"/>
            </a:endParaRPr>
          </a:p>
        </p:txBody>
      </p:sp>
      <p:sp>
        <p:nvSpPr>
          <p:cNvPr id="2058" name="Text Box 2056"/>
          <p:cNvSpPr txBox="1"/>
          <p:nvPr/>
        </p:nvSpPr>
        <p:spPr>
          <a:xfrm>
            <a:off x="3124200" y="6253163"/>
            <a:ext cx="2895600" cy="457200"/>
          </a:xfrm>
          <a:prstGeom prst="rect">
            <a:avLst/>
          </a:prstGeom>
          <a:noFill/>
          <a:ln w="9525">
            <a:noFill/>
          </a:ln>
        </p:spPr>
        <p:txBody>
          <a:bodyPr anchor="t" anchorCtr="0"/>
          <a:p>
            <a:pPr lvl="0"/>
            <a:endParaRPr lang="en-US" altLang="zh-CN">
              <a:latin typeface="Arial" panose="020B0604020202020204" pitchFamily="34" charset="0"/>
            </a:endParaRPr>
          </a:p>
        </p:txBody>
      </p:sp>
      <p:sp>
        <p:nvSpPr>
          <p:cNvPr id="2" name="Slide Number Placeholder 2057"/>
          <p:cNvSpPr>
            <a:spLocks noGrp="1"/>
          </p:cNvSpPr>
          <p:nvPr>
            <p:ph type="sldNum"/>
          </p:nvPr>
        </p:nvSpPr>
        <p:spPr>
          <a:xfrm>
            <a:off x="6553200" y="6248400"/>
            <a:ext cx="2130425" cy="468313"/>
          </a:xfrm>
          <a:prstGeom prst="rect">
            <a:avLst/>
          </a:prstGeom>
          <a:noFill/>
          <a:ln w="9525">
            <a:noFill/>
          </a:ln>
        </p:spPr>
        <p:txBody>
          <a:bodyPr wrap="square" lIns="90000" tIns="46800" rIns="90000" bIns="46800" anchor="b" anchorCtr="0"/>
          <a:lstStyle>
            <a:lvl1pPr algn="r">
              <a:buFontTx/>
              <a:defRPr sz="1200">
                <a:latin typeface="Arial Black" panose="020B0A04020102020204" pitchFamily="32" charset="0"/>
                <a:ea typeface="Arial Unicode MS" charset="-122"/>
              </a:defRPr>
            </a:lvl1pPr>
          </a:lstStyle>
          <a:p>
            <a:pPr lvl="0" defTabSz="457200" eaLnBrk="1" fontAlgn="base" hangingPunct="1">
              <a:lnSpc>
                <a:spcPct val="100000"/>
              </a:lnSpc>
              <a:buClrTx/>
              <a:buSzPct val="100000"/>
              <a:buNone/>
              <a:tabLst>
                <a:tab pos="723900" algn="l"/>
                <a:tab pos="1447800" algn="l"/>
              </a:tabLst>
            </a:pPr>
            <a:fld id="{9A0DB2DC-4C9A-4742-B13C-FB6460FD3503}" type="slidenum">
              <a:rPr lang="ru-RU" altLang="x-none" strike="noStrike" noProof="1" dirty="0" err="1">
                <a:latin typeface="Arial Black" panose="020B0A04020102020204" pitchFamily="32" charset="0"/>
                <a:ea typeface="Arial Unicode MS" charset="-122"/>
                <a:cs typeface="+mn-cs"/>
              </a:rPr>
            </a:fld>
            <a:endParaRPr lang="ru-RU" altLang="x-none" strike="noStrike" noProof="1" dirty="0" err="1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62" r:id="rId1"/>
    <p:sldLayoutId id="2147483663" r:id="rId2"/>
    <p:sldLayoutId id="2147483664" r:id="rId3"/>
    <p:sldLayoutId id="2147483665" r:id="rId4"/>
    <p:sldLayoutId id="2147483666" r:id="rId5"/>
    <p:sldLayoutId id="2147483667" r:id="rId6"/>
    <p:sldLayoutId id="2147483668" r:id="rId7"/>
    <p:sldLayoutId id="2147483669" r:id="rId8"/>
    <p:sldLayoutId id="2147483670" r:id="rId9"/>
    <p:sldLayoutId id="2147483671" r:id="rId10"/>
    <p:sldLayoutId id="2147483672" r:id="rId11"/>
  </p:sldLayoutIdLst>
  <p:hf sldNum="0" hdr="0" ftr="0" dt="0"/>
  <p:txStyles>
    <p:titleStyle>
      <a:lvl1pPr marL="0" lvl="0" indent="0" algn="l" defTabSz="457200" rtl="0" eaLnBrk="0" fontAlgn="base" latinLnBrk="0" hangingPunct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SzPct val="100000"/>
        <a:buFont typeface="Times New Roman" panose="02020603050405020304" pitchFamily="16" charset="0"/>
        <a:buNone/>
        <a:defRPr sz="4200" b="0" i="0" u="none" kern="1200" baseline="0">
          <a:solidFill>
            <a:srgbClr val="FFFFFF"/>
          </a:solidFill>
          <a:latin typeface="+mj-lt"/>
          <a:ea typeface="+mj-ea"/>
          <a:cs typeface="+mj-cs"/>
        </a:defRPr>
      </a:lvl1pPr>
      <a:lvl2pPr marL="742950" lvl="1" indent="-285750" algn="l" defTabSz="457200" rtl="0" eaLnBrk="0" fontAlgn="base" latinLnBrk="0" hangingPunct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SzPct val="100000"/>
        <a:buFont typeface="Times New Roman" panose="02020603050405020304" pitchFamily="16" charset="0"/>
        <a:buNone/>
        <a:defRPr sz="4200" b="0" i="0" u="none" kern="1200" baseline="0">
          <a:solidFill>
            <a:srgbClr val="FFFFFF"/>
          </a:solidFill>
          <a:latin typeface="Arial" panose="020B0604020202020204" pitchFamily="34" charset="0"/>
          <a:ea typeface="Microsoft YaHei" panose="020B0503020204020204" charset="-122"/>
          <a:cs typeface="+mj-cs"/>
        </a:defRPr>
      </a:lvl2pPr>
      <a:lvl3pPr marL="1143000" lvl="2" indent="-228600" algn="l" defTabSz="457200" rtl="0" eaLnBrk="0" fontAlgn="base" latinLnBrk="0" hangingPunct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SzPct val="100000"/>
        <a:buFont typeface="Times New Roman" panose="02020603050405020304" pitchFamily="16" charset="0"/>
        <a:buNone/>
        <a:defRPr sz="4200" b="0" i="0" u="none" kern="1200" baseline="0">
          <a:solidFill>
            <a:srgbClr val="FFFFFF"/>
          </a:solidFill>
          <a:latin typeface="Arial" panose="020B0604020202020204" pitchFamily="34" charset="0"/>
          <a:ea typeface="Microsoft YaHei" panose="020B0503020204020204" charset="-122"/>
          <a:cs typeface="+mj-cs"/>
        </a:defRPr>
      </a:lvl3pPr>
      <a:lvl4pPr marL="1600200" lvl="3" indent="-228600" algn="l" defTabSz="457200" rtl="0" eaLnBrk="0" fontAlgn="base" latinLnBrk="0" hangingPunct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SzPct val="100000"/>
        <a:buFont typeface="Times New Roman" panose="02020603050405020304" pitchFamily="16" charset="0"/>
        <a:buNone/>
        <a:defRPr sz="4200" b="0" i="0" u="none" kern="1200" baseline="0">
          <a:solidFill>
            <a:srgbClr val="FFFFFF"/>
          </a:solidFill>
          <a:latin typeface="Arial" panose="020B0604020202020204" pitchFamily="34" charset="0"/>
          <a:ea typeface="Microsoft YaHei" panose="020B0503020204020204" charset="-122"/>
          <a:cs typeface="+mj-cs"/>
        </a:defRPr>
      </a:lvl4pPr>
      <a:lvl5pPr marL="2057400" lvl="4" indent="-228600" algn="l" defTabSz="457200" rtl="0" eaLnBrk="0" fontAlgn="base" latinLnBrk="0" hangingPunct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SzPct val="100000"/>
        <a:buFont typeface="Times New Roman" panose="02020603050405020304" pitchFamily="16" charset="0"/>
        <a:buNone/>
        <a:defRPr sz="4200" b="0" i="0" u="none" kern="1200" baseline="0">
          <a:solidFill>
            <a:srgbClr val="FFFFFF"/>
          </a:solidFill>
          <a:latin typeface="Arial" panose="020B0604020202020204" pitchFamily="34" charset="0"/>
          <a:ea typeface="Microsoft YaHei" panose="020B0503020204020204" charset="-122"/>
          <a:cs typeface="+mj-cs"/>
        </a:defRPr>
      </a:lvl5pPr>
    </p:titleStyle>
    <p:bodyStyle>
      <a:lvl1pPr marL="342900" lvl="0" indent="-342900" algn="l" defTabSz="457200" rtl="0" eaLnBrk="0" fontAlgn="base" latinLnBrk="0" hangingPunct="0">
        <a:lnSpc>
          <a:spcPct val="100000"/>
        </a:lnSpc>
        <a:spcBef>
          <a:spcPts val="800"/>
        </a:spcBef>
        <a:spcAft>
          <a:spcPct val="0"/>
        </a:spcAft>
        <a:buClr>
          <a:srgbClr val="000000"/>
        </a:buClr>
        <a:buSzPct val="100000"/>
        <a:buFont typeface="Times New Roman" panose="02020603050405020304" pitchFamily="16" charset="0"/>
        <a:buNone/>
        <a:defRPr sz="3200" b="0" i="0" u="none" kern="1200" baseline="0">
          <a:solidFill>
            <a:srgbClr val="000000"/>
          </a:solidFill>
          <a:latin typeface="+mn-lt"/>
          <a:ea typeface="+mn-ea"/>
          <a:cs typeface="+mn-cs"/>
        </a:defRPr>
      </a:lvl1pPr>
      <a:lvl2pPr marL="742950" lvl="1" indent="-285750" algn="l" defTabSz="457200" rtl="0" eaLnBrk="0" fontAlgn="base" latinLnBrk="0" hangingPunct="0">
        <a:lnSpc>
          <a:spcPct val="100000"/>
        </a:lnSpc>
        <a:spcBef>
          <a:spcPts val="700"/>
        </a:spcBef>
        <a:spcAft>
          <a:spcPct val="0"/>
        </a:spcAft>
        <a:buClr>
          <a:srgbClr val="000000"/>
        </a:buClr>
        <a:buSzPct val="100000"/>
        <a:buFont typeface="Times New Roman" panose="02020603050405020304" pitchFamily="16" charset="0"/>
        <a:buNone/>
        <a:defRPr sz="2800" b="0" i="0" u="none" kern="1200" baseline="0">
          <a:solidFill>
            <a:srgbClr val="000000"/>
          </a:solidFill>
          <a:latin typeface="Arial" panose="020B0604020202020204" pitchFamily="34" charset="0"/>
          <a:ea typeface="Microsoft YaHei" panose="020B0503020204020204" charset="-122"/>
          <a:cs typeface="+mn-cs"/>
        </a:defRPr>
      </a:lvl2pPr>
      <a:lvl3pPr marL="1143000" lvl="2" indent="-228600" algn="l" defTabSz="457200" rtl="0" eaLnBrk="0" fontAlgn="base" latinLnBrk="0" hangingPunct="0">
        <a:lnSpc>
          <a:spcPct val="100000"/>
        </a:lnSpc>
        <a:spcBef>
          <a:spcPts val="600"/>
        </a:spcBef>
        <a:spcAft>
          <a:spcPct val="0"/>
        </a:spcAft>
        <a:buClr>
          <a:srgbClr val="000000"/>
        </a:buClr>
        <a:buSzPct val="100000"/>
        <a:buFont typeface="Times New Roman" panose="02020603050405020304" pitchFamily="16" charset="0"/>
        <a:buNone/>
        <a:defRPr sz="2400" b="0" i="0" u="none" kern="1200" baseline="0">
          <a:solidFill>
            <a:srgbClr val="000000"/>
          </a:solidFill>
          <a:latin typeface="Arial" panose="020B0604020202020204" pitchFamily="34" charset="0"/>
          <a:ea typeface="Microsoft YaHei" panose="020B0503020204020204" charset="-122"/>
          <a:cs typeface="+mn-cs"/>
        </a:defRPr>
      </a:lvl3pPr>
      <a:lvl4pPr marL="1600200" lvl="3" indent="-228600" algn="l" defTabSz="457200" rtl="0" eaLnBrk="0" fontAlgn="base" latinLnBrk="0" hangingPunct="0">
        <a:lnSpc>
          <a:spcPct val="100000"/>
        </a:lnSpc>
        <a:spcBef>
          <a:spcPts val="500"/>
        </a:spcBef>
        <a:spcAft>
          <a:spcPct val="0"/>
        </a:spcAft>
        <a:buClr>
          <a:srgbClr val="000000"/>
        </a:buClr>
        <a:buSzPct val="100000"/>
        <a:buFont typeface="Times New Roman" panose="02020603050405020304" pitchFamily="16" charset="0"/>
        <a:buNone/>
        <a:defRPr sz="2000" b="0" i="0" u="none" kern="1200" baseline="0">
          <a:solidFill>
            <a:srgbClr val="000000"/>
          </a:solidFill>
          <a:latin typeface="Arial" panose="020B0604020202020204" pitchFamily="34" charset="0"/>
          <a:ea typeface="Microsoft YaHei" panose="020B0503020204020204" charset="-122"/>
          <a:cs typeface="+mn-cs"/>
        </a:defRPr>
      </a:lvl4pPr>
      <a:lvl5pPr marL="2057400" lvl="4" indent="-228600" algn="l" defTabSz="457200" rtl="0" eaLnBrk="0" fontAlgn="base" latinLnBrk="0" hangingPunct="0">
        <a:lnSpc>
          <a:spcPct val="100000"/>
        </a:lnSpc>
        <a:spcBef>
          <a:spcPts val="500"/>
        </a:spcBef>
        <a:spcAft>
          <a:spcPct val="0"/>
        </a:spcAft>
        <a:buClr>
          <a:srgbClr val="000000"/>
        </a:buClr>
        <a:buSzPct val="100000"/>
        <a:buFont typeface="Times New Roman" panose="02020603050405020304" pitchFamily="16" charset="0"/>
        <a:buNone/>
        <a:defRPr sz="2000" b="0" i="0" u="none" kern="1200" baseline="0">
          <a:solidFill>
            <a:srgbClr val="000000"/>
          </a:solidFill>
          <a:latin typeface="Arial" panose="020B0604020202020204" pitchFamily="34" charset="0"/>
          <a:ea typeface="Microsoft YaHei" panose="020B0503020204020204" charset="-122"/>
          <a:cs typeface="+mn-cs"/>
        </a:defRPr>
      </a:lvl5pPr>
      <a:lvl6pPr marL="2514600" lvl="5" indent="-228600" algn="l" defTabSz="457200" rtl="0" eaLnBrk="0" fontAlgn="base" latinLnBrk="0" hangingPunct="0">
        <a:lnSpc>
          <a:spcPct val="100000"/>
        </a:lnSpc>
        <a:spcBef>
          <a:spcPts val="500"/>
        </a:spcBef>
        <a:spcAft>
          <a:spcPct val="0"/>
        </a:spcAft>
        <a:buClr>
          <a:srgbClr val="000000"/>
        </a:buClr>
        <a:buSzPct val="100000"/>
        <a:buFont typeface="Times New Roman" panose="02020603050405020304" pitchFamily="16" charset="0"/>
        <a:buNone/>
        <a:defRPr sz="2000" b="0" i="0" u="none" kern="1200" baseline="0">
          <a:solidFill>
            <a:srgbClr val="000000"/>
          </a:solidFill>
          <a:latin typeface="Arial" panose="020B0604020202020204" pitchFamily="34" charset="0"/>
          <a:ea typeface="Microsoft YaHei" panose="020B0503020204020204" charset="-122"/>
          <a:cs typeface="+mn-cs"/>
        </a:defRPr>
      </a:lvl6pPr>
      <a:lvl7pPr marL="2971800" lvl="6" indent="-228600" algn="l" defTabSz="457200" rtl="0" eaLnBrk="0" fontAlgn="base" latinLnBrk="0" hangingPunct="0">
        <a:lnSpc>
          <a:spcPct val="100000"/>
        </a:lnSpc>
        <a:spcBef>
          <a:spcPts val="500"/>
        </a:spcBef>
        <a:spcAft>
          <a:spcPct val="0"/>
        </a:spcAft>
        <a:buClr>
          <a:srgbClr val="000000"/>
        </a:buClr>
        <a:buSzPct val="100000"/>
        <a:buFont typeface="Times New Roman" panose="02020603050405020304" pitchFamily="16" charset="0"/>
        <a:buNone/>
        <a:defRPr sz="2000" b="0" i="0" u="none" kern="1200" baseline="0">
          <a:solidFill>
            <a:srgbClr val="000000"/>
          </a:solidFill>
          <a:latin typeface="Arial" panose="020B0604020202020204" pitchFamily="34" charset="0"/>
          <a:ea typeface="Microsoft YaHei" panose="020B0503020204020204" charset="-122"/>
          <a:cs typeface="+mn-cs"/>
        </a:defRPr>
      </a:lvl7pPr>
      <a:lvl8pPr marL="3429000" lvl="7" indent="-228600" algn="l" defTabSz="457200" rtl="0" eaLnBrk="0" fontAlgn="base" latinLnBrk="0" hangingPunct="0">
        <a:lnSpc>
          <a:spcPct val="100000"/>
        </a:lnSpc>
        <a:spcBef>
          <a:spcPts val="500"/>
        </a:spcBef>
        <a:spcAft>
          <a:spcPct val="0"/>
        </a:spcAft>
        <a:buClr>
          <a:srgbClr val="000000"/>
        </a:buClr>
        <a:buSzPct val="100000"/>
        <a:buFont typeface="Times New Roman" panose="02020603050405020304" pitchFamily="16" charset="0"/>
        <a:buNone/>
        <a:defRPr sz="2000" b="0" i="0" u="none" kern="1200" baseline="0">
          <a:solidFill>
            <a:srgbClr val="000000"/>
          </a:solidFill>
          <a:latin typeface="Arial" panose="020B0604020202020204" pitchFamily="34" charset="0"/>
          <a:ea typeface="Microsoft YaHei" panose="020B0503020204020204" charset="-122"/>
          <a:cs typeface="+mn-cs"/>
        </a:defRPr>
      </a:lvl8pPr>
      <a:lvl9pPr marL="3886200" lvl="8" indent="-228600" algn="l" defTabSz="457200" rtl="0" eaLnBrk="0" fontAlgn="base" latinLnBrk="0" hangingPunct="0">
        <a:lnSpc>
          <a:spcPct val="100000"/>
        </a:lnSpc>
        <a:spcBef>
          <a:spcPts val="500"/>
        </a:spcBef>
        <a:spcAft>
          <a:spcPct val="0"/>
        </a:spcAft>
        <a:buClr>
          <a:srgbClr val="000000"/>
        </a:buClr>
        <a:buSzPct val="100000"/>
        <a:buFont typeface="Times New Roman" panose="02020603050405020304" pitchFamily="16" charset="0"/>
        <a:buNone/>
        <a:defRPr sz="2000" b="0" i="0" u="none" kern="1200" baseline="0">
          <a:solidFill>
            <a:srgbClr val="000000"/>
          </a:solidFill>
          <a:latin typeface="Arial" panose="020B0604020202020204" pitchFamily="34" charset="0"/>
          <a:ea typeface="Microsoft YaHei" panose="020B0503020204020204" charset="-122"/>
          <a:cs typeface="+mn-cs"/>
        </a:defRPr>
      </a:lvl9pPr>
    </p:bodyStyle>
    <p:otherStyle>
      <a:lvl1pPr marL="0" lvl="0" indent="0" algn="l" defTabSz="457200" rtl="0" eaLnBrk="1" fontAlgn="base" latinLnBrk="0" hangingPunct="1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SzPct val="100000"/>
        <a:buFont typeface="Times New Roman" panose="02020603050405020304" pitchFamily="16" charset="0"/>
        <a:buNone/>
        <a:defRPr sz="1800" b="0" i="0" u="none" kern="1200" baseline="0">
          <a:solidFill>
            <a:srgbClr val="000000"/>
          </a:solidFill>
          <a:latin typeface="+mn-lt"/>
          <a:ea typeface="+mn-ea"/>
          <a:cs typeface="+mn-cs"/>
        </a:defRPr>
      </a:lvl1pPr>
      <a:lvl2pPr marL="742950" lvl="1" indent="-285750" algn="l" defTabSz="457200" rtl="0" eaLnBrk="1" fontAlgn="base" latinLnBrk="0" hangingPunct="1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SzPct val="100000"/>
        <a:buFont typeface="Times New Roman" panose="02020603050405020304" pitchFamily="16" charset="0"/>
        <a:buNone/>
        <a:defRPr sz="1800" b="0" i="0" u="none" kern="1200" baseline="0">
          <a:solidFill>
            <a:srgbClr val="000000"/>
          </a:solidFill>
          <a:latin typeface="Arial" panose="020B0604020202020204" pitchFamily="34" charset="0"/>
          <a:ea typeface="Microsoft YaHei" panose="020B0503020204020204" charset="-122"/>
          <a:cs typeface="+mn-cs"/>
        </a:defRPr>
      </a:lvl2pPr>
      <a:lvl3pPr marL="1143000" lvl="2" indent="-228600" algn="l" defTabSz="457200" rtl="0" eaLnBrk="1" fontAlgn="base" latinLnBrk="0" hangingPunct="1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SzPct val="100000"/>
        <a:buFont typeface="Times New Roman" panose="02020603050405020304" pitchFamily="16" charset="0"/>
        <a:buNone/>
        <a:defRPr sz="1800" b="0" i="0" u="none" kern="1200" baseline="0">
          <a:solidFill>
            <a:srgbClr val="000000"/>
          </a:solidFill>
          <a:latin typeface="Arial" panose="020B0604020202020204" pitchFamily="34" charset="0"/>
          <a:ea typeface="Microsoft YaHei" panose="020B0503020204020204" charset="-122"/>
          <a:cs typeface="+mn-cs"/>
        </a:defRPr>
      </a:lvl3pPr>
      <a:lvl4pPr marL="1600200" lvl="3" indent="-228600" algn="l" defTabSz="457200" rtl="0" eaLnBrk="1" fontAlgn="base" latinLnBrk="0" hangingPunct="1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SzPct val="100000"/>
        <a:buFont typeface="Times New Roman" panose="02020603050405020304" pitchFamily="16" charset="0"/>
        <a:buNone/>
        <a:defRPr sz="1800" b="0" i="0" u="none" kern="1200" baseline="0">
          <a:solidFill>
            <a:srgbClr val="000000"/>
          </a:solidFill>
          <a:latin typeface="Arial" panose="020B0604020202020204" pitchFamily="34" charset="0"/>
          <a:ea typeface="Microsoft YaHei" panose="020B0503020204020204" charset="-122"/>
          <a:cs typeface="+mn-cs"/>
        </a:defRPr>
      </a:lvl4pPr>
      <a:lvl5pPr marL="2057400" lvl="4" indent="-228600" algn="l" defTabSz="457200" rtl="0" eaLnBrk="1" fontAlgn="base" latinLnBrk="0" hangingPunct="1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SzPct val="100000"/>
        <a:buFont typeface="Times New Roman" panose="02020603050405020304" pitchFamily="16" charset="0"/>
        <a:buNone/>
        <a:defRPr sz="1800" b="0" i="0" u="none" kern="1200" baseline="0">
          <a:solidFill>
            <a:srgbClr val="000000"/>
          </a:solidFill>
          <a:latin typeface="Arial" panose="020B0604020202020204" pitchFamily="34" charset="0"/>
          <a:ea typeface="Microsoft YaHei" panose="020B0503020204020204" charset="-122"/>
          <a:cs typeface="+mn-cs"/>
        </a:defRPr>
      </a:lvl5pPr>
      <a:lvl6pPr marL="2286000" lvl="5" indent="-228600" algn="l" defTabSz="457200" rtl="0" eaLnBrk="1" fontAlgn="base" latinLnBrk="0" hangingPunct="1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SzPct val="100000"/>
        <a:buFont typeface="Times New Roman" panose="02020603050405020304" pitchFamily="16" charset="0"/>
        <a:buNone/>
        <a:defRPr sz="1800" b="0" i="0" u="none" kern="1200" baseline="0">
          <a:solidFill>
            <a:srgbClr val="000000"/>
          </a:solidFill>
          <a:latin typeface="Arial" panose="020B0604020202020204" pitchFamily="34" charset="0"/>
          <a:ea typeface="Microsoft YaHei" panose="020B0503020204020204" charset="-122"/>
          <a:cs typeface="+mn-cs"/>
        </a:defRPr>
      </a:lvl6pPr>
      <a:lvl7pPr marL="2743200" lvl="6" indent="-228600" algn="l" defTabSz="457200" rtl="0" eaLnBrk="1" fontAlgn="base" latinLnBrk="0" hangingPunct="1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SzPct val="100000"/>
        <a:buFont typeface="Times New Roman" panose="02020603050405020304" pitchFamily="16" charset="0"/>
        <a:buNone/>
        <a:defRPr sz="1800" b="0" i="0" u="none" kern="1200" baseline="0">
          <a:solidFill>
            <a:srgbClr val="000000"/>
          </a:solidFill>
          <a:latin typeface="Arial" panose="020B0604020202020204" pitchFamily="34" charset="0"/>
          <a:ea typeface="Microsoft YaHei" panose="020B0503020204020204" charset="-122"/>
          <a:cs typeface="+mn-cs"/>
        </a:defRPr>
      </a:lvl7pPr>
      <a:lvl8pPr marL="3200400" lvl="7" indent="-228600" algn="l" defTabSz="457200" rtl="0" eaLnBrk="1" fontAlgn="base" latinLnBrk="0" hangingPunct="1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SzPct val="100000"/>
        <a:buFont typeface="Times New Roman" panose="02020603050405020304" pitchFamily="16" charset="0"/>
        <a:buNone/>
        <a:defRPr sz="1800" b="0" i="0" u="none" kern="1200" baseline="0">
          <a:solidFill>
            <a:srgbClr val="000000"/>
          </a:solidFill>
          <a:latin typeface="Arial" panose="020B0604020202020204" pitchFamily="34" charset="0"/>
          <a:ea typeface="Microsoft YaHei" panose="020B0503020204020204" charset="-122"/>
          <a:cs typeface="+mn-cs"/>
        </a:defRPr>
      </a:lvl8pPr>
      <a:lvl9pPr marL="3657600" lvl="8" indent="-228600" algn="l" defTabSz="457200" rtl="0" eaLnBrk="1" fontAlgn="base" latinLnBrk="0" hangingPunct="1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SzPct val="100000"/>
        <a:buFont typeface="Times New Roman" panose="02020603050405020304" pitchFamily="16" charset="0"/>
        <a:buNone/>
        <a:defRPr sz="1800" b="0" i="0" u="none" kern="1200" baseline="0">
          <a:solidFill>
            <a:srgbClr val="000000"/>
          </a:solidFill>
          <a:latin typeface="Arial" panose="020B0604020202020204" pitchFamily="34" charset="0"/>
          <a:ea typeface="Microsoft YaHei" panose="020B0503020204020204" charset="-122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4" Type="http://schemas.openxmlformats.org/officeDocument/2006/relationships/notesSlide" Target="../notesSlides/notesSlide1.xml"/><Relationship Id="rId3" Type="http://schemas.openxmlformats.org/officeDocument/2006/relationships/slideLayout" Target="../slideLayouts/slideLayout19.xml"/><Relationship Id="rId2" Type="http://schemas.openxmlformats.org/officeDocument/2006/relationships/image" Target="../media/image2.png"/><Relationship Id="rId1" Type="http://schemas.openxmlformats.org/officeDocument/2006/relationships/image" Target="../media/image1.png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4.xml"/><Relationship Id="rId2" Type="http://schemas.openxmlformats.org/officeDocument/2006/relationships/slideLayout" Target="../slideLayouts/slideLayout7.xml"/><Relationship Id="rId1" Type="http://schemas.openxmlformats.org/officeDocument/2006/relationships/image" Target="../media/image3.png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10.xml"/><Relationship Id="rId2" Type="http://schemas.openxmlformats.org/officeDocument/2006/relationships/slideLayout" Target="../slideLayouts/slideLayout7.xml"/><Relationship Id="rId1" Type="http://schemas.openxmlformats.org/officeDocument/2006/relationships/hyperlink" Target="https://http.cat/" TargetMode="Externa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7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12.xml"/><Relationship Id="rId2" Type="http://schemas.openxmlformats.org/officeDocument/2006/relationships/slideLayout" Target="../slideLayouts/slideLayout7.xml"/><Relationship Id="rId1" Type="http://schemas.openxmlformats.org/officeDocument/2006/relationships/hyperlink" Target="https://www.whatismybrowser.com/&#13;" TargetMode="Externa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13.xml"/><Relationship Id="rId2" Type="http://schemas.openxmlformats.org/officeDocument/2006/relationships/slideLayout" Target="../slideLayouts/slideLayout7.xml"/><Relationship Id="rId1" Type="http://schemas.openxmlformats.org/officeDocument/2006/relationships/image" Target="../media/image4.png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7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7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7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7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8.xml"/><Relationship Id="rId1" Type="http://schemas.openxmlformats.org/officeDocument/2006/relationships/slideLayout" Target="../slideLayouts/slideLayout7.xml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19.xml"/><Relationship Id="rId2" Type="http://schemas.openxmlformats.org/officeDocument/2006/relationships/slideLayout" Target="../slideLayouts/slideLayout7.xml"/><Relationship Id="rId1" Type="http://schemas.openxmlformats.org/officeDocument/2006/relationships/hyperlink" Target="https://gist.github.com/sunmeat/1a0c81c0b27c840df9fddebc17b727b7" TargetMode="External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0.xml"/><Relationship Id="rId1" Type="http://schemas.openxmlformats.org/officeDocument/2006/relationships/slideLayout" Target="../slideLayouts/slideLayout7.xml"/></Relationships>
</file>

<file path=ppt/slides/_rels/slide21.xml.rels><?xml version="1.0" encoding="UTF-8" standalone="yes"?>
<Relationships xmlns="http://schemas.openxmlformats.org/package/2006/relationships"><Relationship Id="rId4" Type="http://schemas.openxmlformats.org/officeDocument/2006/relationships/notesSlide" Target="../notesSlides/notesSlide21.xml"/><Relationship Id="rId3" Type="http://schemas.openxmlformats.org/officeDocument/2006/relationships/slideLayout" Target="../slideLayouts/slideLayout7.xml"/><Relationship Id="rId2" Type="http://schemas.openxmlformats.org/officeDocument/2006/relationships/image" Target="../media/image5.png"/><Relationship Id="rId1" Type="http://schemas.openxmlformats.org/officeDocument/2006/relationships/hyperlink" Target="https://gist.github.com/sunmeat/0bd5d4a5fcf82b0344564029d521cd59&#13;" TargetMode="External"/></Relationships>
</file>

<file path=ppt/slides/_rels/slide22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22.xml"/><Relationship Id="rId2" Type="http://schemas.openxmlformats.org/officeDocument/2006/relationships/slideLayout" Target="../slideLayouts/slideLayout7.xml"/><Relationship Id="rId1" Type="http://schemas.openxmlformats.org/officeDocument/2006/relationships/hyperlink" Target="https://gist.github.com/sunmeat/6261bbe91909893b400e25f9ad72ad72&#13;" TargetMode="External"/></Relationships>
</file>

<file path=ppt/slides/_rels/slide23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23.xml"/><Relationship Id="rId2" Type="http://schemas.openxmlformats.org/officeDocument/2006/relationships/slideLayout" Target="../slideLayouts/slideLayout7.xml"/><Relationship Id="rId1" Type="http://schemas.openxmlformats.org/officeDocument/2006/relationships/hyperlink" Target="https://gist.github.com/sunmeat/f8bbe4cdd223f9c66478d1d90d6a7ed0&#13;" TargetMode="External"/></Relationships>
</file>

<file path=ppt/slides/_rels/slide24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24.xml"/><Relationship Id="rId2" Type="http://schemas.openxmlformats.org/officeDocument/2006/relationships/slideLayout" Target="../slideLayouts/slideLayout7.xml"/><Relationship Id="rId1" Type="http://schemas.openxmlformats.org/officeDocument/2006/relationships/hyperlink" Target="https://gist.github.com/sunmeat/6281548b43f84c6a450a52f6ac065d6c" TargetMode="External"/></Relationships>
</file>

<file path=ppt/slides/_rels/slide2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5.xml"/><Relationship Id="rId1" Type="http://schemas.openxmlformats.org/officeDocument/2006/relationships/slideLayout" Target="../slideLayouts/slideLayout7.xml"/></Relationships>
</file>

<file path=ppt/slides/_rels/slide2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6.xml"/><Relationship Id="rId1" Type="http://schemas.openxmlformats.org/officeDocument/2006/relationships/slideLayout" Target="../slideLayouts/slideLayout7.xml"/></Relationships>
</file>

<file path=ppt/slides/_rels/slide27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27.xml"/><Relationship Id="rId2" Type="http://schemas.openxmlformats.org/officeDocument/2006/relationships/slideLayout" Target="../slideLayouts/slideLayout7.xml"/><Relationship Id="rId1" Type="http://schemas.openxmlformats.org/officeDocument/2006/relationships/hyperlink" Target="https://gist.github.com/sunmeat/cd069fe11889b9fb529ac78f6ac13c3e" TargetMode="External"/></Relationships>
</file>

<file path=ppt/slides/_rels/slide2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8.xml"/><Relationship Id="rId1" Type="http://schemas.openxmlformats.org/officeDocument/2006/relationships/slideLayout" Target="../slideLayouts/slideLayout7.xml"/></Relationships>
</file>

<file path=ppt/slides/_rels/slide29.xml.rels><?xml version="1.0" encoding="UTF-8" standalone="yes"?>
<Relationships xmlns="http://schemas.openxmlformats.org/package/2006/relationships"><Relationship Id="rId4" Type="http://schemas.openxmlformats.org/officeDocument/2006/relationships/notesSlide" Target="../notesSlides/notesSlide29.xml"/><Relationship Id="rId3" Type="http://schemas.openxmlformats.org/officeDocument/2006/relationships/slideLayout" Target="../slideLayouts/slideLayout7.xml"/><Relationship Id="rId2" Type="http://schemas.openxmlformats.org/officeDocument/2006/relationships/image" Target="../media/image6.png"/><Relationship Id="rId1" Type="http://schemas.openxmlformats.org/officeDocument/2006/relationships/hyperlink" Target="https://gist.github.com/sunmeat/2fe45f328618edb13425344a38eb6351&#13;" TargetMode="External"/></Relationships>
</file>

<file path=ppt/slides/_rels/slide30.xml.rels><?xml version="1.0" encoding="UTF-8" standalone="yes"?>
<Relationships xmlns="http://schemas.openxmlformats.org/package/2006/relationships"><Relationship Id="rId4" Type="http://schemas.openxmlformats.org/officeDocument/2006/relationships/notesSlide" Target="../notesSlides/notesSlide30.xml"/><Relationship Id="rId3" Type="http://schemas.openxmlformats.org/officeDocument/2006/relationships/slideLayout" Target="../slideLayouts/slideLayout7.xml"/><Relationship Id="rId2" Type="http://schemas.openxmlformats.org/officeDocument/2006/relationships/hyperlink" Target="https://gist.github.com/sunmeat/f9e537d4ece5dd2af597d7ae7ea46f09&#13;" TargetMode="External"/><Relationship Id="rId1" Type="http://schemas.openxmlformats.org/officeDocument/2006/relationships/hyperlink" Target="https://gist.github.com/sunmeat/34cf8d9f1260155e70c98e79d8e50577&#13;" TargetMode="External"/></Relationships>
</file>

<file path=ppt/slides/_rels/slide31.xml.rels><?xml version="1.0" encoding="UTF-8" standalone="yes"?>
<Relationships xmlns="http://schemas.openxmlformats.org/package/2006/relationships"><Relationship Id="rId5" Type="http://schemas.openxmlformats.org/officeDocument/2006/relationships/notesSlide" Target="../notesSlides/notesSlide31.xml"/><Relationship Id="rId4" Type="http://schemas.openxmlformats.org/officeDocument/2006/relationships/slideLayout" Target="../slideLayouts/slideLayout7.xml"/><Relationship Id="rId3" Type="http://schemas.openxmlformats.org/officeDocument/2006/relationships/hyperlink" Target="http://sunmeat.atwebpages.com/react/index.html&#13;" TargetMode="External"/><Relationship Id="rId2" Type="http://schemas.openxmlformats.org/officeDocument/2006/relationships/hyperlink" Target="https://gist.github.com/sunmeat/82f6ffb0d6c719ff975696bfe9d08d22" TargetMode="External"/><Relationship Id="rId1" Type="http://schemas.openxmlformats.org/officeDocument/2006/relationships/hyperlink" Target="https://www.php.net/manual/uk/book.pdo.php" TargetMode="External"/></Relationships>
</file>

<file path=ppt/slides/_rels/slide32.xml.rels><?xml version="1.0" encoding="UTF-8" standalone="yes"?>
<Relationships xmlns="http://schemas.openxmlformats.org/package/2006/relationships"><Relationship Id="rId4" Type="http://schemas.openxmlformats.org/officeDocument/2006/relationships/notesSlide" Target="../notesSlides/notesSlide32.xml"/><Relationship Id="rId3" Type="http://schemas.openxmlformats.org/officeDocument/2006/relationships/slideLayout" Target="../slideLayouts/slideLayout7.xml"/><Relationship Id="rId2" Type="http://schemas.openxmlformats.org/officeDocument/2006/relationships/image" Target="../media/image7.png"/><Relationship Id="rId1" Type="http://schemas.openxmlformats.org/officeDocument/2006/relationships/hyperlink" Target="https://gist.github.com/sunmeat/3f914c2e37659b1d54e0161ef625c79d" TargetMode="External"/></Relationships>
</file>

<file path=ppt/slides/_rels/slide33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33.xml"/><Relationship Id="rId2" Type="http://schemas.openxmlformats.org/officeDocument/2006/relationships/slideLayout" Target="../slideLayouts/slideLayout7.xml"/><Relationship Id="rId1" Type="http://schemas.openxmlformats.org/officeDocument/2006/relationships/hyperlink" Target="https://gist.github.com/sunmeat/fecd4f307daf2178a939d6236e4805cc" TargetMode="External"/></Relationships>
</file>

<file path=ppt/slides/_rels/slide34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34.xml"/><Relationship Id="rId2" Type="http://schemas.openxmlformats.org/officeDocument/2006/relationships/slideLayout" Target="../slideLayouts/slideLayout7.xml"/><Relationship Id="rId1" Type="http://schemas.openxmlformats.org/officeDocument/2006/relationships/hyperlink" Target="https://github.com/sunmeat/serverjs" TargetMode="External"/></Relationships>
</file>

<file path=ppt/slides/_rels/slide35.xml.rels><?xml version="1.0" encoding="UTF-8" standalone="yes"?>
<Relationships xmlns="http://schemas.openxmlformats.org/package/2006/relationships"><Relationship Id="rId4" Type="http://schemas.openxmlformats.org/officeDocument/2006/relationships/notesSlide" Target="../notesSlides/notesSlide35.xml"/><Relationship Id="rId3" Type="http://schemas.openxmlformats.org/officeDocument/2006/relationships/slideLayout" Target="../slideLayouts/slideLayout7.xml"/><Relationship Id="rId2" Type="http://schemas.openxmlformats.org/officeDocument/2006/relationships/hyperlink" Target="https://gist.github.com/sunmeat/c2ccda5936a5c6b3565392ee4d33437e" TargetMode="External"/><Relationship Id="rId1" Type="http://schemas.openxmlformats.org/officeDocument/2006/relationships/hyperlink" Target="https://www.pythonanywhere.com" TargetMode="External"/></Relationships>
</file>

<file path=ppt/slides/_rels/slide36.xml.rels><?xml version="1.0" encoding="UTF-8" standalone="yes"?>
<Relationships xmlns="http://schemas.openxmlformats.org/package/2006/relationships"><Relationship Id="rId4" Type="http://schemas.openxmlformats.org/officeDocument/2006/relationships/notesSlide" Target="../notesSlides/notesSlide36.xml"/><Relationship Id="rId3" Type="http://schemas.openxmlformats.org/officeDocument/2006/relationships/slideLayout" Target="../slideLayouts/slideLayout7.xml"/><Relationship Id="rId2" Type="http://schemas.openxmlformats.org/officeDocument/2006/relationships/hyperlink" Target="https://materials.itstep.org/content/d325edbd-7f62-418a-821d-9b5d7cdd95ab/uk" TargetMode="External"/><Relationship Id="rId1" Type="http://schemas.openxmlformats.org/officeDocument/2006/relationships/hyperlink" Target="https://materials.itstep.org/content/3295d84f-2eb7-473f-8ccd-4980861d6688/uk" TargetMode="Externa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5122" name="Text Box 4096"/>
          <p:cNvSpPr txBox="1"/>
          <p:nvPr/>
        </p:nvSpPr>
        <p:spPr>
          <a:xfrm>
            <a:off x="228600" y="1427163"/>
            <a:ext cx="8077200" cy="1609725"/>
          </a:xfrm>
          <a:prstGeom prst="rect">
            <a:avLst/>
          </a:prstGeom>
          <a:noFill/>
          <a:ln w="9525">
            <a:noFill/>
          </a:ln>
        </p:spPr>
        <p:txBody>
          <a:bodyPr wrap="square" lIns="91440" tIns="45720" rIns="91440" bIns="45720" anchor="ctr" anchorCtr="0"/>
          <a:p>
            <a:pPr defTabSz="457200">
              <a:buClrTx/>
              <a:buFontTx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</a:pPr>
            <a:r>
              <a:rPr lang="uk-UA" altLang="uk-UA" sz="5200" dirty="0" err="1">
                <a:solidFill>
                  <a:srgbClr val="FFFFFF"/>
                </a:solidFill>
                <a:latin typeface="Arial" panose="020B0604020202020204" pitchFamily="34" charset="0"/>
              </a:rPr>
              <a:t>Взаємодія з сервером</a:t>
            </a:r>
            <a:endParaRPr lang="uk-UA" altLang="uk-UA" sz="5200" dirty="0" err="1">
              <a:solidFill>
                <a:srgbClr val="FFFFFF"/>
              </a:solidFill>
              <a:latin typeface="Arial" panose="020B0604020202020204" pitchFamily="34" charset="0"/>
            </a:endParaRPr>
          </a:p>
        </p:txBody>
      </p:sp>
      <p:sp>
        <p:nvSpPr>
          <p:cNvPr id="5123" name="Rectangles 4097"/>
          <p:cNvSpPr/>
          <p:nvPr/>
        </p:nvSpPr>
        <p:spPr>
          <a:xfrm>
            <a:off x="5867400" y="44450"/>
            <a:ext cx="3280410" cy="369570"/>
          </a:xfrm>
          <a:prstGeom prst="rect">
            <a:avLst/>
          </a:prstGeom>
          <a:noFill/>
          <a:ln w="9525">
            <a:noFill/>
          </a:ln>
        </p:spPr>
        <p:txBody>
          <a:bodyPr wrap="none" lIns="90000" tIns="46800" rIns="90000" bIns="46800" anchor="t" anchorCtr="0">
            <a:spAutoFit/>
          </a:bodyPr>
          <a:p>
            <a:pPr defTabSz="457200">
              <a:buClrTx/>
              <a:buFontTx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</a:pPr>
            <a:r>
              <a:rPr lang="en-US" altLang="ru-RU" dirty="0" err="1">
                <a:solidFill>
                  <a:srgbClr val="F7F7F7"/>
                </a:solidFill>
                <a:latin typeface="Arial" panose="020B0604020202020204" pitchFamily="34" charset="0"/>
              </a:rPr>
              <a:t>O</a:t>
            </a:r>
            <a:r>
              <a:rPr lang="ru-RU" altLang="x-none" dirty="0" err="1">
                <a:solidFill>
                  <a:srgbClr val="F7F7F7"/>
                </a:solidFill>
                <a:latin typeface="Arial" panose="020B0604020202020204" pitchFamily="34" charset="0"/>
              </a:rPr>
              <a:t>лександр Загоруйко © 20</a:t>
            </a:r>
            <a:r>
              <a:rPr lang="en-US" altLang="x-none" dirty="0" err="1">
                <a:solidFill>
                  <a:srgbClr val="F7F7F7"/>
                </a:solidFill>
                <a:latin typeface="Arial" panose="020B0604020202020204" pitchFamily="34" charset="0"/>
              </a:rPr>
              <a:t>2</a:t>
            </a:r>
            <a:r>
              <a:rPr lang="en-US" altLang="ru-RU" dirty="0" err="1">
                <a:solidFill>
                  <a:srgbClr val="F7F7F7"/>
                </a:solidFill>
                <a:latin typeface="Arial" panose="020B0604020202020204" pitchFamily="34" charset="0"/>
              </a:rPr>
              <a:t>6</a:t>
            </a:r>
            <a:endParaRPr lang="en-US" altLang="ru-RU" dirty="0" err="1">
              <a:solidFill>
                <a:srgbClr val="F7F7F7"/>
              </a:solidFill>
              <a:latin typeface="Arial" panose="020B0604020202020204" pitchFamily="34" charset="0"/>
            </a:endParaRPr>
          </a:p>
        </p:txBody>
      </p:sp>
      <p:pic>
        <p:nvPicPr>
          <p:cNvPr id="6" name="Picture 5" descr="1183672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16840" y="3361690"/>
            <a:ext cx="3439795" cy="3439795"/>
          </a:xfrm>
          <a:prstGeom prst="rect">
            <a:avLst/>
          </a:prstGeom>
        </p:spPr>
      </p:pic>
      <p:pic>
        <p:nvPicPr>
          <p:cNvPr id="3" name="Picture 2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310380" y="3289300"/>
            <a:ext cx="4756785" cy="3496945"/>
          </a:xfrm>
          <a:prstGeom prst="rect">
            <a:avLst/>
          </a:prstGeom>
        </p:spPr>
      </p:pic>
    </p:spTree>
  </p:cSld>
  <p:clrMapOvr>
    <a:masterClrMapping/>
  </p:clrMapOvr>
  <p:transition spd="med"/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7170" name="Text Box 5120"/>
          <p:cNvSpPr txBox="1"/>
          <p:nvPr/>
        </p:nvSpPr>
        <p:spPr>
          <a:xfrm>
            <a:off x="195263" y="228600"/>
            <a:ext cx="8015287" cy="914400"/>
          </a:xfrm>
          <a:prstGeom prst="rect">
            <a:avLst/>
          </a:prstGeom>
          <a:noFill/>
          <a:ln w="9525">
            <a:noFill/>
          </a:ln>
        </p:spPr>
        <p:txBody>
          <a:bodyPr wrap="square" lIns="91440" tIns="45720" rIns="91440" bIns="45720" anchor="ctr" anchorCtr="0"/>
          <a:p>
            <a:pPr defTabSz="457200">
              <a:buClrTx/>
              <a:buFontTx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</a:pPr>
            <a:r>
              <a:rPr lang="ru-RU" altLang="x-none" sz="4200" dirty="0" err="1">
                <a:solidFill>
                  <a:srgbClr val="FFFFFF"/>
                </a:solidFill>
                <a:latin typeface="Arial" panose="020B0604020202020204" pitchFamily="34" charset="0"/>
              </a:rPr>
              <a:t>План презентац</a:t>
            </a:r>
            <a:r>
              <a:rPr lang="uk-UA" altLang="x-none" sz="4200" dirty="0" err="1">
                <a:solidFill>
                  <a:srgbClr val="FFFFFF"/>
                </a:solidFill>
                <a:latin typeface="Arial" panose="020B0604020202020204" pitchFamily="34" charset="0"/>
              </a:rPr>
              <a:t>ії</a:t>
            </a:r>
            <a:r>
              <a:rPr lang="ru-RU" altLang="x-none" sz="4200" dirty="0" err="1">
                <a:solidFill>
                  <a:srgbClr val="FFFFFF"/>
                </a:solidFill>
                <a:latin typeface="Arial" panose="020B0604020202020204" pitchFamily="34" charset="0"/>
              </a:rPr>
              <a:t> - </a:t>
            </a:r>
            <a:r>
              <a:rPr lang="uk-UA" altLang="en-US" sz="4200" dirty="0" err="1">
                <a:solidFill>
                  <a:srgbClr val="FFFFFF"/>
                </a:solidFill>
                <a:latin typeface="Arial" panose="020B0604020202020204" pitchFamily="34" charset="0"/>
              </a:rPr>
              <a:t>2</a:t>
            </a:r>
            <a:r>
              <a:rPr lang="ru-RU" altLang="x-none" sz="4200" dirty="0" err="1">
                <a:solidFill>
                  <a:srgbClr val="FFFFFF"/>
                </a:solidFill>
                <a:latin typeface="Arial" panose="020B0604020202020204" pitchFamily="34" charset="0"/>
              </a:rPr>
              <a:t> пар</a:t>
            </a:r>
            <a:r>
              <a:rPr lang="uk-UA" altLang="ru-RU" sz="4200" dirty="0" err="1">
                <a:solidFill>
                  <a:srgbClr val="FFFFFF"/>
                </a:solidFill>
                <a:latin typeface="Arial" panose="020B0604020202020204" pitchFamily="34" charset="0"/>
              </a:rPr>
              <a:t>и</a:t>
            </a:r>
            <a:endParaRPr lang="uk-UA" altLang="ru-RU" sz="4200" dirty="0" err="1">
              <a:solidFill>
                <a:srgbClr val="FFFFFF"/>
              </a:solidFill>
              <a:latin typeface="Arial" panose="020B0604020202020204" pitchFamily="34" charset="0"/>
            </a:endParaRPr>
          </a:p>
        </p:txBody>
      </p:sp>
      <p:sp>
        <p:nvSpPr>
          <p:cNvPr id="7171" name="Text Box 5121"/>
          <p:cNvSpPr txBox="1"/>
          <p:nvPr/>
        </p:nvSpPr>
        <p:spPr>
          <a:xfrm>
            <a:off x="476885" y="1403985"/>
            <a:ext cx="7924800" cy="4419600"/>
          </a:xfrm>
          <a:prstGeom prst="rect">
            <a:avLst/>
          </a:prstGeom>
          <a:noFill/>
          <a:ln w="9525">
            <a:noFill/>
          </a:ln>
        </p:spPr>
        <p:txBody>
          <a:bodyPr wrap="square" lIns="91440" tIns="45720" rIns="91440" bIns="45720" anchor="t" anchorCtr="0"/>
          <a:p>
            <a:pPr marL="215900" indent="-215900" algn="l" defTabSz="457200">
              <a:buSzPct val="45000"/>
              <a:buFont typeface="Wingdings" panose="05000000000000000000" pitchFamily="2" charset="2"/>
              <a:buChar char=""/>
              <a:tabLst>
                <a:tab pos="215900" algn="l"/>
                <a:tab pos="673100" algn="l"/>
                <a:tab pos="1130300" algn="l"/>
                <a:tab pos="1587500" algn="l"/>
                <a:tab pos="2044700" algn="l"/>
                <a:tab pos="2501900" algn="l"/>
                <a:tab pos="2959100" algn="l"/>
                <a:tab pos="3416300" algn="l"/>
                <a:tab pos="3873500" algn="l"/>
                <a:tab pos="4330700" algn="l"/>
                <a:tab pos="4787900" algn="l"/>
                <a:tab pos="5245100" algn="l"/>
                <a:tab pos="5702300" algn="l"/>
                <a:tab pos="6159500" algn="l"/>
                <a:tab pos="6616700" algn="l"/>
                <a:tab pos="7073900" algn="l"/>
                <a:tab pos="7531100" algn="l"/>
                <a:tab pos="7988300" algn="l"/>
                <a:tab pos="8445500" algn="l"/>
                <a:tab pos="8902700" algn="l"/>
                <a:tab pos="9359900" algn="l"/>
              </a:tabLst>
            </a:pPr>
            <a:r>
              <a:rPr lang="en-US" altLang="en-US" sz="2100" dirty="0" err="1">
                <a:solidFill>
                  <a:srgbClr val="000000"/>
                </a:solidFill>
                <a:latin typeface="Arial" panose="020B0604020202020204" pitchFamily="34" charset="0"/>
                <a:ea typeface="Times New Roman" panose="02020603050405020304" pitchFamily="16" charset="0"/>
              </a:rPr>
              <a:t>Правила надсилання запитів до API: асинхронність, базов</a:t>
            </a:r>
            <a:r>
              <a:rPr lang="uk-UA" altLang="en-US" sz="2100" dirty="0" err="1">
                <a:solidFill>
                  <a:srgbClr val="000000"/>
                </a:solidFill>
                <a:latin typeface="Arial" panose="020B0604020202020204" pitchFamily="34" charset="0"/>
                <a:ea typeface="Times New Roman" panose="02020603050405020304" pitchFamily="16" charset="0"/>
              </a:rPr>
              <a:t>ий</a:t>
            </a:r>
            <a:r>
              <a:rPr lang="en-US" altLang="en-US" sz="2100" dirty="0" err="1">
                <a:solidFill>
                  <a:srgbClr val="000000"/>
                </a:solidFill>
                <a:latin typeface="Arial" panose="020B0604020202020204" pitchFamily="34" charset="0"/>
                <a:ea typeface="Times New Roman" panose="02020603050405020304" pitchFamily="16" charset="0"/>
              </a:rPr>
              <a:t> URL, обробка помилок, безпека</a:t>
            </a:r>
            <a:endParaRPr lang="en-US" altLang="en-US" sz="2100" dirty="0" err="1">
              <a:solidFill>
                <a:srgbClr val="000000"/>
              </a:solidFill>
              <a:latin typeface="Arial" panose="020B0604020202020204" pitchFamily="34" charset="0"/>
              <a:ea typeface="Times New Roman" panose="02020603050405020304" pitchFamily="16" charset="0"/>
            </a:endParaRPr>
          </a:p>
          <a:p>
            <a:pPr marL="215900" indent="-215900" algn="l" defTabSz="457200">
              <a:buSzPct val="45000"/>
              <a:buFont typeface="Wingdings" panose="05000000000000000000" pitchFamily="2" charset="2"/>
              <a:buChar char=""/>
              <a:tabLst>
                <a:tab pos="215900" algn="l"/>
                <a:tab pos="673100" algn="l"/>
                <a:tab pos="1130300" algn="l"/>
                <a:tab pos="1587500" algn="l"/>
                <a:tab pos="2044700" algn="l"/>
                <a:tab pos="2501900" algn="l"/>
                <a:tab pos="2959100" algn="l"/>
                <a:tab pos="3416300" algn="l"/>
                <a:tab pos="3873500" algn="l"/>
                <a:tab pos="4330700" algn="l"/>
                <a:tab pos="4787900" algn="l"/>
                <a:tab pos="5245100" algn="l"/>
                <a:tab pos="5702300" algn="l"/>
                <a:tab pos="6159500" algn="l"/>
                <a:tab pos="6616700" algn="l"/>
                <a:tab pos="7073900" algn="l"/>
                <a:tab pos="7531100" algn="l"/>
                <a:tab pos="7988300" algn="l"/>
                <a:tab pos="8445500" algn="l"/>
                <a:tab pos="8902700" algn="l"/>
                <a:tab pos="9359900" algn="l"/>
              </a:tabLst>
            </a:pPr>
            <a:r>
              <a:rPr lang="en-US" altLang="en-US" sz="2100" dirty="0" err="1">
                <a:solidFill>
                  <a:srgbClr val="000000"/>
                </a:solidFill>
                <a:latin typeface="Arial" panose="020B0604020202020204" pitchFamily="34" charset="0"/>
                <a:ea typeface="Times New Roman" panose="02020603050405020304" pitchFamily="16" charset="0"/>
              </a:rPr>
              <a:t>Заборони під час роботи з мереж</a:t>
            </a:r>
            <a:r>
              <a:rPr lang="uk-UA" altLang="en-US" sz="2100" dirty="0" err="1">
                <a:solidFill>
                  <a:srgbClr val="000000"/>
                </a:solidFill>
                <a:latin typeface="Arial" panose="020B0604020202020204" pitchFamily="34" charset="0"/>
                <a:ea typeface="Times New Roman" panose="02020603050405020304" pitchFamily="16" charset="0"/>
              </a:rPr>
              <a:t>ев</a:t>
            </a:r>
            <a:r>
              <a:rPr lang="en-US" altLang="en-US" sz="2100" dirty="0" err="1">
                <a:solidFill>
                  <a:srgbClr val="000000"/>
                </a:solidFill>
                <a:latin typeface="Arial" panose="020B0604020202020204" pitchFamily="34" charset="0"/>
                <a:ea typeface="Times New Roman" panose="02020603050405020304" pitchFamily="16" charset="0"/>
              </a:rPr>
              <a:t>ими запитами</a:t>
            </a:r>
            <a:endParaRPr lang="en-US" altLang="en-US" sz="2100" dirty="0" err="1">
              <a:solidFill>
                <a:srgbClr val="000000"/>
              </a:solidFill>
              <a:latin typeface="Arial" panose="020B0604020202020204" pitchFamily="34" charset="0"/>
              <a:ea typeface="Times New Roman" panose="02020603050405020304" pitchFamily="16" charset="0"/>
            </a:endParaRPr>
          </a:p>
          <a:p>
            <a:pPr marL="215900" indent="-215900" algn="l" defTabSz="457200">
              <a:buSzPct val="45000"/>
              <a:buFont typeface="Wingdings" panose="05000000000000000000" pitchFamily="2" charset="2"/>
              <a:buChar char=""/>
              <a:tabLst>
                <a:tab pos="215900" algn="l"/>
                <a:tab pos="673100" algn="l"/>
                <a:tab pos="1130300" algn="l"/>
                <a:tab pos="1587500" algn="l"/>
                <a:tab pos="2044700" algn="l"/>
                <a:tab pos="2501900" algn="l"/>
                <a:tab pos="2959100" algn="l"/>
                <a:tab pos="3416300" algn="l"/>
                <a:tab pos="3873500" algn="l"/>
                <a:tab pos="4330700" algn="l"/>
                <a:tab pos="4787900" algn="l"/>
                <a:tab pos="5245100" algn="l"/>
                <a:tab pos="5702300" algn="l"/>
                <a:tab pos="6159500" algn="l"/>
                <a:tab pos="6616700" algn="l"/>
                <a:tab pos="7073900" algn="l"/>
                <a:tab pos="7531100" algn="l"/>
                <a:tab pos="7988300" algn="l"/>
                <a:tab pos="8445500" algn="l"/>
                <a:tab pos="8902700" algn="l"/>
                <a:tab pos="9359900" algn="l"/>
              </a:tabLst>
            </a:pPr>
            <a:r>
              <a:rPr lang="en-US" altLang="en-US" sz="2100" dirty="0" err="1">
                <a:solidFill>
                  <a:srgbClr val="000000"/>
                </a:solidFill>
                <a:latin typeface="Arial" panose="020B0604020202020204" pitchFamily="34" charset="0"/>
                <a:ea typeface="Times New Roman" panose="02020603050405020304" pitchFamily="16" charset="0"/>
              </a:rPr>
              <a:t>Рекомендації для мережевих запитів: useEffect, TanStackQuery, поділ логіки, dexie.js</a:t>
            </a:r>
            <a:endParaRPr lang="en-US" altLang="en-US" sz="2100" dirty="0" err="1">
              <a:solidFill>
                <a:srgbClr val="000000"/>
              </a:solidFill>
              <a:latin typeface="Arial" panose="020B0604020202020204" pitchFamily="34" charset="0"/>
              <a:ea typeface="Times New Roman" panose="02020603050405020304" pitchFamily="16" charset="0"/>
            </a:endParaRPr>
          </a:p>
          <a:p>
            <a:pPr marL="215900" indent="-215900" algn="l" defTabSz="457200">
              <a:buSzPct val="45000"/>
              <a:buFont typeface="Wingdings" panose="05000000000000000000" pitchFamily="2" charset="2"/>
              <a:buChar char=""/>
              <a:tabLst>
                <a:tab pos="215900" algn="l"/>
                <a:tab pos="673100" algn="l"/>
                <a:tab pos="1130300" algn="l"/>
                <a:tab pos="1587500" algn="l"/>
                <a:tab pos="2044700" algn="l"/>
                <a:tab pos="2501900" algn="l"/>
                <a:tab pos="2959100" algn="l"/>
                <a:tab pos="3416300" algn="l"/>
                <a:tab pos="3873500" algn="l"/>
                <a:tab pos="4330700" algn="l"/>
                <a:tab pos="4787900" algn="l"/>
                <a:tab pos="5245100" algn="l"/>
                <a:tab pos="5702300" algn="l"/>
                <a:tab pos="6159500" algn="l"/>
                <a:tab pos="6616700" algn="l"/>
                <a:tab pos="7073900" algn="l"/>
                <a:tab pos="7531100" algn="l"/>
                <a:tab pos="7988300" algn="l"/>
                <a:tab pos="8445500" algn="l"/>
                <a:tab pos="8902700" algn="l"/>
                <a:tab pos="9359900" algn="l"/>
              </a:tabLst>
            </a:pPr>
            <a:r>
              <a:rPr lang="en-US" altLang="en-US" sz="2100" dirty="0" err="1">
                <a:solidFill>
                  <a:srgbClr val="000000"/>
                </a:solidFill>
                <a:latin typeface="Arial" panose="020B0604020202020204" pitchFamily="34" charset="0"/>
                <a:ea typeface="Times New Roman" panose="02020603050405020304" pitchFamily="16" charset="0"/>
              </a:rPr>
              <a:t>GET-запит з fetch, стан завантаження та помилок </a:t>
            </a:r>
            <a:r>
              <a:rPr lang="uk-UA" altLang="en-US" sz="2100" dirty="0" err="1">
                <a:solidFill>
                  <a:srgbClr val="000000"/>
                </a:solidFill>
                <a:latin typeface="Arial" panose="020B0604020202020204" pitchFamily="34" charset="0"/>
                <a:ea typeface="Times New Roman" panose="02020603050405020304" pitchFamily="16" charset="0"/>
              </a:rPr>
              <a:t>                </a:t>
            </a:r>
            <a:r>
              <a:rPr lang="en-US" altLang="en-US" sz="2100" dirty="0" err="1">
                <a:solidFill>
                  <a:srgbClr val="000000"/>
                </a:solidFill>
                <a:latin typeface="Arial" panose="020B0604020202020204" pitchFamily="34" charset="0"/>
                <a:ea typeface="Times New Roman" panose="02020603050405020304" pitchFamily="16" charset="0"/>
              </a:rPr>
              <a:t>у функціональн</a:t>
            </a:r>
            <a:r>
              <a:rPr lang="uk-UA" altLang="en-US" sz="2100" dirty="0" err="1">
                <a:solidFill>
                  <a:srgbClr val="000000"/>
                </a:solidFill>
                <a:latin typeface="Arial" panose="020B0604020202020204" pitchFamily="34" charset="0"/>
                <a:ea typeface="Times New Roman" panose="02020603050405020304" pitchFamily="16" charset="0"/>
              </a:rPr>
              <a:t>ій</a:t>
            </a:r>
            <a:r>
              <a:rPr lang="en-US" altLang="en-US" sz="2100" dirty="0" err="1">
                <a:solidFill>
                  <a:srgbClr val="000000"/>
                </a:solidFill>
                <a:latin typeface="Arial" panose="020B0604020202020204" pitchFamily="34" charset="0"/>
                <a:ea typeface="Times New Roman" panose="02020603050405020304" pitchFamily="16" charset="0"/>
              </a:rPr>
              <a:t> компоненті</a:t>
            </a:r>
            <a:endParaRPr lang="en-US" altLang="en-US" sz="2100" dirty="0" err="1">
              <a:solidFill>
                <a:srgbClr val="000000"/>
              </a:solidFill>
              <a:latin typeface="Arial" panose="020B0604020202020204" pitchFamily="34" charset="0"/>
              <a:ea typeface="Times New Roman" panose="02020603050405020304" pitchFamily="16" charset="0"/>
            </a:endParaRPr>
          </a:p>
          <a:p>
            <a:pPr marL="215900" indent="-215900" algn="l" defTabSz="457200">
              <a:buSzPct val="45000"/>
              <a:buFont typeface="Wingdings" panose="05000000000000000000" pitchFamily="2" charset="2"/>
              <a:buChar char=""/>
              <a:tabLst>
                <a:tab pos="215900" algn="l"/>
                <a:tab pos="673100" algn="l"/>
                <a:tab pos="1130300" algn="l"/>
                <a:tab pos="1587500" algn="l"/>
                <a:tab pos="2044700" algn="l"/>
                <a:tab pos="2501900" algn="l"/>
                <a:tab pos="2959100" algn="l"/>
                <a:tab pos="3416300" algn="l"/>
                <a:tab pos="3873500" algn="l"/>
                <a:tab pos="4330700" algn="l"/>
                <a:tab pos="4787900" algn="l"/>
                <a:tab pos="5245100" algn="l"/>
                <a:tab pos="5702300" algn="l"/>
                <a:tab pos="6159500" algn="l"/>
                <a:tab pos="6616700" algn="l"/>
                <a:tab pos="7073900" algn="l"/>
                <a:tab pos="7531100" algn="l"/>
                <a:tab pos="7988300" algn="l"/>
                <a:tab pos="8445500" algn="l"/>
                <a:tab pos="8902700" algn="l"/>
                <a:tab pos="9359900" algn="l"/>
              </a:tabLst>
            </a:pPr>
            <a:r>
              <a:rPr lang="en-US" altLang="en-US" sz="2100" dirty="0" err="1">
                <a:solidFill>
                  <a:srgbClr val="000000"/>
                </a:solidFill>
                <a:latin typeface="Arial" panose="020B0604020202020204" pitchFamily="34" charset="0"/>
                <a:ea typeface="Times New Roman" panose="02020603050405020304" pitchFamily="16" charset="0"/>
              </a:rPr>
              <a:t>Кешування, скасування запитів</a:t>
            </a:r>
            <a:endParaRPr lang="en-US" altLang="en-US" sz="2100" dirty="0" err="1">
              <a:solidFill>
                <a:srgbClr val="000000"/>
              </a:solidFill>
              <a:latin typeface="Arial" panose="020B0604020202020204" pitchFamily="34" charset="0"/>
              <a:ea typeface="Times New Roman" panose="02020603050405020304" pitchFamily="16" charset="0"/>
            </a:endParaRPr>
          </a:p>
          <a:p>
            <a:pPr marL="215900" indent="-215900" algn="l" defTabSz="457200">
              <a:buSzPct val="45000"/>
              <a:buFont typeface="Wingdings" panose="05000000000000000000" pitchFamily="2" charset="2"/>
              <a:buChar char=""/>
              <a:tabLst>
                <a:tab pos="215900" algn="l"/>
                <a:tab pos="673100" algn="l"/>
                <a:tab pos="1130300" algn="l"/>
                <a:tab pos="1587500" algn="l"/>
                <a:tab pos="2044700" algn="l"/>
                <a:tab pos="2501900" algn="l"/>
                <a:tab pos="2959100" algn="l"/>
                <a:tab pos="3416300" algn="l"/>
                <a:tab pos="3873500" algn="l"/>
                <a:tab pos="4330700" algn="l"/>
                <a:tab pos="4787900" algn="l"/>
                <a:tab pos="5245100" algn="l"/>
                <a:tab pos="5702300" algn="l"/>
                <a:tab pos="6159500" algn="l"/>
                <a:tab pos="6616700" algn="l"/>
                <a:tab pos="7073900" algn="l"/>
                <a:tab pos="7531100" algn="l"/>
                <a:tab pos="7988300" algn="l"/>
                <a:tab pos="8445500" algn="l"/>
                <a:tab pos="8902700" algn="l"/>
                <a:tab pos="9359900" algn="l"/>
              </a:tabLst>
            </a:pPr>
            <a:r>
              <a:rPr lang="en-US" altLang="en-US" sz="2100" dirty="0" err="1">
                <a:solidFill>
                  <a:srgbClr val="000000"/>
                </a:solidFill>
                <a:latin typeface="Arial" panose="020B0604020202020204" pitchFamily="34" charset="0"/>
                <a:ea typeface="Times New Roman" panose="02020603050405020304" pitchFamily="16" charset="0"/>
              </a:rPr>
              <a:t>Робота з localStorage</a:t>
            </a:r>
            <a:endParaRPr lang="en-US" altLang="en-US" sz="2100" dirty="0" err="1">
              <a:solidFill>
                <a:srgbClr val="000000"/>
              </a:solidFill>
              <a:latin typeface="Arial" panose="020B0604020202020204" pitchFamily="34" charset="0"/>
              <a:ea typeface="Times New Roman" panose="02020603050405020304" pitchFamily="16" charset="0"/>
            </a:endParaRPr>
          </a:p>
          <a:p>
            <a:pPr marL="215900" indent="-215900" algn="l" defTabSz="457200">
              <a:buSzPct val="45000"/>
              <a:buFont typeface="Wingdings" panose="05000000000000000000" pitchFamily="2" charset="2"/>
              <a:buChar char=""/>
              <a:tabLst>
                <a:tab pos="215900" algn="l"/>
                <a:tab pos="673100" algn="l"/>
                <a:tab pos="1130300" algn="l"/>
                <a:tab pos="1587500" algn="l"/>
                <a:tab pos="2044700" algn="l"/>
                <a:tab pos="2501900" algn="l"/>
                <a:tab pos="2959100" algn="l"/>
                <a:tab pos="3416300" algn="l"/>
                <a:tab pos="3873500" algn="l"/>
                <a:tab pos="4330700" algn="l"/>
                <a:tab pos="4787900" algn="l"/>
                <a:tab pos="5245100" algn="l"/>
                <a:tab pos="5702300" algn="l"/>
                <a:tab pos="6159500" algn="l"/>
                <a:tab pos="6616700" algn="l"/>
                <a:tab pos="7073900" algn="l"/>
                <a:tab pos="7531100" algn="l"/>
                <a:tab pos="7988300" algn="l"/>
                <a:tab pos="8445500" algn="l"/>
                <a:tab pos="8902700" algn="l"/>
                <a:tab pos="9359900" algn="l"/>
              </a:tabLst>
            </a:pPr>
            <a:r>
              <a:rPr lang="en-US" altLang="en-US" sz="2100" dirty="0" err="1">
                <a:solidFill>
                  <a:srgbClr val="000000"/>
                </a:solidFill>
                <a:latin typeface="Arial" panose="020B0604020202020204" pitchFamily="34" charset="0"/>
                <a:ea typeface="Times New Roman" panose="02020603050405020304" pitchFamily="16" charset="0"/>
              </a:rPr>
              <a:t>Запити до MySQL через PHP API</a:t>
            </a:r>
            <a:endParaRPr lang="en-US" altLang="en-US" sz="2100" dirty="0" err="1">
              <a:solidFill>
                <a:srgbClr val="000000"/>
              </a:solidFill>
              <a:latin typeface="Arial" panose="020B0604020202020204" pitchFamily="34" charset="0"/>
              <a:ea typeface="Times New Roman" panose="02020603050405020304" pitchFamily="16" charset="0"/>
            </a:endParaRPr>
          </a:p>
          <a:p>
            <a:pPr marL="215900" indent="-215900" algn="l" defTabSz="457200">
              <a:buSzPct val="45000"/>
              <a:buFont typeface="Wingdings" panose="05000000000000000000" pitchFamily="2" charset="2"/>
              <a:buChar char=""/>
              <a:tabLst>
                <a:tab pos="215900" algn="l"/>
                <a:tab pos="673100" algn="l"/>
                <a:tab pos="1130300" algn="l"/>
                <a:tab pos="1587500" algn="l"/>
                <a:tab pos="2044700" algn="l"/>
                <a:tab pos="2501900" algn="l"/>
                <a:tab pos="2959100" algn="l"/>
                <a:tab pos="3416300" algn="l"/>
                <a:tab pos="3873500" algn="l"/>
                <a:tab pos="4330700" algn="l"/>
                <a:tab pos="4787900" algn="l"/>
                <a:tab pos="5245100" algn="l"/>
                <a:tab pos="5702300" algn="l"/>
                <a:tab pos="6159500" algn="l"/>
                <a:tab pos="6616700" algn="l"/>
                <a:tab pos="7073900" algn="l"/>
                <a:tab pos="7531100" algn="l"/>
                <a:tab pos="7988300" algn="l"/>
                <a:tab pos="8445500" algn="l"/>
                <a:tab pos="8902700" algn="l"/>
                <a:tab pos="9359900" algn="l"/>
              </a:tabLst>
            </a:pPr>
            <a:r>
              <a:rPr lang="en-US" altLang="en-US" sz="2100" dirty="0" err="1">
                <a:solidFill>
                  <a:srgbClr val="000000"/>
                </a:solidFill>
                <a:latin typeface="Arial" panose="020B0604020202020204" pitchFamily="34" charset="0"/>
                <a:ea typeface="Times New Roman" panose="02020603050405020304" pitchFamily="16" charset="0"/>
              </a:rPr>
              <a:t>Створення </a:t>
            </a:r>
            <a:r>
              <a:rPr lang="uk-UA" altLang="en-US" sz="2100" dirty="0" err="1">
                <a:solidFill>
                  <a:srgbClr val="000000"/>
                </a:solidFill>
                <a:latin typeface="Arial" panose="020B0604020202020204" pitchFamily="34" charset="0"/>
                <a:ea typeface="Times New Roman" panose="02020603050405020304" pitchFamily="16" charset="0"/>
              </a:rPr>
              <a:t>власного </a:t>
            </a:r>
            <a:r>
              <a:rPr lang="en-US" altLang="en-US" sz="2100" dirty="0" err="1">
                <a:solidFill>
                  <a:srgbClr val="000000"/>
                </a:solidFill>
                <a:latin typeface="Arial" panose="020B0604020202020204" pitchFamily="34" charset="0"/>
                <a:ea typeface="Times New Roman" panose="02020603050405020304" pitchFamily="16" charset="0"/>
              </a:rPr>
              <a:t>REST API, відправка POST-запитів із React, обробка відповідей</a:t>
            </a:r>
            <a:endParaRPr lang="en-US" altLang="en-US" sz="2100" dirty="0" err="1">
              <a:solidFill>
                <a:srgbClr val="000000"/>
              </a:solidFill>
              <a:latin typeface="Arial" panose="020B0604020202020204" pitchFamily="34" charset="0"/>
              <a:ea typeface="Times New Roman" panose="02020603050405020304" pitchFamily="16" charset="0"/>
            </a:endParaRPr>
          </a:p>
          <a:p>
            <a:pPr marL="215900" indent="-215900" algn="l" defTabSz="457200">
              <a:buSzPct val="45000"/>
              <a:buFont typeface="Wingdings" panose="05000000000000000000" pitchFamily="2" charset="2"/>
              <a:buChar char=""/>
              <a:tabLst>
                <a:tab pos="215900" algn="l"/>
                <a:tab pos="673100" algn="l"/>
                <a:tab pos="1130300" algn="l"/>
                <a:tab pos="1587500" algn="l"/>
                <a:tab pos="2044700" algn="l"/>
                <a:tab pos="2501900" algn="l"/>
                <a:tab pos="2959100" algn="l"/>
                <a:tab pos="3416300" algn="l"/>
                <a:tab pos="3873500" algn="l"/>
                <a:tab pos="4330700" algn="l"/>
                <a:tab pos="4787900" algn="l"/>
                <a:tab pos="5245100" algn="l"/>
                <a:tab pos="5702300" algn="l"/>
                <a:tab pos="6159500" algn="l"/>
                <a:tab pos="6616700" algn="l"/>
                <a:tab pos="7073900" algn="l"/>
                <a:tab pos="7531100" algn="l"/>
                <a:tab pos="7988300" algn="l"/>
                <a:tab pos="8445500" algn="l"/>
                <a:tab pos="8902700" algn="l"/>
                <a:tab pos="9359900" algn="l"/>
              </a:tabLst>
            </a:pPr>
            <a:r>
              <a:rPr lang="en-US" altLang="en-US" sz="2100" dirty="0" err="1">
                <a:solidFill>
                  <a:srgbClr val="000000"/>
                </a:solidFill>
                <a:latin typeface="Arial" panose="020B0604020202020204" pitchFamily="34" charset="0"/>
                <a:ea typeface="Times New Roman" panose="02020603050405020304" pitchFamily="16" charset="0"/>
              </a:rPr>
              <a:t>Нескінченне прокручування з лінивим завантаженням (IntersectionObserver)</a:t>
            </a:r>
            <a:endParaRPr lang="en-US" altLang="en-US" sz="2100" dirty="0" err="1">
              <a:solidFill>
                <a:srgbClr val="000000"/>
              </a:solidFill>
              <a:latin typeface="Arial" panose="020B0604020202020204" pitchFamily="34" charset="0"/>
              <a:ea typeface="Times New Roman" panose="02020603050405020304" pitchFamily="16" charset="0"/>
            </a:endParaRPr>
          </a:p>
        </p:txBody>
      </p:sp>
    </p:spTree>
  </p:cSld>
  <p:clrMapOvr>
    <a:masterClrMapping/>
  </p:clrMapOvr>
  <p:transition spd="med"/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52225" name="Text Box 52224"/>
          <p:cNvSpPr txBox="1"/>
          <p:nvPr/>
        </p:nvSpPr>
        <p:spPr>
          <a:xfrm>
            <a:off x="195263" y="228600"/>
            <a:ext cx="8015287" cy="914400"/>
          </a:xfrm>
          <a:prstGeom prst="rect">
            <a:avLst/>
          </a:prstGeom>
          <a:noFill/>
          <a:ln w="9525">
            <a:noFill/>
          </a:ln>
        </p:spPr>
        <p:txBody>
          <a:bodyPr wrap="square" lIns="91440" tIns="45720" rIns="91440" bIns="45720" anchor="ctr" anchorCtr="0"/>
          <a:p>
            <a:pPr defTabSz="457200">
              <a:buClrTx/>
              <a:buSzPct val="100000"/>
              <a:buFontTx/>
              <a:buNone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</a:pPr>
            <a:r>
              <a:rPr lang="uk-UA" altLang="ru-RU" sz="4200" dirty="0" err="1">
                <a:solidFill>
                  <a:srgbClr val="FFFFFF"/>
                </a:solidFill>
                <a:ea typeface="Microsoft YaHei" panose="020B0503020204020204" charset="-122"/>
              </a:rPr>
              <a:t>Створення проєкту </a:t>
            </a:r>
            <a:r>
              <a:rPr lang="uk-UA" altLang="en-US" sz="4200" dirty="0" err="1">
                <a:solidFill>
                  <a:srgbClr val="FFFFFF"/>
                </a:solidFill>
                <a:ea typeface="Microsoft YaHei" panose="020B0503020204020204" charset="-122"/>
              </a:rPr>
              <a:t>в </a:t>
            </a:r>
            <a:r>
              <a:rPr lang="en-US" altLang="en-US" sz="4200" dirty="0" err="1">
                <a:solidFill>
                  <a:srgbClr val="FFFFFF"/>
                </a:solidFill>
                <a:ea typeface="Microsoft YaHei" panose="020B0503020204020204" charset="-122"/>
              </a:rPr>
              <a:t>VS Code</a:t>
            </a:r>
            <a:endParaRPr lang="en-US" altLang="en-US" sz="4200" dirty="0" err="1">
              <a:solidFill>
                <a:srgbClr val="FFFFFF"/>
              </a:solidFill>
              <a:ea typeface="Microsoft YaHei" panose="020B0503020204020204" charset="-122"/>
            </a:endParaRPr>
          </a:p>
        </p:txBody>
      </p:sp>
      <p:sp>
        <p:nvSpPr>
          <p:cNvPr id="52226" name="Text Box 52225"/>
          <p:cNvSpPr txBox="1"/>
          <p:nvPr/>
        </p:nvSpPr>
        <p:spPr>
          <a:xfrm>
            <a:off x="481965" y="1430655"/>
            <a:ext cx="8033385" cy="4419600"/>
          </a:xfrm>
          <a:prstGeom prst="rect">
            <a:avLst/>
          </a:prstGeom>
          <a:noFill/>
          <a:ln w="9525">
            <a:noFill/>
          </a:ln>
        </p:spPr>
        <p:txBody>
          <a:bodyPr wrap="square" lIns="91440" tIns="45720" rIns="91440" bIns="45720" anchor="t" anchorCtr="0"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altLang="en-US" sz="2400" dirty="0" err="1">
                <a:solidFill>
                  <a:schemeClr val="tx1"/>
                </a:solidFill>
                <a:highlight>
                  <a:schemeClr val="lt1"/>
                </a:highlight>
                <a:ea typeface="Microsoft YaHei" panose="020B0503020204020204" charset="-122"/>
                <a:cs typeface="Arial" panose="020B0604020202020204" pitchFamily="34" charset="0"/>
                <a:sym typeface="+mn-ea"/>
              </a:rPr>
              <a:t>У терміналі VS Code:</a:t>
            </a:r>
            <a:endParaRPr lang="en-US" altLang="en-US" sz="2400" dirty="0" err="1">
              <a:solidFill>
                <a:schemeClr val="tx1"/>
              </a:solidFill>
              <a:highlight>
                <a:schemeClr val="lt1"/>
              </a:highlight>
              <a:ea typeface="Microsoft YaHei" panose="020B0503020204020204" charset="-122"/>
              <a:cs typeface="Arial" panose="020B0604020202020204" pitchFamily="34" charset="0"/>
              <a:sym typeface="+mn-ea"/>
            </a:endParaRPr>
          </a:p>
          <a:p>
            <a:pPr marL="342900" lvl="0" indent="-342900" algn="l" rtl="0"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Char char="•"/>
            </a:pPr>
            <a:r>
              <a:rPr lang="en-US" altLang="en-US" sz="2400" dirty="0" err="1">
                <a:solidFill>
                  <a:schemeClr val="tx1"/>
                </a:solidFill>
                <a:highlight>
                  <a:schemeClr val="lt1"/>
                </a:highlight>
                <a:ea typeface="Microsoft YaHei" panose="020B0503020204020204" charset="-122"/>
                <a:cs typeface="Arial" panose="020B0604020202020204" pitchFamily="34" charset="0"/>
                <a:sym typeface="+mn-ea"/>
              </a:rPr>
              <a:t>Виходимо командою </a:t>
            </a:r>
            <a:r>
              <a:rPr lang="en-US" altLang="en-US" sz="2400" b="1" dirty="0" err="1">
                <a:solidFill>
                  <a:schemeClr val="tx1"/>
                </a:solidFill>
                <a:highlight>
                  <a:schemeClr val="lt1"/>
                </a:highlight>
                <a:ea typeface="Microsoft YaHei" panose="020B0503020204020204" charset="-122"/>
                <a:cs typeface="Arial" panose="020B0604020202020204" pitchFamily="34" charset="0"/>
                <a:sym typeface="+mn-ea"/>
              </a:rPr>
              <a:t>cd </a:t>
            </a:r>
            <a:r>
              <a:rPr lang="en-US" altLang="en-US" sz="2400" dirty="0" err="1">
                <a:solidFill>
                  <a:schemeClr val="tx1"/>
                </a:solidFill>
                <a:highlight>
                  <a:schemeClr val="lt1"/>
                </a:highlight>
                <a:ea typeface="Microsoft YaHei" panose="020B0503020204020204" charset="-122"/>
                <a:cs typeface="Arial" panose="020B0604020202020204" pitchFamily="34" charset="0"/>
                <a:sym typeface="+mn-ea"/>
              </a:rPr>
              <a:t>на робочий стіл</a:t>
            </a:r>
            <a:endParaRPr lang="en-US" altLang="en-US" sz="2400" dirty="0" err="1">
              <a:solidFill>
                <a:schemeClr val="tx1"/>
              </a:solidFill>
              <a:highlight>
                <a:schemeClr val="lt1"/>
              </a:highlight>
              <a:ea typeface="Microsoft YaHei" panose="020B0503020204020204" charset="-122"/>
              <a:cs typeface="Arial" panose="020B0604020202020204" pitchFamily="34" charset="0"/>
              <a:sym typeface="+mn-ea"/>
            </a:endParaRPr>
          </a:p>
          <a:p>
            <a:pPr marL="342900" lvl="0" indent="-342900" algn="l" rtl="0"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Char char="•"/>
            </a:pPr>
            <a:r>
              <a:rPr lang="en-US" altLang="en-US" sz="2400" dirty="0" err="1">
                <a:solidFill>
                  <a:schemeClr val="tx1"/>
                </a:solidFill>
                <a:highlight>
                  <a:schemeClr val="lt1"/>
                </a:highlight>
                <a:ea typeface="Microsoft YaHei" panose="020B0503020204020204" charset="-122"/>
                <a:cs typeface="Arial" panose="020B0604020202020204" pitchFamily="34" charset="0"/>
                <a:sym typeface="+mn-ea"/>
              </a:rPr>
              <a:t>Створюємо проєкт командою </a:t>
            </a:r>
            <a:r>
              <a:rPr lang="en-US" altLang="en-US" sz="2400" b="1" dirty="0" err="1">
                <a:solidFill>
                  <a:schemeClr val="tx1"/>
                </a:solidFill>
                <a:highlight>
                  <a:schemeClr val="lt1"/>
                </a:highlight>
                <a:ea typeface="Microsoft YaHei" panose="020B0503020204020204" charset="-122"/>
                <a:cs typeface="Arial" panose="020B0604020202020204" pitchFamily="34" charset="0"/>
                <a:sym typeface="+mn-ea"/>
              </a:rPr>
              <a:t>npm create vite@latest</a:t>
            </a:r>
            <a:endParaRPr lang="en-US" altLang="en-US" sz="2400" b="1" dirty="0" err="1">
              <a:solidFill>
                <a:schemeClr val="tx1"/>
              </a:solidFill>
              <a:highlight>
                <a:schemeClr val="lt1"/>
              </a:highlight>
              <a:ea typeface="Microsoft YaHei" panose="020B0503020204020204" charset="-122"/>
              <a:cs typeface="Arial" panose="020B0604020202020204" pitchFamily="34" charset="0"/>
              <a:sym typeface="+mn-ea"/>
            </a:endParaRPr>
          </a:p>
          <a:p>
            <a:pPr marL="342900" lvl="0" indent="-342900" algn="l" rtl="0"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Char char="•"/>
            </a:pPr>
            <a:r>
              <a:rPr lang="en-US" altLang="en-US" sz="2400" dirty="0" err="1">
                <a:solidFill>
                  <a:schemeClr val="tx1"/>
                </a:solidFill>
                <a:highlight>
                  <a:schemeClr val="lt1"/>
                </a:highlight>
                <a:ea typeface="Microsoft YaHei" panose="020B0503020204020204" charset="-122"/>
                <a:cs typeface="Arial" panose="020B0604020202020204" pitchFamily="34" charset="0"/>
                <a:sym typeface="+mn-ea"/>
              </a:rPr>
              <a:t>Вводимо ім’я проєкту, наприклад </a:t>
            </a:r>
            <a:r>
              <a:rPr lang="en-US" altLang="en-US" sz="2400" b="1" dirty="0" err="1">
                <a:solidFill>
                  <a:schemeClr val="tx1"/>
                </a:solidFill>
                <a:highlight>
                  <a:schemeClr val="lt1"/>
                </a:highlight>
                <a:ea typeface="Microsoft YaHei" panose="020B0503020204020204" charset="-122"/>
                <a:cs typeface="Arial" panose="020B0604020202020204" pitchFamily="34" charset="0"/>
                <a:sym typeface="+mn-ea"/>
              </a:rPr>
              <a:t>hellovite</a:t>
            </a:r>
            <a:endParaRPr lang="en-US" altLang="en-US" sz="2400" dirty="0" err="1">
              <a:solidFill>
                <a:schemeClr val="tx1"/>
              </a:solidFill>
              <a:highlight>
                <a:schemeClr val="lt1"/>
              </a:highlight>
              <a:ea typeface="Microsoft YaHei" panose="020B0503020204020204" charset="-122"/>
              <a:cs typeface="Arial" panose="020B0604020202020204" pitchFamily="34" charset="0"/>
              <a:sym typeface="+mn-ea"/>
            </a:endParaRPr>
          </a:p>
          <a:p>
            <a:pPr marL="342900" lvl="0" indent="-342900" algn="l" rtl="0"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Char char="•"/>
            </a:pPr>
            <a:r>
              <a:rPr lang="en-US" altLang="en-US" sz="2400" dirty="0" err="1">
                <a:solidFill>
                  <a:schemeClr val="tx1"/>
                </a:solidFill>
                <a:highlight>
                  <a:schemeClr val="lt1"/>
                </a:highlight>
                <a:ea typeface="Microsoft YaHei" panose="020B0503020204020204" charset="-122"/>
                <a:cs typeface="Arial" panose="020B0604020202020204" pitchFamily="34" charset="0"/>
                <a:sym typeface="+mn-ea"/>
              </a:rPr>
              <a:t>Обираємо фреймворк React</a:t>
            </a:r>
            <a:endParaRPr lang="en-US" altLang="en-US" sz="2400" dirty="0" err="1">
              <a:solidFill>
                <a:schemeClr val="tx1"/>
              </a:solidFill>
              <a:highlight>
                <a:schemeClr val="lt1"/>
              </a:highlight>
              <a:ea typeface="Microsoft YaHei" panose="020B0503020204020204" charset="-122"/>
              <a:cs typeface="Arial" panose="020B0604020202020204" pitchFamily="34" charset="0"/>
              <a:sym typeface="+mn-ea"/>
            </a:endParaRPr>
          </a:p>
          <a:p>
            <a:pPr marL="342900" lvl="0" indent="-342900" algn="l" rtl="0"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Char char="•"/>
            </a:pPr>
            <a:r>
              <a:rPr lang="en-US" altLang="en-US" sz="2400" dirty="0" err="1">
                <a:solidFill>
                  <a:schemeClr val="tx1"/>
                </a:solidFill>
                <a:highlight>
                  <a:schemeClr val="lt1"/>
                </a:highlight>
                <a:ea typeface="Microsoft YaHei" panose="020B0503020204020204" charset="-122"/>
                <a:cs typeface="Arial" panose="020B0604020202020204" pitchFamily="34" charset="0"/>
                <a:sym typeface="+mn-ea"/>
              </a:rPr>
              <a:t>Обираємо мову </a:t>
            </a:r>
            <a:r>
              <a:rPr lang="en-US" altLang="en-US" sz="2400" b="1" dirty="0" err="1">
                <a:solidFill>
                  <a:schemeClr val="tx1"/>
                </a:solidFill>
                <a:highlight>
                  <a:schemeClr val="lt1"/>
                </a:highlight>
                <a:ea typeface="Microsoft YaHei" panose="020B0503020204020204" charset="-122"/>
                <a:cs typeface="Arial" panose="020B0604020202020204" pitchFamily="34" charset="0"/>
                <a:sym typeface="+mn-ea"/>
              </a:rPr>
              <a:t>JavaScript </a:t>
            </a:r>
            <a:r>
              <a:rPr lang="en-US" altLang="en-US" sz="2400" dirty="0" err="1">
                <a:solidFill>
                  <a:schemeClr val="tx1"/>
                </a:solidFill>
                <a:highlight>
                  <a:schemeClr val="lt1"/>
                </a:highlight>
                <a:ea typeface="Microsoft YaHei" panose="020B0503020204020204" charset="-122"/>
                <a:cs typeface="Arial" panose="020B0604020202020204" pitchFamily="34" charset="0"/>
                <a:sym typeface="+mn-ea"/>
              </a:rPr>
              <a:t>(або TypeScript)</a:t>
            </a:r>
            <a:endParaRPr lang="en-US" altLang="en-US" sz="2400" dirty="0" err="1">
              <a:solidFill>
                <a:schemeClr val="tx1"/>
              </a:solidFill>
              <a:highlight>
                <a:schemeClr val="lt1"/>
              </a:highlight>
              <a:ea typeface="Microsoft YaHei" panose="020B0503020204020204" charset="-122"/>
              <a:cs typeface="Arial" panose="020B0604020202020204" pitchFamily="34" charset="0"/>
              <a:sym typeface="+mn-ea"/>
            </a:endParaRPr>
          </a:p>
          <a:p>
            <a:pPr marL="342900" lvl="0" indent="-342900" algn="l" rtl="0"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Char char="•"/>
            </a:pPr>
            <a:r>
              <a:rPr lang="en-US" altLang="en-US" sz="2400" b="1" dirty="0" err="1">
                <a:solidFill>
                  <a:schemeClr val="tx1"/>
                </a:solidFill>
                <a:highlight>
                  <a:schemeClr val="lt1"/>
                </a:highlight>
                <a:ea typeface="Microsoft YaHei" panose="020B0503020204020204" charset="-122"/>
                <a:cs typeface="Arial" panose="020B0604020202020204" pitchFamily="34" charset="0"/>
                <a:sym typeface="+mn-ea"/>
              </a:rPr>
              <a:t>cd hellovite </a:t>
            </a:r>
            <a:r>
              <a:rPr lang="en-US" altLang="en-US" sz="2400" dirty="0" err="1">
                <a:solidFill>
                  <a:schemeClr val="tx1"/>
                </a:solidFill>
                <a:highlight>
                  <a:schemeClr val="lt1"/>
                </a:highlight>
                <a:ea typeface="Microsoft YaHei" panose="020B0503020204020204" charset="-122"/>
                <a:cs typeface="Arial" panose="020B0604020202020204" pitchFamily="34" charset="0"/>
                <a:sym typeface="+mn-ea"/>
              </a:rPr>
              <a:t>(переходимо в папку проєкту)</a:t>
            </a:r>
            <a:endParaRPr lang="en-US" altLang="en-US" sz="2400" dirty="0" err="1">
              <a:solidFill>
                <a:schemeClr val="tx1"/>
              </a:solidFill>
              <a:highlight>
                <a:schemeClr val="lt1"/>
              </a:highlight>
              <a:ea typeface="Microsoft YaHei" panose="020B0503020204020204" charset="-122"/>
              <a:cs typeface="Arial" panose="020B0604020202020204" pitchFamily="34" charset="0"/>
              <a:sym typeface="+mn-ea"/>
            </a:endParaRPr>
          </a:p>
          <a:p>
            <a:pPr marL="342900" lvl="0" indent="-342900" algn="l" rtl="0"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Char char="•"/>
            </a:pPr>
            <a:r>
              <a:rPr lang="en-US" altLang="en-US" sz="2400" b="1" dirty="0" err="1">
                <a:solidFill>
                  <a:schemeClr val="tx1"/>
                </a:solidFill>
                <a:highlight>
                  <a:schemeClr val="lt1"/>
                </a:highlight>
                <a:ea typeface="Microsoft YaHei" panose="020B0503020204020204" charset="-122"/>
                <a:cs typeface="Arial" panose="020B0604020202020204" pitchFamily="34" charset="0"/>
                <a:sym typeface="+mn-ea"/>
              </a:rPr>
              <a:t>npm install </a:t>
            </a:r>
            <a:r>
              <a:rPr lang="en-US" altLang="en-US" sz="2400" dirty="0" err="1">
                <a:solidFill>
                  <a:schemeClr val="tx1"/>
                </a:solidFill>
                <a:highlight>
                  <a:schemeClr val="lt1"/>
                </a:highlight>
                <a:ea typeface="Microsoft YaHei" panose="020B0503020204020204" charset="-122"/>
                <a:cs typeface="Arial" panose="020B0604020202020204" pitchFamily="34" charset="0"/>
                <a:sym typeface="+mn-ea"/>
              </a:rPr>
              <a:t>(встановлюємо залежності)</a:t>
            </a:r>
            <a:endParaRPr lang="en-US" altLang="en-US" sz="2400" dirty="0" err="1">
              <a:solidFill>
                <a:schemeClr val="tx1"/>
              </a:solidFill>
              <a:highlight>
                <a:schemeClr val="lt1"/>
              </a:highlight>
              <a:ea typeface="Microsoft YaHei" panose="020B0503020204020204" charset="-122"/>
              <a:cs typeface="Arial" panose="020B0604020202020204" pitchFamily="34" charset="0"/>
              <a:sym typeface="+mn-ea"/>
            </a:endParaRPr>
          </a:p>
          <a:p>
            <a:pPr marL="342900" lvl="0" indent="-342900" algn="l" rtl="0"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Char char="•"/>
            </a:pPr>
            <a:r>
              <a:rPr lang="en-US" altLang="en-US" sz="2400" b="1" dirty="0" err="1">
                <a:solidFill>
                  <a:schemeClr val="tx1"/>
                </a:solidFill>
                <a:highlight>
                  <a:schemeClr val="lt1"/>
                </a:highlight>
                <a:ea typeface="Microsoft YaHei" panose="020B0503020204020204" charset="-122"/>
                <a:cs typeface="Arial" panose="020B0604020202020204" pitchFamily="34" charset="0"/>
                <a:sym typeface="+mn-ea"/>
              </a:rPr>
              <a:t>npm run dev</a:t>
            </a:r>
            <a:r>
              <a:rPr lang="en-US" altLang="en-US" sz="2400" dirty="0" err="1">
                <a:solidFill>
                  <a:schemeClr val="tx1"/>
                </a:solidFill>
                <a:highlight>
                  <a:schemeClr val="lt1"/>
                </a:highlight>
                <a:ea typeface="Microsoft YaHei" panose="020B0503020204020204" charset="-122"/>
                <a:cs typeface="Arial" panose="020B0604020202020204" pitchFamily="34" charset="0"/>
                <a:sym typeface="+mn-ea"/>
              </a:rPr>
              <a:t> (запускаємо проєкт)</a:t>
            </a:r>
            <a:endParaRPr lang="en-US" altLang="en-US" sz="2400" dirty="0" err="1">
              <a:solidFill>
                <a:schemeClr val="tx1"/>
              </a:solidFill>
              <a:highlight>
                <a:schemeClr val="lt1"/>
              </a:highlight>
              <a:ea typeface="Microsoft YaHei" panose="020B0503020204020204" charset="-122"/>
              <a:cs typeface="Arial" panose="020B0604020202020204" pitchFamily="34" charset="0"/>
              <a:sym typeface="+mn-ea"/>
            </a:endParaRPr>
          </a:p>
          <a:p>
            <a:pPr marL="342900" lvl="0" indent="-342900" algn="l" rtl="0"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Char char="•"/>
            </a:pPr>
            <a:r>
              <a:rPr lang="en-US" altLang="en-US" sz="2400" dirty="0" err="1">
                <a:solidFill>
                  <a:schemeClr val="tx1"/>
                </a:solidFill>
                <a:highlight>
                  <a:schemeClr val="lt1"/>
                </a:highlight>
                <a:ea typeface="Microsoft YaHei" panose="020B0503020204020204" charset="-122"/>
                <a:cs typeface="Arial" panose="020B0604020202020204" pitchFamily="34" charset="0"/>
                <a:sym typeface="+mn-ea"/>
              </a:rPr>
              <a:t>або навіть </a:t>
            </a:r>
            <a:r>
              <a:rPr lang="en-US" altLang="en-US" sz="2400" b="1" dirty="0" err="1">
                <a:solidFill>
                  <a:schemeClr val="tx1"/>
                </a:solidFill>
                <a:highlight>
                  <a:schemeClr val="lt1"/>
                </a:highlight>
                <a:ea typeface="Microsoft YaHei" panose="020B0503020204020204" charset="-122"/>
                <a:cs typeface="Arial" panose="020B0604020202020204" pitchFamily="34" charset="0"/>
                <a:sym typeface="+mn-ea"/>
              </a:rPr>
              <a:t>npx vite --open</a:t>
            </a:r>
            <a:endParaRPr lang="en-US" altLang="en-US" sz="2400" b="1" dirty="0" err="1">
              <a:solidFill>
                <a:schemeClr val="tx1"/>
              </a:solidFill>
              <a:highlight>
                <a:schemeClr val="lt1"/>
              </a:highlight>
              <a:ea typeface="Microsoft YaHei" panose="020B0503020204020204" charset="-122"/>
              <a:cs typeface="Arial" panose="020B0604020202020204" pitchFamily="34" charset="0"/>
              <a:sym typeface="+mn-ea"/>
            </a:endParaRPr>
          </a:p>
        </p:txBody>
      </p:sp>
    </p:spTree>
  </p:cSld>
  <p:clrMapOvr>
    <a:masterClrMapping/>
  </p:clrMapOvr>
  <p:transition spd="med"/>
  <p:timing>
    <p:tnLst>
      <p:par>
        <p:cTn id="1" dur="indefinite" restart="never" nodeType="tmRoot"/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9218" name="Text Box 6144"/>
          <p:cNvSpPr txBox="1"/>
          <p:nvPr/>
        </p:nvSpPr>
        <p:spPr>
          <a:xfrm>
            <a:off x="195263" y="228600"/>
            <a:ext cx="8015287" cy="914400"/>
          </a:xfrm>
          <a:prstGeom prst="rect">
            <a:avLst/>
          </a:prstGeom>
          <a:noFill/>
          <a:ln w="9525">
            <a:noFill/>
          </a:ln>
        </p:spPr>
        <p:txBody>
          <a:bodyPr wrap="square" lIns="91440" tIns="45720" rIns="91440" bIns="45720" anchor="ctr" anchorCtr="0"/>
          <a:p>
            <a:pPr defTabSz="457200">
              <a:buClrTx/>
              <a:buFontTx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</a:pPr>
            <a:r>
              <a:rPr lang="uk-UA" altLang="uk-UA" sz="4200" dirty="0" err="1">
                <a:solidFill>
                  <a:srgbClr val="FFFFFF"/>
                </a:solidFill>
                <a:latin typeface="Arial" panose="020B0604020202020204" pitchFamily="34" charset="0"/>
              </a:rPr>
              <a:t>Створення проєкту в </a:t>
            </a:r>
            <a:r>
              <a:rPr lang="en-US" altLang="uk-UA" sz="4200" dirty="0" err="1">
                <a:solidFill>
                  <a:srgbClr val="FFFFFF"/>
                </a:solidFill>
                <a:latin typeface="Arial" panose="020B0604020202020204" pitchFamily="34" charset="0"/>
              </a:rPr>
              <a:t>WebStorm</a:t>
            </a:r>
            <a:endParaRPr lang="en-US" altLang="uk-UA" sz="4200" dirty="0" err="1">
              <a:solidFill>
                <a:srgbClr val="FFFFFF"/>
              </a:solidFill>
              <a:latin typeface="Arial" panose="020B0604020202020204" pitchFamily="34" charset="0"/>
            </a:endParaRPr>
          </a:p>
        </p:txBody>
      </p:sp>
      <p:sp>
        <p:nvSpPr>
          <p:cNvPr id="9219" name="Text Box 6145"/>
          <p:cNvSpPr txBox="1"/>
          <p:nvPr/>
        </p:nvSpPr>
        <p:spPr>
          <a:xfrm>
            <a:off x="468313" y="1457325"/>
            <a:ext cx="8064500" cy="4419600"/>
          </a:xfrm>
          <a:prstGeom prst="rect">
            <a:avLst/>
          </a:prstGeom>
          <a:noFill/>
          <a:ln w="9525">
            <a:noFill/>
          </a:ln>
        </p:spPr>
        <p:txBody>
          <a:bodyPr wrap="square" lIns="91440" tIns="45720" rIns="91440" bIns="45720" anchor="t" anchorCtr="0"/>
          <a:p>
            <a:pPr defTabSz="457200"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</a:pPr>
            <a:endParaRPr lang="en-US" altLang="en-US" sz="2100" b="1" dirty="0" err="1">
              <a:solidFill>
                <a:srgbClr val="000000"/>
              </a:solidFill>
              <a:latin typeface="Arial" panose="020B0604020202020204" pitchFamily="34" charset="0"/>
            </a:endParaRPr>
          </a:p>
        </p:txBody>
      </p:sp>
      <p:pic>
        <p:nvPicPr>
          <p:cNvPr id="2" name="Picture 1" descr="Снимок экрана 2025-05-09 173143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16840" y="1631950"/>
            <a:ext cx="8895080" cy="4690745"/>
          </a:xfrm>
          <a:prstGeom prst="rect">
            <a:avLst/>
          </a:prstGeom>
        </p:spPr>
      </p:pic>
    </p:spTree>
  </p:cSld>
  <p:clrMapOvr>
    <a:masterClrMapping/>
  </p:clrMapOvr>
  <p:transition spd="med"/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9218" name="Text Box 6144"/>
          <p:cNvSpPr txBox="1"/>
          <p:nvPr/>
        </p:nvSpPr>
        <p:spPr>
          <a:xfrm>
            <a:off x="195263" y="228600"/>
            <a:ext cx="8015287" cy="914400"/>
          </a:xfrm>
          <a:prstGeom prst="rect">
            <a:avLst/>
          </a:prstGeom>
          <a:noFill/>
          <a:ln w="9525">
            <a:noFill/>
          </a:ln>
        </p:spPr>
        <p:txBody>
          <a:bodyPr wrap="square" lIns="91440" tIns="45720" rIns="91440" bIns="45720" anchor="ctr" anchorCtr="0"/>
          <a:p>
            <a:pPr defTabSz="457200">
              <a:buClrTx/>
              <a:buFontTx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</a:pPr>
            <a:r>
              <a:rPr lang="uk-UA" altLang="uk-UA" sz="4200" dirty="0" err="1">
                <a:solidFill>
                  <a:srgbClr val="FFFFFF"/>
                </a:solidFill>
                <a:latin typeface="Arial" panose="020B0604020202020204" pitchFamily="34" charset="0"/>
              </a:rPr>
              <a:t>Це ж було вже (с)</a:t>
            </a:r>
            <a:endParaRPr lang="uk-UA" altLang="uk-UA" sz="4200" dirty="0" err="1">
              <a:solidFill>
                <a:srgbClr val="FFFFFF"/>
              </a:solidFill>
              <a:latin typeface="Arial" panose="020B0604020202020204" pitchFamily="34" charset="0"/>
            </a:endParaRPr>
          </a:p>
        </p:txBody>
      </p:sp>
      <p:sp>
        <p:nvSpPr>
          <p:cNvPr id="9219" name="Text Box 6145"/>
          <p:cNvSpPr txBox="1"/>
          <p:nvPr/>
        </p:nvSpPr>
        <p:spPr>
          <a:xfrm>
            <a:off x="468313" y="1412875"/>
            <a:ext cx="8064500" cy="4419600"/>
          </a:xfrm>
          <a:prstGeom prst="rect">
            <a:avLst/>
          </a:prstGeom>
          <a:noFill/>
          <a:ln w="9525">
            <a:noFill/>
          </a:ln>
        </p:spPr>
        <p:txBody>
          <a:bodyPr wrap="square" lIns="91440" tIns="45720" rIns="91440" bIns="45720" anchor="t" anchorCtr="0"/>
          <a:p>
            <a:pPr defTabSz="457200"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</a:pPr>
            <a:r>
              <a:rPr lang="en-US" altLang="en-US" sz="2000" dirty="0" err="1">
                <a:solidFill>
                  <a:srgbClr val="000000"/>
                </a:solidFill>
                <a:latin typeface="Arial" panose="020B0604020202020204" pitchFamily="34" charset="0"/>
              </a:rPr>
              <a:t>Взаємодія з сервером дозволяє веб-додаткам обмінюватися даними між клієнтом (браузером) і сервером. Це необхідно для: </a:t>
            </a:r>
            <a:endParaRPr lang="en-US" altLang="en-US" sz="2000" dirty="0" err="1">
              <a:solidFill>
                <a:srgbClr val="000000"/>
              </a:solidFill>
              <a:latin typeface="Arial" panose="020B0604020202020204" pitchFamily="34" charset="0"/>
            </a:endParaRPr>
          </a:p>
          <a:p>
            <a:pPr marL="342900" indent="-342900" defTabSz="457200">
              <a:buFont typeface="Arial" panose="020B0604020202020204" pitchFamily="34" charset="0"/>
              <a:buChar char="•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</a:pPr>
            <a:r>
              <a:rPr lang="en-US" altLang="en-US" sz="2000" b="1" dirty="0" err="1">
                <a:solidFill>
                  <a:srgbClr val="000000"/>
                </a:solidFill>
                <a:latin typeface="Arial" panose="020B0604020202020204" pitchFamily="34" charset="0"/>
              </a:rPr>
              <a:t>Отримання даних</a:t>
            </a:r>
            <a:r>
              <a:rPr lang="en-US" altLang="en-US" sz="2000" dirty="0" err="1">
                <a:solidFill>
                  <a:srgbClr val="000000"/>
                </a:solidFill>
                <a:latin typeface="Arial" panose="020B0604020202020204" pitchFamily="34" charset="0"/>
              </a:rPr>
              <a:t>: завантаження контенту (наприклад, пости в соціальних мережах, товари в інтернет-магазині)</a:t>
            </a:r>
            <a:endParaRPr lang="en-US" altLang="en-US" sz="2000" dirty="0" err="1">
              <a:solidFill>
                <a:srgbClr val="000000"/>
              </a:solidFill>
              <a:latin typeface="Arial" panose="020B0604020202020204" pitchFamily="34" charset="0"/>
            </a:endParaRPr>
          </a:p>
          <a:p>
            <a:pPr marL="342900" indent="-342900" defTabSz="457200">
              <a:buFont typeface="Arial" panose="020B0604020202020204" pitchFamily="34" charset="0"/>
              <a:buChar char="•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</a:pPr>
            <a:r>
              <a:rPr lang="en-US" altLang="en-US" sz="2000" b="1" dirty="0" err="1">
                <a:solidFill>
                  <a:srgbClr val="000000"/>
                </a:solidFill>
                <a:latin typeface="Arial" panose="020B0604020202020204" pitchFamily="34" charset="0"/>
              </a:rPr>
              <a:t>Відправлення даних</a:t>
            </a:r>
            <a:r>
              <a:rPr lang="en-US" altLang="en-US" sz="2000" dirty="0" err="1">
                <a:solidFill>
                  <a:srgbClr val="000000"/>
                </a:solidFill>
                <a:latin typeface="Arial" panose="020B0604020202020204" pitchFamily="34" charset="0"/>
              </a:rPr>
              <a:t>: реєстрація користувачів, відправлення форм, завантаження файлів</a:t>
            </a:r>
            <a:endParaRPr lang="en-US" altLang="en-US" sz="2000" dirty="0" err="1">
              <a:solidFill>
                <a:srgbClr val="000000"/>
              </a:solidFill>
              <a:latin typeface="Arial" panose="020B0604020202020204" pitchFamily="34" charset="0"/>
            </a:endParaRPr>
          </a:p>
          <a:p>
            <a:pPr marL="342900" indent="-342900" defTabSz="457200">
              <a:buFont typeface="Arial" panose="020B0604020202020204" pitchFamily="34" charset="0"/>
              <a:buChar char="•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</a:pPr>
            <a:r>
              <a:rPr lang="en-US" altLang="en-US" sz="2000" b="1" dirty="0" err="1">
                <a:solidFill>
                  <a:srgbClr val="000000"/>
                </a:solidFill>
                <a:latin typeface="Arial" panose="020B0604020202020204" pitchFamily="34" charset="0"/>
              </a:rPr>
              <a:t>Оновлення даних</a:t>
            </a:r>
            <a:r>
              <a:rPr lang="en-US" altLang="en-US" sz="2000" dirty="0" err="1">
                <a:solidFill>
                  <a:srgbClr val="000000"/>
                </a:solidFill>
                <a:latin typeface="Arial" panose="020B0604020202020204" pitchFamily="34" charset="0"/>
              </a:rPr>
              <a:t>: зміна інформації (наприклад, редагування профілю)</a:t>
            </a:r>
            <a:endParaRPr lang="en-US" altLang="en-US" sz="2000" dirty="0" err="1">
              <a:solidFill>
                <a:srgbClr val="000000"/>
              </a:solidFill>
              <a:latin typeface="Arial" panose="020B0604020202020204" pitchFamily="34" charset="0"/>
            </a:endParaRPr>
          </a:p>
          <a:p>
            <a:pPr marL="342900" indent="-342900" defTabSz="457200">
              <a:buFont typeface="Arial" panose="020B0604020202020204" pitchFamily="34" charset="0"/>
              <a:buChar char="•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</a:pPr>
            <a:r>
              <a:rPr lang="en-US" altLang="en-US" sz="2000" b="1" dirty="0" err="1">
                <a:solidFill>
                  <a:srgbClr val="000000"/>
                </a:solidFill>
                <a:latin typeface="Arial" panose="020B0604020202020204" pitchFamily="34" charset="0"/>
              </a:rPr>
              <a:t>Динамічного контенту</a:t>
            </a:r>
            <a:r>
              <a:rPr lang="en-US" altLang="en-US" sz="2000" dirty="0" err="1">
                <a:solidFill>
                  <a:srgbClr val="000000"/>
                </a:solidFill>
                <a:latin typeface="Arial" panose="020B0604020202020204" pitchFamily="34" charset="0"/>
              </a:rPr>
              <a:t>: створення інтерактивних додатків </a:t>
            </a:r>
            <a:r>
              <a:rPr lang="uk-UA" altLang="en-US" sz="2000" dirty="0" err="1">
                <a:solidFill>
                  <a:srgbClr val="000000"/>
                </a:solidFill>
                <a:latin typeface="Arial" panose="020B0604020202020204" pitchFamily="34" charset="0"/>
              </a:rPr>
              <a:t>   </a:t>
            </a:r>
            <a:r>
              <a:rPr lang="en-US" altLang="en-US" sz="2000" dirty="0" err="1">
                <a:solidFill>
                  <a:srgbClr val="000000"/>
                </a:solidFill>
                <a:latin typeface="Arial" panose="020B0604020202020204" pitchFamily="34" charset="0"/>
              </a:rPr>
              <a:t>без перезавантаження сторінки</a:t>
            </a:r>
            <a:endParaRPr lang="en-US" altLang="en-US" sz="2000" dirty="0" err="1">
              <a:solidFill>
                <a:srgbClr val="000000"/>
              </a:solidFill>
              <a:latin typeface="Arial" panose="020B0604020202020204" pitchFamily="34" charset="0"/>
            </a:endParaRPr>
          </a:p>
          <a:p>
            <a:pPr marL="342900" indent="-342900" defTabSz="457200">
              <a:buFont typeface="Arial" panose="020B0604020202020204" pitchFamily="34" charset="0"/>
              <a:buChar char="•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</a:pPr>
            <a:r>
              <a:rPr lang="en-US" altLang="en-US" sz="2000" b="1" dirty="0" err="1">
                <a:solidFill>
                  <a:srgbClr val="000000"/>
                </a:solidFill>
                <a:latin typeface="Arial" panose="020B0604020202020204" pitchFamily="34" charset="0"/>
              </a:rPr>
              <a:t>Синхронізації</a:t>
            </a:r>
            <a:r>
              <a:rPr lang="en-US" altLang="en-US" sz="2000" dirty="0" err="1">
                <a:solidFill>
                  <a:srgbClr val="000000"/>
                </a:solidFill>
                <a:latin typeface="Arial" panose="020B0604020202020204" pitchFamily="34" charset="0"/>
              </a:rPr>
              <a:t>: підтримання актуальності даних між клієнтом </a:t>
            </a:r>
            <a:r>
              <a:rPr lang="uk-UA" altLang="en-US" sz="2000" dirty="0" err="1">
                <a:solidFill>
                  <a:srgbClr val="000000"/>
                </a:solidFill>
                <a:latin typeface="Arial" panose="020B0604020202020204" pitchFamily="34" charset="0"/>
              </a:rPr>
              <a:t>   </a:t>
            </a:r>
            <a:r>
              <a:rPr lang="en-US" altLang="en-US" sz="2000" dirty="0" err="1">
                <a:solidFill>
                  <a:srgbClr val="000000"/>
                </a:solidFill>
                <a:latin typeface="Arial" panose="020B0604020202020204" pitchFamily="34" charset="0"/>
              </a:rPr>
              <a:t>і сервером</a:t>
            </a:r>
            <a:endParaRPr lang="en-US" altLang="en-US" sz="2000" dirty="0" err="1">
              <a:solidFill>
                <a:srgbClr val="000000"/>
              </a:solidFill>
              <a:latin typeface="Arial" panose="020B0604020202020204" pitchFamily="34" charset="0"/>
            </a:endParaRPr>
          </a:p>
          <a:p>
            <a:pPr defTabSz="457200"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</a:pPr>
            <a:r>
              <a:rPr lang="en-US" altLang="en-US" sz="2000" dirty="0" err="1">
                <a:solidFill>
                  <a:srgbClr val="000000"/>
                </a:solidFill>
                <a:latin typeface="Arial" panose="020B0604020202020204" pitchFamily="34" charset="0"/>
              </a:rPr>
              <a:t>Без взаємодії з сервером веб-додатки були б статичними і </a:t>
            </a:r>
            <a:r>
              <a:rPr lang="uk-UA" altLang="en-US" sz="2000" dirty="0" err="1">
                <a:solidFill>
                  <a:srgbClr val="000000"/>
                </a:solidFill>
                <a:latin typeface="Arial" panose="020B0604020202020204" pitchFamily="34" charset="0"/>
              </a:rPr>
              <a:t>суттєво </a:t>
            </a:r>
            <a:r>
              <a:rPr lang="en-US" altLang="en-US" sz="2000" dirty="0" err="1">
                <a:solidFill>
                  <a:srgbClr val="000000"/>
                </a:solidFill>
                <a:latin typeface="Arial" panose="020B0604020202020204" pitchFamily="34" charset="0"/>
              </a:rPr>
              <a:t>обмеженими у функціональності.</a:t>
            </a:r>
            <a:endParaRPr lang="en-US" altLang="en-US" sz="2000" dirty="0" err="1">
              <a:solidFill>
                <a:srgbClr val="000000"/>
              </a:solidFill>
              <a:latin typeface="Arial" panose="020B0604020202020204" pitchFamily="34" charset="0"/>
            </a:endParaRPr>
          </a:p>
        </p:txBody>
      </p:sp>
    </p:spTree>
  </p:cSld>
  <p:clrMapOvr>
    <a:masterClrMapping/>
  </p:clrMapOvr>
  <p:transition spd="med"/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97282" name="Text Box 36864"/>
          <p:cNvSpPr txBox="1"/>
          <p:nvPr/>
        </p:nvSpPr>
        <p:spPr>
          <a:xfrm>
            <a:off x="195263" y="228600"/>
            <a:ext cx="8015287" cy="914400"/>
          </a:xfrm>
          <a:prstGeom prst="rect">
            <a:avLst/>
          </a:prstGeom>
          <a:noFill/>
          <a:ln w="9525">
            <a:noFill/>
          </a:ln>
        </p:spPr>
        <p:txBody>
          <a:bodyPr wrap="square" lIns="91440" tIns="45720" rIns="91440" bIns="45720" anchor="ctr" anchorCtr="0"/>
          <a:p>
            <a:pPr defTabSz="457200">
              <a:buClrTx/>
              <a:buFontTx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</a:pPr>
            <a:r>
              <a:rPr lang="uk-UA" sz="4200" dirty="0" err="1">
                <a:solidFill>
                  <a:srgbClr val="FFFFFF"/>
                </a:solidFill>
                <a:latin typeface="Arial" panose="020B0604020202020204" pitchFamily="34" charset="0"/>
              </a:rPr>
              <a:t>Запити</a:t>
            </a:r>
            <a:endParaRPr lang="uk-UA" sz="4200" dirty="0" err="1">
              <a:solidFill>
                <a:srgbClr val="FFFFFF"/>
              </a:solidFill>
              <a:latin typeface="Arial" panose="020B0604020202020204" pitchFamily="34" charset="0"/>
            </a:endParaRPr>
          </a:p>
        </p:txBody>
      </p:sp>
      <p:sp>
        <p:nvSpPr>
          <p:cNvPr id="97283" name="Text Box 36865"/>
          <p:cNvSpPr txBox="1"/>
          <p:nvPr/>
        </p:nvSpPr>
        <p:spPr>
          <a:xfrm>
            <a:off x="534988" y="1412875"/>
            <a:ext cx="7924800" cy="4419600"/>
          </a:xfrm>
          <a:prstGeom prst="rect">
            <a:avLst/>
          </a:prstGeom>
          <a:noFill/>
          <a:ln w="9525">
            <a:noFill/>
          </a:ln>
        </p:spPr>
        <p:txBody>
          <a:bodyPr wrap="square" lIns="91440" tIns="45720" rIns="91440" bIns="45720" anchor="t" anchorCtr="0"/>
          <a:p>
            <a:pPr defTabSz="457200">
              <a:spcBef>
                <a:spcPts val="625"/>
              </a:spcBef>
              <a:buClr>
                <a:srgbClr val="996666"/>
              </a:buClr>
              <a:buSzPct val="80000"/>
              <a:buFont typeface="Wingdings" panose="05000000000000000000" pitchFamily="2" charset="2"/>
              <a:tabLst>
                <a:tab pos="339725" algn="l"/>
                <a:tab pos="796925" algn="l"/>
                <a:tab pos="1254125" algn="l"/>
                <a:tab pos="1711325" algn="l"/>
                <a:tab pos="2168525" algn="l"/>
                <a:tab pos="2625725" algn="l"/>
                <a:tab pos="3082925" algn="l"/>
                <a:tab pos="3540125" algn="l"/>
                <a:tab pos="3997325" algn="l"/>
                <a:tab pos="4454525" algn="l"/>
                <a:tab pos="4911725" algn="l"/>
                <a:tab pos="5368925" algn="l"/>
                <a:tab pos="5826125" algn="l"/>
                <a:tab pos="6283325" algn="l"/>
                <a:tab pos="6740525" algn="l"/>
                <a:tab pos="7197725" algn="l"/>
                <a:tab pos="7654925" algn="l"/>
                <a:tab pos="8112125" algn="l"/>
                <a:tab pos="8569325" algn="l"/>
                <a:tab pos="9026525" algn="l"/>
                <a:tab pos="9483725" algn="l"/>
              </a:tabLst>
            </a:pPr>
            <a:r>
              <a:rPr lang="en-US" altLang="en-US" sz="2200" b="1" dirty="0" err="1">
                <a:solidFill>
                  <a:srgbClr val="000000"/>
                </a:solidFill>
                <a:latin typeface="Arial" panose="020B0604020202020204" pitchFamily="34" charset="0"/>
              </a:rPr>
              <a:t>Запити </a:t>
            </a:r>
            <a:r>
              <a:rPr lang="en-US" altLang="en-US" sz="2200" dirty="0" err="1">
                <a:solidFill>
                  <a:srgbClr val="000000"/>
                </a:solidFill>
                <a:latin typeface="Arial" panose="020B0604020202020204" pitchFamily="34" charset="0"/>
              </a:rPr>
              <a:t>— це повідомлення, що надсилаються клієнтом</a:t>
            </a:r>
            <a:r>
              <a:rPr lang="uk-UA" altLang="en-US" sz="2200" dirty="0" err="1">
                <a:solidFill>
                  <a:srgbClr val="000000"/>
                </a:solidFill>
                <a:latin typeface="Arial" panose="020B0604020202020204" pitchFamily="34" charset="0"/>
              </a:rPr>
              <a:t> (браузером)</a:t>
            </a:r>
            <a:r>
              <a:rPr lang="en-US" altLang="en-US" sz="2200" dirty="0" err="1">
                <a:solidFill>
                  <a:srgbClr val="000000"/>
                </a:solidFill>
                <a:latin typeface="Arial" panose="020B0604020202020204" pitchFamily="34" charset="0"/>
              </a:rPr>
              <a:t> серверу, щоб отримати або надіслати дані. Вони поділяються на два типи: </a:t>
            </a:r>
            <a:endParaRPr lang="en-US" altLang="en-US" sz="2200" dirty="0" err="1">
              <a:solidFill>
                <a:srgbClr val="000000"/>
              </a:solidFill>
              <a:latin typeface="Arial" panose="020B0604020202020204" pitchFamily="34" charset="0"/>
            </a:endParaRPr>
          </a:p>
          <a:p>
            <a:pPr marL="342900" indent="-342900" defTabSz="457200">
              <a:spcBef>
                <a:spcPts val="625"/>
              </a:spcBef>
              <a:buClr>
                <a:srgbClr val="996666"/>
              </a:buClr>
              <a:buSzPct val="80000"/>
              <a:buFont typeface="Arial" panose="020B0604020202020204" pitchFamily="34" charset="0"/>
              <a:buChar char="•"/>
              <a:tabLst>
                <a:tab pos="339725" algn="l"/>
                <a:tab pos="796925" algn="l"/>
                <a:tab pos="1254125" algn="l"/>
                <a:tab pos="1711325" algn="l"/>
                <a:tab pos="2168525" algn="l"/>
                <a:tab pos="2625725" algn="l"/>
                <a:tab pos="3082925" algn="l"/>
                <a:tab pos="3540125" algn="l"/>
                <a:tab pos="3997325" algn="l"/>
                <a:tab pos="4454525" algn="l"/>
                <a:tab pos="4911725" algn="l"/>
                <a:tab pos="5368925" algn="l"/>
                <a:tab pos="5826125" algn="l"/>
                <a:tab pos="6283325" algn="l"/>
                <a:tab pos="6740525" algn="l"/>
                <a:tab pos="7197725" algn="l"/>
                <a:tab pos="7654925" algn="l"/>
                <a:tab pos="8112125" algn="l"/>
                <a:tab pos="8569325" algn="l"/>
                <a:tab pos="9026525" algn="l"/>
                <a:tab pos="9483725" algn="l"/>
              </a:tabLst>
            </a:pPr>
            <a:r>
              <a:rPr lang="en-US" altLang="en-US" sz="2200" b="1" dirty="0" err="1">
                <a:solidFill>
                  <a:srgbClr val="000000"/>
                </a:solidFill>
                <a:latin typeface="Arial" panose="020B0604020202020204" pitchFamily="34" charset="0"/>
              </a:rPr>
              <a:t>Синхронні запити </a:t>
            </a:r>
            <a:r>
              <a:rPr lang="en-US" altLang="en-US" sz="2200" dirty="0" err="1">
                <a:solidFill>
                  <a:srgbClr val="000000"/>
                </a:solidFill>
                <a:latin typeface="Arial" panose="020B0604020202020204" pitchFamily="34" charset="0"/>
              </a:rPr>
              <a:t>— виконуються послідовно, блокуючи виконання інших операцій у браузері, доки запит не завершиться. </a:t>
            </a:r>
            <a:r>
              <a:rPr lang="uk-UA" altLang="en-US" sz="2200" dirty="0" err="1">
                <a:solidFill>
                  <a:srgbClr val="000000"/>
                </a:solidFill>
                <a:latin typeface="Arial" panose="020B0604020202020204" pitchFamily="34" charset="0"/>
              </a:rPr>
              <a:t>У веб-розробці вже                          не використовуються</a:t>
            </a:r>
            <a:r>
              <a:rPr lang="en-US" altLang="en-US" sz="2200" dirty="0" err="1">
                <a:solidFill>
                  <a:srgbClr val="000000"/>
                </a:solidFill>
                <a:latin typeface="Arial" panose="020B0604020202020204" pitchFamily="34" charset="0"/>
              </a:rPr>
              <a:t>, оскільки уповільнюють роботу</a:t>
            </a:r>
            <a:endParaRPr lang="en-US" altLang="en-US" sz="2200" dirty="0" err="1">
              <a:solidFill>
                <a:srgbClr val="000000"/>
              </a:solidFill>
              <a:latin typeface="Arial" panose="020B0604020202020204" pitchFamily="34" charset="0"/>
            </a:endParaRPr>
          </a:p>
          <a:p>
            <a:pPr marL="342900" indent="-342900" defTabSz="457200">
              <a:spcBef>
                <a:spcPts val="625"/>
              </a:spcBef>
              <a:buClr>
                <a:srgbClr val="996666"/>
              </a:buClr>
              <a:buSzPct val="80000"/>
              <a:buFont typeface="Arial" panose="020B0604020202020204" pitchFamily="34" charset="0"/>
              <a:buChar char="•"/>
              <a:tabLst>
                <a:tab pos="339725" algn="l"/>
                <a:tab pos="796925" algn="l"/>
                <a:tab pos="1254125" algn="l"/>
                <a:tab pos="1711325" algn="l"/>
                <a:tab pos="2168525" algn="l"/>
                <a:tab pos="2625725" algn="l"/>
                <a:tab pos="3082925" algn="l"/>
                <a:tab pos="3540125" algn="l"/>
                <a:tab pos="3997325" algn="l"/>
                <a:tab pos="4454525" algn="l"/>
                <a:tab pos="4911725" algn="l"/>
                <a:tab pos="5368925" algn="l"/>
                <a:tab pos="5826125" algn="l"/>
                <a:tab pos="6283325" algn="l"/>
                <a:tab pos="6740525" algn="l"/>
                <a:tab pos="7197725" algn="l"/>
                <a:tab pos="7654925" algn="l"/>
                <a:tab pos="8112125" algn="l"/>
                <a:tab pos="8569325" algn="l"/>
                <a:tab pos="9026525" algn="l"/>
                <a:tab pos="9483725" algn="l"/>
              </a:tabLst>
            </a:pPr>
            <a:r>
              <a:rPr lang="en-US" altLang="en-US" sz="2200" b="1" dirty="0" err="1">
                <a:solidFill>
                  <a:srgbClr val="000000"/>
                </a:solidFill>
                <a:latin typeface="Arial" panose="020B0604020202020204" pitchFamily="34" charset="0"/>
              </a:rPr>
              <a:t>Асинхронні запити </a:t>
            </a:r>
            <a:r>
              <a:rPr lang="en-US" altLang="en-US" sz="2200" dirty="0" err="1">
                <a:solidFill>
                  <a:srgbClr val="000000"/>
                </a:solidFill>
                <a:latin typeface="Arial" panose="020B0604020202020204" pitchFamily="34" charset="0"/>
              </a:rPr>
              <a:t>— виконуються у фоновому режимі, не блокуючи інтерфейс. Дозволяють продовжувати взаємодію з </a:t>
            </a:r>
            <a:r>
              <a:rPr lang="uk-UA" altLang="en-US" sz="2200" dirty="0" err="1">
                <a:solidFill>
                  <a:srgbClr val="000000"/>
                </a:solidFill>
                <a:latin typeface="Arial" panose="020B0604020202020204" pitchFamily="34" charset="0"/>
              </a:rPr>
              <a:t>сайтом</a:t>
            </a:r>
            <a:r>
              <a:rPr lang="en-US" altLang="en-US" sz="2200" dirty="0" err="1">
                <a:solidFill>
                  <a:srgbClr val="000000"/>
                </a:solidFill>
                <a:latin typeface="Arial" panose="020B0604020202020204" pitchFamily="34" charset="0"/>
              </a:rPr>
              <a:t>, поки запит обробляється. Використовуються в сучасних веб-програмах (наприклад, з fetch або XMLHttpRequest в асинхронному режимі)</a:t>
            </a:r>
            <a:endParaRPr lang="en-US" altLang="en-US" sz="2200" dirty="0" err="1">
              <a:solidFill>
                <a:srgbClr val="000000"/>
              </a:solidFill>
              <a:latin typeface="Arial" panose="020B0604020202020204" pitchFamily="34" charset="0"/>
            </a:endParaRPr>
          </a:p>
        </p:txBody>
      </p:sp>
    </p:spTree>
  </p:cSld>
  <p:clrMapOvr>
    <a:masterClrMapping/>
  </p:clrMapOvr>
  <p:transition spd="med"/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1266" name="Text Box 7168"/>
          <p:cNvSpPr txBox="1"/>
          <p:nvPr/>
        </p:nvSpPr>
        <p:spPr>
          <a:xfrm>
            <a:off x="195263" y="228600"/>
            <a:ext cx="8015287" cy="914400"/>
          </a:xfrm>
          <a:prstGeom prst="rect">
            <a:avLst/>
          </a:prstGeom>
          <a:noFill/>
          <a:ln w="9525">
            <a:noFill/>
          </a:ln>
        </p:spPr>
        <p:txBody>
          <a:bodyPr wrap="square" lIns="91440" tIns="45720" rIns="91440" bIns="45720" anchor="ctr" anchorCtr="0"/>
          <a:p>
            <a:pPr defTabSz="457200">
              <a:buClrTx/>
              <a:buFontTx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</a:pPr>
            <a:r>
              <a:rPr lang="ru-RU" altLang="x-none" sz="4200" dirty="0" err="1">
                <a:solidFill>
                  <a:srgbClr val="FFFFFF"/>
                </a:solidFill>
                <a:latin typeface="Arial" panose="020B0604020202020204" pitchFamily="34" charset="0"/>
              </a:rPr>
              <a:t>Протокол HTTP</a:t>
            </a:r>
            <a:endParaRPr lang="ru-RU" altLang="x-none" sz="4200" dirty="0" err="1">
              <a:solidFill>
                <a:srgbClr val="FFFFFF"/>
              </a:solidFill>
              <a:latin typeface="Arial" panose="020B0604020202020204" pitchFamily="34" charset="0"/>
            </a:endParaRPr>
          </a:p>
        </p:txBody>
      </p:sp>
      <p:sp>
        <p:nvSpPr>
          <p:cNvPr id="11267" name="Text Box 7169"/>
          <p:cNvSpPr txBox="1"/>
          <p:nvPr/>
        </p:nvSpPr>
        <p:spPr>
          <a:xfrm>
            <a:off x="468313" y="1412875"/>
            <a:ext cx="8135937" cy="4419600"/>
          </a:xfrm>
          <a:prstGeom prst="rect">
            <a:avLst/>
          </a:prstGeom>
          <a:noFill/>
          <a:ln w="9525">
            <a:noFill/>
          </a:ln>
        </p:spPr>
        <p:txBody>
          <a:bodyPr wrap="square" lIns="91440" tIns="45720" rIns="91440" bIns="45720" anchor="t" anchorCtr="0"/>
          <a:p>
            <a:pPr defTabSz="457200">
              <a:spcBef>
                <a:spcPts val="450"/>
              </a:spcBef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  <a:tab pos="9601200" algn="l"/>
                <a:tab pos="10058400" algn="l"/>
                <a:tab pos="10515600" algn="l"/>
              </a:tabLst>
            </a:pPr>
            <a:r>
              <a:rPr lang="en-US" altLang="en-US" sz="2000" dirty="0" err="1">
                <a:solidFill>
                  <a:srgbClr val="000000"/>
                </a:solidFill>
                <a:latin typeface="Arial" panose="020B0604020202020204" pitchFamily="34" charset="0"/>
              </a:rPr>
              <a:t>	</a:t>
            </a:r>
            <a:r>
              <a:rPr lang="en-US" altLang="en-US" sz="2000" b="1" dirty="0" err="1">
                <a:solidFill>
                  <a:srgbClr val="000000"/>
                </a:solidFill>
                <a:latin typeface="Arial" panose="020B0604020202020204" pitchFamily="34" charset="0"/>
              </a:rPr>
              <a:t>НТТР </a:t>
            </a:r>
            <a:r>
              <a:rPr lang="en-US" altLang="en-US" sz="2000" dirty="0" err="1">
                <a:solidFill>
                  <a:srgbClr val="000000"/>
                </a:solidFill>
                <a:latin typeface="Arial" panose="020B0604020202020204" pitchFamily="34" charset="0"/>
              </a:rPr>
              <a:t>— протокол прикладного рівня </a:t>
            </a:r>
            <a:r>
              <a:rPr lang="uk-UA" altLang="en-US" sz="2000" dirty="0" err="1">
                <a:solidFill>
                  <a:srgbClr val="000000"/>
                </a:solidFill>
                <a:latin typeface="Arial" panose="020B0604020202020204" pitchFamily="34" charset="0"/>
              </a:rPr>
              <a:t>над </a:t>
            </a:r>
            <a:r>
              <a:rPr lang="en-US" altLang="en-US" sz="2000" dirty="0" err="1">
                <a:solidFill>
                  <a:srgbClr val="000000"/>
                </a:solidFill>
                <a:latin typeface="Arial" panose="020B0604020202020204" pitchFamily="34" charset="0"/>
              </a:rPr>
              <a:t>ТСР/IР, </a:t>
            </a:r>
            <a:r>
              <a:rPr lang="uk-UA" altLang="en-US" sz="2000" dirty="0" err="1">
                <a:solidFill>
                  <a:srgbClr val="000000"/>
                </a:solidFill>
                <a:latin typeface="Arial" panose="020B0604020202020204" pitchFamily="34" charset="0"/>
              </a:rPr>
              <a:t>                          </a:t>
            </a:r>
            <a:r>
              <a:rPr lang="en-US" altLang="en-US" sz="2000" dirty="0" err="1">
                <a:solidFill>
                  <a:srgbClr val="000000"/>
                </a:solidFill>
                <a:latin typeface="Arial" panose="020B0604020202020204" pitchFamily="34" charset="0"/>
              </a:rPr>
              <a:t>що використовується для передачі гіпертексту в WWW і локальних мережах. Крім передачі вмісту веб-сторінок, протокол використовується додатками для обміну інформацією. В основі протоколу лежать запити, заголовки і коди результатів.</a:t>
            </a:r>
            <a:r>
              <a:rPr lang="uk-UA" altLang="en-US" sz="2000" dirty="0" err="1">
                <a:solidFill>
                  <a:srgbClr val="000000"/>
                </a:solidFill>
                <a:latin typeface="Arial" panose="020B0604020202020204" pitchFamily="34" charset="0"/>
              </a:rPr>
              <a:t> </a:t>
            </a:r>
            <a:r>
              <a:rPr lang="en-US" altLang="en-US" sz="2000" dirty="0" err="1">
                <a:solidFill>
                  <a:srgbClr val="000000"/>
                </a:solidFill>
                <a:latin typeface="Arial" panose="020B0604020202020204" pitchFamily="34" charset="0"/>
              </a:rPr>
              <a:t>У протоколі завжди виражені 2 сторони — сервер і клієнт.</a:t>
            </a:r>
            <a:endParaRPr lang="en-US" altLang="en-US" sz="2000" dirty="0" err="1">
              <a:solidFill>
                <a:srgbClr val="000000"/>
              </a:solidFill>
              <a:latin typeface="Arial" panose="020B0604020202020204" pitchFamily="34" charset="0"/>
            </a:endParaRPr>
          </a:p>
          <a:p>
            <a:pPr defTabSz="457200">
              <a:spcBef>
                <a:spcPts val="450"/>
              </a:spcBef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  <a:tab pos="9601200" algn="l"/>
                <a:tab pos="10058400" algn="l"/>
                <a:tab pos="10515600" algn="l"/>
              </a:tabLst>
            </a:pPr>
            <a:endParaRPr lang="en-US" altLang="en-US" sz="2000" dirty="0" err="1">
              <a:solidFill>
                <a:srgbClr val="000000"/>
              </a:solidFill>
              <a:latin typeface="Arial" panose="020B0604020202020204" pitchFamily="34" charset="0"/>
            </a:endParaRPr>
          </a:p>
          <a:p>
            <a:pPr defTabSz="457200">
              <a:spcBef>
                <a:spcPts val="450"/>
              </a:spcBef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  <a:tab pos="9601200" algn="l"/>
                <a:tab pos="10058400" algn="l"/>
                <a:tab pos="10515600" algn="l"/>
              </a:tabLst>
            </a:pPr>
            <a:r>
              <a:rPr lang="en-US" altLang="en-US" sz="2000" dirty="0" err="1">
                <a:solidFill>
                  <a:srgbClr val="000000"/>
                </a:solidFill>
                <a:latin typeface="Arial" panose="020B0604020202020204" pitchFamily="34" charset="0"/>
              </a:rPr>
              <a:t>Клієнт передає запит у вигляді: — початковий рядок, заголовок (або заголовки), тіло повідомлення.</a:t>
            </a:r>
            <a:endParaRPr lang="en-US" altLang="en-US" sz="2000" dirty="0" err="1">
              <a:solidFill>
                <a:srgbClr val="000000"/>
              </a:solidFill>
              <a:latin typeface="Arial" panose="020B0604020202020204" pitchFamily="34" charset="0"/>
            </a:endParaRPr>
          </a:p>
          <a:p>
            <a:pPr defTabSz="457200">
              <a:spcBef>
                <a:spcPts val="450"/>
              </a:spcBef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  <a:tab pos="9601200" algn="l"/>
                <a:tab pos="10058400" algn="l"/>
                <a:tab pos="10515600" algn="l"/>
              </a:tabLst>
            </a:pPr>
            <a:endParaRPr lang="en-US" altLang="en-US" sz="2000" dirty="0" err="1">
              <a:solidFill>
                <a:srgbClr val="000000"/>
              </a:solidFill>
              <a:latin typeface="Arial" panose="020B0604020202020204" pitchFamily="34" charset="0"/>
            </a:endParaRPr>
          </a:p>
          <a:p>
            <a:pPr defTabSz="457200">
              <a:spcBef>
                <a:spcPts val="450"/>
              </a:spcBef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  <a:tab pos="9601200" algn="l"/>
                <a:tab pos="10058400" algn="l"/>
                <a:tab pos="10515600" algn="l"/>
              </a:tabLst>
            </a:pPr>
            <a:r>
              <a:rPr lang="en-US" altLang="en-US" sz="2000" dirty="0" err="1">
                <a:solidFill>
                  <a:srgbClr val="000000"/>
                </a:solidFill>
                <a:latin typeface="Arial" panose="020B0604020202020204" pitchFamily="34" charset="0"/>
              </a:rPr>
              <a:t>Сервер повертає </a:t>
            </a:r>
            <a:r>
              <a:rPr lang="uk-UA" altLang="en-US" sz="2000" dirty="0" err="1">
                <a:solidFill>
                  <a:srgbClr val="000000"/>
                </a:solidFill>
                <a:latin typeface="Arial" panose="020B0604020202020204" pitchFamily="34" charset="0"/>
              </a:rPr>
              <a:t>відповідь </a:t>
            </a:r>
            <a:r>
              <a:rPr lang="en-US" altLang="en-US" sz="2000" dirty="0" err="1">
                <a:solidFill>
                  <a:srgbClr val="000000"/>
                </a:solidFill>
                <a:latin typeface="Arial" panose="020B0604020202020204" pitchFamily="34" charset="0"/>
              </a:rPr>
              <a:t>у вигляді: — початковий рядок з кодом результату (</a:t>
            </a:r>
            <a:r>
              <a:rPr lang="uk-UA" altLang="en-US" sz="2000" dirty="0" err="1">
                <a:solidFill>
                  <a:srgbClr val="000000"/>
                </a:solidFill>
                <a:latin typeface="Arial" panose="020B0604020202020204" pitchFamily="34" charset="0"/>
              </a:rPr>
              <a:t>в т.ч. </a:t>
            </a:r>
            <a:r>
              <a:rPr lang="en-US" altLang="en-US" sz="2000" dirty="0" err="1">
                <a:solidFill>
                  <a:srgbClr val="000000"/>
                </a:solidFill>
                <a:latin typeface="Arial" panose="020B0604020202020204" pitchFamily="34" charset="0"/>
              </a:rPr>
              <a:t>помилки), заголовок (або </a:t>
            </a:r>
            <a:r>
              <a:rPr lang="uk-UA" altLang="en-US" sz="2000" dirty="0" err="1">
                <a:solidFill>
                  <a:srgbClr val="000000"/>
                </a:solidFill>
                <a:latin typeface="Arial" panose="020B0604020202020204" pitchFamily="34" charset="0"/>
              </a:rPr>
              <a:t>декілька </a:t>
            </a:r>
            <a:r>
              <a:rPr lang="en-US" altLang="en-US" sz="2000" dirty="0" err="1">
                <a:solidFill>
                  <a:srgbClr val="000000"/>
                </a:solidFill>
                <a:latin typeface="Arial" panose="020B0604020202020204" pitchFamily="34" charset="0"/>
              </a:rPr>
              <a:t>заголовк</a:t>
            </a:r>
            <a:r>
              <a:rPr lang="uk-UA" altLang="en-US" sz="2000" dirty="0" err="1">
                <a:solidFill>
                  <a:srgbClr val="000000"/>
                </a:solidFill>
                <a:latin typeface="Arial" panose="020B0604020202020204" pitchFamily="34" charset="0"/>
              </a:rPr>
              <a:t>ів</a:t>
            </a:r>
            <a:r>
              <a:rPr lang="en-US" altLang="en-US" sz="2000" dirty="0" err="1">
                <a:solidFill>
                  <a:srgbClr val="000000"/>
                </a:solidFill>
                <a:latin typeface="Arial" panose="020B0604020202020204" pitchFamily="34" charset="0"/>
              </a:rPr>
              <a:t>), тіло повідомлення.</a:t>
            </a:r>
            <a:endParaRPr lang="en-US" altLang="en-US" sz="2000" dirty="0" err="1">
              <a:solidFill>
                <a:srgbClr val="000000"/>
              </a:solidFill>
              <a:latin typeface="Arial" panose="020B0604020202020204" pitchFamily="34" charset="0"/>
            </a:endParaRPr>
          </a:p>
        </p:txBody>
      </p:sp>
    </p:spTree>
  </p:cSld>
  <p:clrMapOvr>
    <a:masterClrMapping/>
  </p:clrMapOvr>
  <p:transition spd="med"/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3314" name="Text Box 8192"/>
          <p:cNvSpPr txBox="1"/>
          <p:nvPr/>
        </p:nvSpPr>
        <p:spPr>
          <a:xfrm>
            <a:off x="195263" y="228600"/>
            <a:ext cx="8015287" cy="914400"/>
          </a:xfrm>
          <a:prstGeom prst="rect">
            <a:avLst/>
          </a:prstGeom>
          <a:noFill/>
          <a:ln w="9525">
            <a:noFill/>
          </a:ln>
        </p:spPr>
        <p:txBody>
          <a:bodyPr wrap="square" lIns="91440" tIns="45720" rIns="91440" bIns="45720" anchor="ctr" anchorCtr="0"/>
          <a:p>
            <a:pPr defTabSz="457200">
              <a:buClrTx/>
              <a:buFontTx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</a:pPr>
            <a:r>
              <a:rPr lang="ru-RU" altLang="x-none" sz="4200" dirty="0" err="1">
                <a:solidFill>
                  <a:srgbClr val="FFFFFF"/>
                </a:solidFill>
                <a:latin typeface="Arial" panose="020B0604020202020204" pitchFamily="34" charset="0"/>
              </a:rPr>
              <a:t>HTTP </a:t>
            </a:r>
            <a:r>
              <a:rPr lang="uk-UA" altLang="ru-RU" sz="4200" dirty="0" err="1">
                <a:solidFill>
                  <a:srgbClr val="FFFFFF"/>
                </a:solidFill>
                <a:latin typeface="Arial" panose="020B0604020202020204" pitchFamily="34" charset="0"/>
              </a:rPr>
              <a:t>та</a:t>
            </a:r>
            <a:r>
              <a:rPr lang="ru-RU" altLang="x-none" sz="4200" dirty="0" err="1">
                <a:solidFill>
                  <a:srgbClr val="FFFFFF"/>
                </a:solidFill>
                <a:latin typeface="Arial" panose="020B0604020202020204" pitchFamily="34" charset="0"/>
              </a:rPr>
              <a:t> HTTPS</a:t>
            </a:r>
            <a:endParaRPr lang="ru-RU" altLang="x-none" sz="4200" dirty="0" err="1">
              <a:solidFill>
                <a:srgbClr val="FFFFFF"/>
              </a:solidFill>
              <a:latin typeface="Arial" panose="020B0604020202020204" pitchFamily="34" charset="0"/>
            </a:endParaRPr>
          </a:p>
        </p:txBody>
      </p:sp>
      <p:sp>
        <p:nvSpPr>
          <p:cNvPr id="13315" name="Text Box 8193"/>
          <p:cNvSpPr txBox="1"/>
          <p:nvPr/>
        </p:nvSpPr>
        <p:spPr>
          <a:xfrm>
            <a:off x="468313" y="1412875"/>
            <a:ext cx="8135937" cy="4419600"/>
          </a:xfrm>
          <a:prstGeom prst="rect">
            <a:avLst/>
          </a:prstGeom>
          <a:noFill/>
          <a:ln w="9525">
            <a:noFill/>
          </a:ln>
        </p:spPr>
        <p:txBody>
          <a:bodyPr wrap="square" lIns="91440" tIns="45720" rIns="91440" bIns="45720" anchor="t" anchorCtr="0"/>
          <a:p>
            <a:pPr defTabSz="457200">
              <a:spcBef>
                <a:spcPts val="450"/>
              </a:spcBef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  <a:tab pos="9601200" algn="l"/>
                <a:tab pos="10058400" algn="l"/>
                <a:tab pos="10515600" algn="l"/>
              </a:tabLst>
            </a:pPr>
            <a:r>
              <a:rPr lang="en-US" altLang="en-US" sz="2100" dirty="0" err="1">
                <a:solidFill>
                  <a:srgbClr val="000000"/>
                </a:solidFill>
                <a:latin typeface="Arial" panose="020B0604020202020204" pitchFamily="34" charset="0"/>
              </a:rPr>
              <a:t>	HTTP (HyperText Transfer Protocol — протокол передачі гіпертексту) — це прикладний протокол передачі даних</a:t>
            </a:r>
            <a:r>
              <a:rPr lang="uk-UA" altLang="en-US" sz="2100" dirty="0" err="1">
                <a:solidFill>
                  <a:srgbClr val="000000"/>
                </a:solidFill>
                <a:latin typeface="Arial" panose="020B0604020202020204" pitchFamily="34" charset="0"/>
              </a:rPr>
              <a:t>            </a:t>
            </a:r>
            <a:r>
              <a:rPr lang="en-US" altLang="en-US" sz="2100" dirty="0" err="1">
                <a:solidFill>
                  <a:srgbClr val="000000"/>
                </a:solidFill>
                <a:latin typeface="Arial" panose="020B0604020202020204" pitchFamily="34" charset="0"/>
              </a:rPr>
              <a:t> у мережі. </a:t>
            </a:r>
            <a:r>
              <a:rPr lang="uk-UA" altLang="en-US" sz="2100" dirty="0" err="1">
                <a:solidFill>
                  <a:srgbClr val="000000"/>
                </a:solidFill>
                <a:latin typeface="Arial" panose="020B0604020202020204" pitchFamily="34" charset="0"/>
              </a:rPr>
              <a:t>В межах нашого курсу</a:t>
            </a:r>
            <a:r>
              <a:rPr lang="en-US" altLang="en-US" sz="2100" dirty="0" err="1">
                <a:solidFill>
                  <a:srgbClr val="000000"/>
                </a:solidFill>
                <a:latin typeface="Arial" panose="020B0604020202020204" pitchFamily="34" charset="0"/>
              </a:rPr>
              <a:t> використовується </a:t>
            </a:r>
            <a:r>
              <a:rPr lang="uk-UA" altLang="en-US" sz="2100" dirty="0" err="1">
                <a:solidFill>
                  <a:srgbClr val="000000"/>
                </a:solidFill>
                <a:latin typeface="Arial" panose="020B0604020202020204" pitchFamily="34" charset="0"/>
              </a:rPr>
              <a:t>                </a:t>
            </a:r>
            <a:r>
              <a:rPr lang="en-US" altLang="en-US" sz="2100" dirty="0" err="1">
                <a:solidFill>
                  <a:srgbClr val="000000"/>
                </a:solidFill>
                <a:latin typeface="Arial" panose="020B0604020202020204" pitchFamily="34" charset="0"/>
              </a:rPr>
              <a:t>для отримання інформації з веб-сайтів. Протокол HTTP заснований на використанні технології </a:t>
            </a:r>
            <a:r>
              <a:rPr lang="en-US" altLang="en-US" sz="2100" dirty="0" err="1">
                <a:solidFill>
                  <a:srgbClr val="000000"/>
                </a:solidFill>
                <a:latin typeface="Arial" panose="020B0604020202020204" pitchFamily="34" charset="0"/>
              </a:rPr>
              <a:t>«</a:t>
            </a:r>
            <a:r>
              <a:rPr lang="en-US" altLang="en-US" sz="2100" dirty="0" err="1">
                <a:solidFill>
                  <a:srgbClr val="000000"/>
                </a:solidFill>
                <a:latin typeface="Arial" panose="020B0604020202020204" pitchFamily="34" charset="0"/>
              </a:rPr>
              <a:t>клієнт-сервер</a:t>
            </a:r>
            <a:r>
              <a:rPr lang="en-US" altLang="en-US" sz="2100" dirty="0" err="1">
                <a:solidFill>
                  <a:srgbClr val="000000"/>
                </a:solidFill>
                <a:latin typeface="Arial" panose="020B0604020202020204" pitchFamily="34" charset="0"/>
              </a:rPr>
              <a:t>»</a:t>
            </a:r>
            <a:r>
              <a:rPr lang="en-US" altLang="en-US" sz="2100" dirty="0" err="1">
                <a:solidFill>
                  <a:srgbClr val="000000"/>
                </a:solidFill>
                <a:latin typeface="Arial" panose="020B0604020202020204" pitchFamily="34" charset="0"/>
              </a:rPr>
              <a:t>: клієнт, що відправляє запит, є ініціатором з'єднання; сервер, який отримує запит, виконує його і відправляє клієнту результат.</a:t>
            </a:r>
            <a:endParaRPr lang="en-US" altLang="en-US" sz="2100" dirty="0" err="1">
              <a:solidFill>
                <a:srgbClr val="000000"/>
              </a:solidFill>
              <a:latin typeface="Arial" panose="020B0604020202020204" pitchFamily="34" charset="0"/>
            </a:endParaRPr>
          </a:p>
          <a:p>
            <a:pPr defTabSz="457200">
              <a:spcBef>
                <a:spcPts val="450"/>
              </a:spcBef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  <a:tab pos="9601200" algn="l"/>
                <a:tab pos="10058400" algn="l"/>
                <a:tab pos="10515600" algn="l"/>
              </a:tabLst>
            </a:pPr>
            <a:endParaRPr lang="en-US" altLang="en-US" sz="2100" dirty="0" err="1">
              <a:solidFill>
                <a:srgbClr val="000000"/>
              </a:solidFill>
              <a:latin typeface="Arial" panose="020B0604020202020204" pitchFamily="34" charset="0"/>
            </a:endParaRPr>
          </a:p>
          <a:p>
            <a:pPr defTabSz="457200">
              <a:spcBef>
                <a:spcPts val="450"/>
              </a:spcBef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  <a:tab pos="9601200" algn="l"/>
                <a:tab pos="10058400" algn="l"/>
                <a:tab pos="10515600" algn="l"/>
              </a:tabLst>
            </a:pPr>
            <a:r>
              <a:rPr lang="en-US" altLang="en-US" sz="2100" b="1" dirty="0" err="1">
                <a:solidFill>
                  <a:srgbClr val="000000"/>
                </a:solidFill>
                <a:latin typeface="Arial" panose="020B0604020202020204" pitchFamily="34" charset="0"/>
              </a:rPr>
              <a:t>HTTPS </a:t>
            </a:r>
            <a:r>
              <a:rPr lang="en-US" altLang="en-US" sz="2100" dirty="0" err="1">
                <a:solidFill>
                  <a:srgbClr val="000000"/>
                </a:solidFill>
                <a:latin typeface="Arial" panose="020B0604020202020204" pitchFamily="34" charset="0"/>
              </a:rPr>
              <a:t>(HyperText Transfer Protocol </a:t>
            </a:r>
            <a:r>
              <a:rPr lang="en-US" altLang="en-US" sz="2100" b="1" dirty="0" err="1">
                <a:solidFill>
                  <a:srgbClr val="000000"/>
                </a:solidFill>
                <a:latin typeface="Arial" panose="020B0604020202020204" pitchFamily="34" charset="0"/>
              </a:rPr>
              <a:t>Secure </a:t>
            </a:r>
            <a:r>
              <a:rPr lang="en-US" altLang="en-US" sz="2100" dirty="0" err="1">
                <a:solidFill>
                  <a:srgbClr val="000000"/>
                </a:solidFill>
                <a:latin typeface="Arial" panose="020B0604020202020204" pitchFamily="34" charset="0"/>
              </a:rPr>
              <a:t>— безпечний протокол передачі гіпертексту) — це розширення протоколу HTTP, що підтримує шифрування за допомогою криптографічних протоколів SSL і TLS.</a:t>
            </a:r>
            <a:endParaRPr lang="en-US" altLang="en-US" sz="2100" dirty="0" err="1">
              <a:solidFill>
                <a:srgbClr val="000000"/>
              </a:solidFill>
              <a:latin typeface="Arial" panose="020B0604020202020204" pitchFamily="34" charset="0"/>
            </a:endParaRPr>
          </a:p>
        </p:txBody>
      </p:sp>
    </p:spTree>
  </p:cSld>
  <p:clrMapOvr>
    <a:masterClrMapping/>
  </p:clrMapOvr>
  <p:transition spd="med"/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7410" name="Text Box 10240"/>
          <p:cNvSpPr txBox="1"/>
          <p:nvPr/>
        </p:nvSpPr>
        <p:spPr>
          <a:xfrm>
            <a:off x="195263" y="228600"/>
            <a:ext cx="8015287" cy="914400"/>
          </a:xfrm>
          <a:prstGeom prst="rect">
            <a:avLst/>
          </a:prstGeom>
          <a:noFill/>
          <a:ln w="9525">
            <a:noFill/>
          </a:ln>
        </p:spPr>
        <p:txBody>
          <a:bodyPr wrap="square" lIns="91440" tIns="45720" rIns="91440" bIns="45720" anchor="ctr" anchorCtr="0"/>
          <a:p>
            <a:pPr defTabSz="457200">
              <a:buClrTx/>
              <a:buFontTx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</a:pPr>
            <a:r>
              <a:rPr lang="en-US" altLang="en-US" sz="4200" dirty="0" err="1">
                <a:solidFill>
                  <a:schemeClr val="bg1"/>
                </a:solidFill>
                <a:sym typeface="+mn-ea"/>
              </a:rPr>
              <a:t>Request</a:t>
            </a:r>
            <a:endParaRPr lang="en-US" altLang="en-US" sz="4200" dirty="0" err="1">
              <a:solidFill>
                <a:schemeClr val="bg1"/>
              </a:solidFill>
              <a:latin typeface="Arial" panose="020B0604020202020204" pitchFamily="34" charset="0"/>
              <a:sym typeface="+mn-ea"/>
            </a:endParaRPr>
          </a:p>
        </p:txBody>
      </p:sp>
      <p:sp>
        <p:nvSpPr>
          <p:cNvPr id="17411" name="Text Box 10241"/>
          <p:cNvSpPr txBox="1"/>
          <p:nvPr/>
        </p:nvSpPr>
        <p:spPr>
          <a:xfrm>
            <a:off x="468313" y="1368425"/>
            <a:ext cx="8135937" cy="4419600"/>
          </a:xfrm>
          <a:prstGeom prst="rect">
            <a:avLst/>
          </a:prstGeom>
          <a:noFill/>
          <a:ln w="9525">
            <a:noFill/>
          </a:ln>
        </p:spPr>
        <p:txBody>
          <a:bodyPr wrap="square" lIns="91440" tIns="45720" rIns="91440" bIns="45720" anchor="t" anchorCtr="0"/>
          <a:p>
            <a:pPr defTabSz="457200">
              <a:spcBef>
                <a:spcPts val="450"/>
              </a:spcBef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  <a:tab pos="9601200" algn="l"/>
                <a:tab pos="10058400" algn="l"/>
                <a:tab pos="10515600" algn="l"/>
              </a:tabLst>
            </a:pPr>
            <a:r>
              <a:rPr lang="uk-UA" altLang="en-US" sz="1800" b="1" dirty="0" err="1">
                <a:solidFill>
                  <a:srgbClr val="000000"/>
                </a:solidFill>
                <a:latin typeface="Arial" panose="020B0604020202020204" pitchFamily="34" charset="0"/>
              </a:rPr>
              <a:t>Запит </a:t>
            </a:r>
            <a:r>
              <a:rPr lang="en-US" altLang="en-US" sz="1800" b="1" dirty="0" err="1">
                <a:solidFill>
                  <a:srgbClr val="000000"/>
                </a:solidFill>
                <a:latin typeface="Arial" panose="020B0604020202020204" pitchFamily="34" charset="0"/>
              </a:rPr>
              <a:t>(Request)</a:t>
            </a:r>
            <a:endParaRPr lang="en-US" altLang="en-US" sz="1800" b="1" dirty="0" err="1">
              <a:solidFill>
                <a:srgbClr val="000000"/>
              </a:solidFill>
              <a:latin typeface="Arial" panose="020B0604020202020204" pitchFamily="34" charset="0"/>
            </a:endParaRPr>
          </a:p>
          <a:p>
            <a:pPr defTabSz="457200">
              <a:spcBef>
                <a:spcPts val="450"/>
              </a:spcBef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  <a:tab pos="9601200" algn="l"/>
                <a:tab pos="10058400" algn="l"/>
                <a:tab pos="10515600" algn="l"/>
              </a:tabLst>
            </a:pPr>
            <a:r>
              <a:rPr lang="en-US" altLang="en-US" sz="1800" dirty="0" err="1">
                <a:solidFill>
                  <a:srgbClr val="000000"/>
                </a:solidFill>
                <a:latin typeface="Arial" panose="020B0604020202020204" pitchFamily="34" charset="0"/>
              </a:rPr>
              <a:t>Кл</a:t>
            </a:r>
            <a:r>
              <a:rPr lang="uk-UA" altLang="en-US" sz="1800" dirty="0" err="1">
                <a:solidFill>
                  <a:srgbClr val="000000"/>
                </a:solidFill>
                <a:latin typeface="Arial" panose="020B0604020202020204" pitchFamily="34" charset="0"/>
              </a:rPr>
              <a:t>іє</a:t>
            </a:r>
            <a:r>
              <a:rPr lang="en-US" altLang="en-US" sz="1800" dirty="0" err="1">
                <a:solidFill>
                  <a:srgbClr val="000000"/>
                </a:solidFill>
                <a:latin typeface="Arial" panose="020B0604020202020204" pitchFamily="34" charset="0"/>
              </a:rPr>
              <a:t>нт </a:t>
            </a:r>
            <a:r>
              <a:rPr lang="uk-UA" altLang="en-US" sz="1800" dirty="0" err="1">
                <a:solidFill>
                  <a:srgbClr val="000000"/>
                </a:solidFill>
                <a:latin typeface="Arial" panose="020B0604020202020204" pitchFamily="34" charset="0"/>
              </a:rPr>
              <a:t>відправляє </a:t>
            </a:r>
            <a:r>
              <a:rPr lang="en-US" altLang="en-US" sz="1800" dirty="0" err="1">
                <a:solidFill>
                  <a:srgbClr val="000000"/>
                </a:solidFill>
                <a:latin typeface="Arial" panose="020B0604020202020204" pitchFamily="34" charset="0"/>
              </a:rPr>
              <a:t>HTTP-зап</a:t>
            </a:r>
            <a:r>
              <a:rPr lang="uk-UA" altLang="en-US" sz="1800" dirty="0" err="1">
                <a:solidFill>
                  <a:srgbClr val="000000"/>
                </a:solidFill>
                <a:latin typeface="Arial" panose="020B0604020202020204" pitchFamily="34" charset="0"/>
              </a:rPr>
              <a:t>ит</a:t>
            </a:r>
            <a:r>
              <a:rPr lang="en-US" altLang="en-US" sz="1800" dirty="0" err="1">
                <a:solidFill>
                  <a:srgbClr val="000000"/>
                </a:solidFill>
                <a:latin typeface="Arial" panose="020B0604020202020204" pitchFamily="34" charset="0"/>
              </a:rPr>
              <a:t> </a:t>
            </a:r>
            <a:r>
              <a:rPr lang="uk-UA" altLang="en-US" sz="1800" dirty="0" err="1">
                <a:solidFill>
                  <a:srgbClr val="000000"/>
                </a:solidFill>
                <a:latin typeface="Arial" panose="020B0604020202020204" pitchFamily="34" charset="0"/>
              </a:rPr>
              <a:t>на сервер</a:t>
            </a:r>
            <a:r>
              <a:rPr lang="en-US" altLang="en-US" sz="1800" dirty="0" err="1">
                <a:solidFill>
                  <a:srgbClr val="000000"/>
                </a:solidFill>
                <a:latin typeface="Arial" panose="020B0604020202020204" pitchFamily="34" charset="0"/>
              </a:rPr>
              <a:t>. Зап</a:t>
            </a:r>
            <a:r>
              <a:rPr lang="uk-UA" altLang="en-US" sz="1800" dirty="0" err="1">
                <a:solidFill>
                  <a:srgbClr val="000000"/>
                </a:solidFill>
                <a:latin typeface="Arial" panose="020B0604020202020204" pitchFamily="34" charset="0"/>
              </a:rPr>
              <a:t>ит</a:t>
            </a:r>
            <a:r>
              <a:rPr lang="en-US" altLang="en-US" sz="1800" dirty="0" err="1">
                <a:solidFill>
                  <a:srgbClr val="000000"/>
                </a:solidFill>
                <a:latin typeface="Arial" panose="020B0604020202020204" pitchFamily="34" charset="0"/>
              </a:rPr>
              <a:t> </a:t>
            </a:r>
            <a:r>
              <a:rPr lang="uk-UA" altLang="en-US" sz="1800" dirty="0" err="1">
                <a:solidFill>
                  <a:srgbClr val="000000"/>
                </a:solidFill>
                <a:latin typeface="Arial" panose="020B0604020202020204" pitchFamily="34" charset="0"/>
              </a:rPr>
              <a:t>складається з</a:t>
            </a:r>
            <a:r>
              <a:rPr lang="en-US" altLang="en-US" sz="1800" dirty="0" err="1">
                <a:solidFill>
                  <a:srgbClr val="000000"/>
                </a:solidFill>
                <a:latin typeface="Arial" panose="020B0604020202020204" pitchFamily="34" charset="0"/>
              </a:rPr>
              <a:t>:</a:t>
            </a:r>
            <a:endParaRPr lang="en-US" altLang="en-US" sz="1800" dirty="0" err="1">
              <a:solidFill>
                <a:srgbClr val="000000"/>
              </a:solidFill>
              <a:latin typeface="Arial" panose="020B0604020202020204" pitchFamily="34" charset="0"/>
            </a:endParaRPr>
          </a:p>
          <a:p>
            <a:pPr marL="342900" indent="-342900" defTabSz="457200">
              <a:spcBef>
                <a:spcPts val="450"/>
              </a:spcBef>
              <a:buFont typeface="Arial" panose="020B0604020202020204" pitchFamily="34" charset="0"/>
              <a:buChar char="•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  <a:tab pos="9601200" algn="l"/>
                <a:tab pos="10058400" algn="l"/>
                <a:tab pos="10515600" algn="l"/>
              </a:tabLst>
            </a:pPr>
            <a:r>
              <a:rPr lang="en-US" altLang="en-US" sz="1800" dirty="0" err="1">
                <a:solidFill>
                  <a:srgbClr val="0070C0"/>
                </a:solidFill>
                <a:latin typeface="Arial" panose="020B0604020202020204" pitchFamily="34" charset="0"/>
              </a:rPr>
              <a:t>Метод</a:t>
            </a:r>
            <a:r>
              <a:rPr lang="uk-UA" altLang="en-US" sz="1800" dirty="0" err="1">
                <a:solidFill>
                  <a:srgbClr val="0070C0"/>
                </a:solidFill>
                <a:latin typeface="Arial" panose="020B0604020202020204" pitchFamily="34" charset="0"/>
              </a:rPr>
              <a:t>у</a:t>
            </a:r>
            <a:r>
              <a:rPr lang="en-US" altLang="en-US" sz="1800" dirty="0" err="1">
                <a:solidFill>
                  <a:srgbClr val="0070C0"/>
                </a:solidFill>
                <a:latin typeface="Arial" panose="020B0604020202020204" pitchFamily="34" charset="0"/>
              </a:rPr>
              <a:t> </a:t>
            </a:r>
            <a:r>
              <a:rPr lang="en-US" altLang="en-US" sz="1800" dirty="0" err="1">
                <a:solidFill>
                  <a:srgbClr val="000000"/>
                </a:solidFill>
                <a:latin typeface="Arial" panose="020B0604020202020204" pitchFamily="34" charset="0"/>
              </a:rPr>
              <a:t>(Method): </a:t>
            </a:r>
            <a:r>
              <a:rPr lang="uk-UA" altLang="en-US" sz="1800" dirty="0" err="1">
                <a:solidFill>
                  <a:srgbClr val="000000"/>
                </a:solidFill>
                <a:latin typeface="Arial" panose="020B0604020202020204" pitchFamily="34" charset="0"/>
              </a:rPr>
              <a:t>Дія</a:t>
            </a:r>
            <a:r>
              <a:rPr lang="en-US" altLang="en-US" sz="1800" dirty="0" err="1">
                <a:solidFill>
                  <a:srgbClr val="000000"/>
                </a:solidFill>
                <a:latin typeface="Arial" panose="020B0604020202020204" pitchFamily="34" charset="0"/>
              </a:rPr>
              <a:t>, </a:t>
            </a:r>
            <a:r>
              <a:rPr lang="uk-UA" altLang="en-US" sz="1800" dirty="0" err="1">
                <a:solidFill>
                  <a:srgbClr val="000000"/>
                </a:solidFill>
                <a:latin typeface="Arial" panose="020B0604020202020204" pitchFamily="34" charset="0"/>
              </a:rPr>
              <a:t>котру </a:t>
            </a:r>
            <a:r>
              <a:rPr lang="en-US" altLang="en-US" sz="1800" dirty="0" err="1">
                <a:solidFill>
                  <a:srgbClr val="000000"/>
                </a:solidFill>
                <a:latin typeface="Arial" panose="020B0604020202020204" pitchFamily="34" charset="0"/>
              </a:rPr>
              <a:t>кл</a:t>
            </a:r>
            <a:r>
              <a:rPr lang="uk-UA" altLang="en-US" sz="1800" dirty="0" err="1">
                <a:solidFill>
                  <a:srgbClr val="000000"/>
                </a:solidFill>
                <a:latin typeface="Arial" panose="020B0604020202020204" pitchFamily="34" charset="0"/>
              </a:rPr>
              <a:t>іє</a:t>
            </a:r>
            <a:r>
              <a:rPr lang="en-US" altLang="en-US" sz="1800" dirty="0" err="1">
                <a:solidFill>
                  <a:srgbClr val="000000"/>
                </a:solidFill>
                <a:latin typeface="Arial" panose="020B0604020202020204" pitchFamily="34" charset="0"/>
              </a:rPr>
              <a:t>нт </a:t>
            </a:r>
            <a:r>
              <a:rPr lang="uk-UA" altLang="en-US" sz="1800" dirty="0" err="1">
                <a:solidFill>
                  <a:srgbClr val="000000"/>
                </a:solidFill>
                <a:latin typeface="Arial" panose="020B0604020202020204" pitchFamily="34" charset="0"/>
              </a:rPr>
              <a:t>планує </a:t>
            </a:r>
            <a:r>
              <a:rPr lang="uk-UA" altLang="en-US" sz="1800" dirty="0" err="1">
                <a:solidFill>
                  <a:srgbClr val="000000"/>
                </a:solidFill>
                <a:latin typeface="Arial" panose="020B0604020202020204" pitchFamily="34" charset="0"/>
              </a:rPr>
              <a:t>виконати</a:t>
            </a:r>
            <a:r>
              <a:rPr lang="en-US" altLang="en-US" sz="1800" dirty="0" err="1">
                <a:solidFill>
                  <a:srgbClr val="000000"/>
                </a:solidFill>
                <a:latin typeface="Arial" panose="020B0604020202020204" pitchFamily="34" charset="0"/>
              </a:rPr>
              <a:t>. Основн</a:t>
            </a:r>
            <a:r>
              <a:rPr lang="uk-UA" altLang="en-US" sz="1800" dirty="0" err="1">
                <a:solidFill>
                  <a:srgbClr val="000000"/>
                </a:solidFill>
                <a:latin typeface="Arial" panose="020B0604020202020204" pitchFamily="34" charset="0"/>
              </a:rPr>
              <a:t>і</a:t>
            </a:r>
            <a:r>
              <a:rPr lang="en-US" altLang="en-US" sz="1800" dirty="0" err="1">
                <a:solidFill>
                  <a:srgbClr val="000000"/>
                </a:solidFill>
                <a:latin typeface="Arial" panose="020B0604020202020204" pitchFamily="34" charset="0"/>
              </a:rPr>
              <a:t> метод</a:t>
            </a:r>
            <a:r>
              <a:rPr lang="uk-UA" altLang="en-US" sz="1800" dirty="0" err="1">
                <a:solidFill>
                  <a:srgbClr val="000000"/>
                </a:solidFill>
                <a:latin typeface="Arial" panose="020B0604020202020204" pitchFamily="34" charset="0"/>
              </a:rPr>
              <a:t>и</a:t>
            </a:r>
            <a:r>
              <a:rPr lang="en-US" altLang="en-US" sz="1800" dirty="0" err="1">
                <a:solidFill>
                  <a:srgbClr val="000000"/>
                </a:solidFill>
                <a:latin typeface="Arial" panose="020B0604020202020204" pitchFamily="34" charset="0"/>
              </a:rPr>
              <a:t>:</a:t>
            </a:r>
            <a:endParaRPr lang="en-US" altLang="en-US" sz="1800" dirty="0" err="1">
              <a:solidFill>
                <a:srgbClr val="000000"/>
              </a:solidFill>
              <a:latin typeface="Arial" panose="020B0604020202020204" pitchFamily="34" charset="0"/>
            </a:endParaRPr>
          </a:p>
          <a:p>
            <a:pPr marL="800100" lvl="1" indent="-342900" defTabSz="457200">
              <a:spcBef>
                <a:spcPts val="450"/>
              </a:spcBef>
              <a:buFont typeface="Arial" panose="020B0604020202020204" pitchFamily="34" charset="0"/>
              <a:buChar char="•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  <a:tab pos="9601200" algn="l"/>
                <a:tab pos="10058400" algn="l"/>
                <a:tab pos="10515600" algn="l"/>
              </a:tabLst>
            </a:pPr>
            <a:r>
              <a:rPr lang="en-US" altLang="en-US" sz="1800" b="1" dirty="0" err="1">
                <a:solidFill>
                  <a:srgbClr val="000000"/>
                </a:solidFill>
                <a:latin typeface="Arial" panose="020B0604020202020204" pitchFamily="34" charset="0"/>
              </a:rPr>
              <a:t>GET </a:t>
            </a:r>
            <a:r>
              <a:rPr lang="en-US" altLang="en-US" sz="1800" dirty="0" err="1">
                <a:solidFill>
                  <a:srgbClr val="000000"/>
                </a:solidFill>
                <a:latin typeface="Arial" panose="020B0604020202020204" pitchFamily="34" charset="0"/>
              </a:rPr>
              <a:t>— </a:t>
            </a:r>
            <a:r>
              <a:rPr lang="uk-UA" altLang="en-US" sz="1800" dirty="0" err="1">
                <a:solidFill>
                  <a:srgbClr val="000000"/>
                </a:solidFill>
                <a:latin typeface="Arial" panose="020B0604020202020204" pitchFamily="34" charset="0"/>
              </a:rPr>
              <a:t>запит </a:t>
            </a:r>
            <a:r>
              <a:rPr lang="en-US" altLang="en-US" sz="1800" dirty="0" err="1">
                <a:solidFill>
                  <a:srgbClr val="000000"/>
                </a:solidFill>
                <a:latin typeface="Arial" panose="020B0604020202020204" pitchFamily="34" charset="0"/>
              </a:rPr>
              <a:t>дан</a:t>
            </a:r>
            <a:r>
              <a:rPr lang="uk-UA" altLang="en-US" sz="1800" dirty="0" err="1">
                <a:solidFill>
                  <a:srgbClr val="000000"/>
                </a:solidFill>
                <a:latin typeface="Arial" panose="020B0604020202020204" pitchFamily="34" charset="0"/>
              </a:rPr>
              <a:t>и</a:t>
            </a:r>
            <a:r>
              <a:rPr lang="en-US" altLang="en-US" sz="1800" dirty="0" err="1">
                <a:solidFill>
                  <a:srgbClr val="000000"/>
                </a:solidFill>
                <a:latin typeface="Arial" panose="020B0604020202020204" pitchFamily="34" charset="0"/>
              </a:rPr>
              <a:t>х </a:t>
            </a:r>
            <a:r>
              <a:rPr lang="uk-UA" altLang="en-US" sz="1800" dirty="0" err="1">
                <a:solidFill>
                  <a:srgbClr val="000000"/>
                </a:solidFill>
                <a:latin typeface="Arial" panose="020B0604020202020204" pitchFamily="34" charset="0"/>
              </a:rPr>
              <a:t>з серверу</a:t>
            </a:r>
            <a:endParaRPr lang="uk-UA" altLang="en-US" sz="1800" dirty="0" err="1">
              <a:solidFill>
                <a:srgbClr val="000000"/>
              </a:solidFill>
              <a:latin typeface="Arial" panose="020B0604020202020204" pitchFamily="34" charset="0"/>
            </a:endParaRPr>
          </a:p>
          <a:p>
            <a:pPr marL="800100" lvl="1" indent="-342900" defTabSz="457200">
              <a:spcBef>
                <a:spcPts val="450"/>
              </a:spcBef>
              <a:buFont typeface="Arial" panose="020B0604020202020204" pitchFamily="34" charset="0"/>
              <a:buChar char="•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  <a:tab pos="9601200" algn="l"/>
                <a:tab pos="10058400" algn="l"/>
                <a:tab pos="10515600" algn="l"/>
              </a:tabLst>
            </a:pPr>
            <a:r>
              <a:rPr lang="en-US" altLang="en-US" sz="1800" b="1" dirty="0" err="1">
                <a:solidFill>
                  <a:srgbClr val="000000"/>
                </a:solidFill>
                <a:latin typeface="Arial" panose="020B0604020202020204" pitchFamily="34" charset="0"/>
              </a:rPr>
              <a:t>POST </a:t>
            </a:r>
            <a:r>
              <a:rPr lang="en-US" altLang="en-US" sz="1800" dirty="0" err="1">
                <a:solidFill>
                  <a:srgbClr val="000000"/>
                </a:solidFill>
                <a:latin typeface="Arial" panose="020B0604020202020204" pitchFamily="34" charset="0"/>
              </a:rPr>
              <a:t>— </a:t>
            </a:r>
            <a:r>
              <a:rPr lang="uk-UA" altLang="en-US" sz="1800" dirty="0" err="1">
                <a:solidFill>
                  <a:srgbClr val="000000"/>
                </a:solidFill>
                <a:latin typeface="Arial" panose="020B0604020202020204" pitchFamily="34" charset="0"/>
              </a:rPr>
              <a:t>відправка даних </a:t>
            </a:r>
            <a:r>
              <a:rPr lang="en-US" altLang="en-US" sz="1800" dirty="0" err="1">
                <a:solidFill>
                  <a:srgbClr val="000000"/>
                </a:solidFill>
                <a:latin typeface="Arial" panose="020B0604020202020204" pitchFamily="34" charset="0"/>
              </a:rPr>
              <a:t>на сервер (</a:t>
            </a:r>
            <a:r>
              <a:rPr lang="uk-UA" altLang="en-US" sz="1800" dirty="0" err="1">
                <a:solidFill>
                  <a:srgbClr val="000000"/>
                </a:solidFill>
                <a:latin typeface="Arial" panose="020B0604020202020204" pitchFamily="34" charset="0"/>
              </a:rPr>
              <a:t>наприклад</a:t>
            </a:r>
            <a:r>
              <a:rPr lang="en-US" altLang="en-US" sz="1800" dirty="0" err="1">
                <a:solidFill>
                  <a:srgbClr val="000000"/>
                </a:solidFill>
                <a:latin typeface="Arial" panose="020B0604020202020204" pitchFamily="34" charset="0"/>
              </a:rPr>
              <a:t>, </a:t>
            </a:r>
            <a:r>
              <a:rPr lang="uk-UA" altLang="en-US" sz="1800" dirty="0" err="1">
                <a:solidFill>
                  <a:srgbClr val="000000"/>
                </a:solidFill>
                <a:latin typeface="Arial" panose="020B0604020202020204" pitchFamily="34" charset="0"/>
              </a:rPr>
              <a:t>при заповненні форми</a:t>
            </a:r>
            <a:r>
              <a:rPr lang="en-US" altLang="en-US" sz="1800" dirty="0" err="1">
                <a:solidFill>
                  <a:srgbClr val="000000"/>
                </a:solidFill>
                <a:latin typeface="Arial" panose="020B0604020202020204" pitchFamily="34" charset="0"/>
              </a:rPr>
              <a:t>)</a:t>
            </a:r>
            <a:endParaRPr lang="en-US" altLang="en-US" sz="1800" dirty="0" err="1">
              <a:solidFill>
                <a:srgbClr val="000000"/>
              </a:solidFill>
              <a:latin typeface="Arial" panose="020B0604020202020204" pitchFamily="34" charset="0"/>
            </a:endParaRPr>
          </a:p>
          <a:p>
            <a:pPr marL="800100" lvl="1" indent="-342900" defTabSz="457200">
              <a:spcBef>
                <a:spcPts val="450"/>
              </a:spcBef>
              <a:buFont typeface="Arial" panose="020B0604020202020204" pitchFamily="34" charset="0"/>
              <a:buChar char="•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  <a:tab pos="9601200" algn="l"/>
                <a:tab pos="10058400" algn="l"/>
                <a:tab pos="10515600" algn="l"/>
              </a:tabLst>
            </a:pPr>
            <a:r>
              <a:rPr lang="en-US" altLang="en-US" sz="1800" dirty="0" err="1">
                <a:solidFill>
                  <a:srgbClr val="000000"/>
                </a:solidFill>
                <a:latin typeface="Arial" panose="020B0604020202020204" pitchFamily="34" charset="0"/>
              </a:rPr>
              <a:t>PUT — </a:t>
            </a:r>
            <a:r>
              <a:rPr lang="uk-UA" altLang="en-US" sz="1800" dirty="0" err="1">
                <a:solidFill>
                  <a:srgbClr val="000000"/>
                </a:solidFill>
                <a:latin typeface="Arial" panose="020B0604020202020204" pitchFamily="34" charset="0"/>
              </a:rPr>
              <a:t>оновлення даних </a:t>
            </a:r>
            <a:r>
              <a:rPr lang="en-US" altLang="en-US" sz="1800" dirty="0" err="1">
                <a:solidFill>
                  <a:srgbClr val="000000"/>
                </a:solidFill>
                <a:latin typeface="Arial" panose="020B0604020202020204" pitchFamily="34" charset="0"/>
              </a:rPr>
              <a:t>на сервер</a:t>
            </a:r>
            <a:r>
              <a:rPr lang="uk-UA" altLang="en-US" sz="1800" dirty="0" err="1">
                <a:solidFill>
                  <a:srgbClr val="000000"/>
                </a:solidFill>
                <a:latin typeface="Arial" panose="020B0604020202020204" pitchFamily="34" charset="0"/>
              </a:rPr>
              <a:t>і</a:t>
            </a:r>
            <a:endParaRPr lang="en-US" altLang="en-US" sz="1800" dirty="0" err="1">
              <a:solidFill>
                <a:srgbClr val="000000"/>
              </a:solidFill>
              <a:latin typeface="Arial" panose="020B0604020202020204" pitchFamily="34" charset="0"/>
            </a:endParaRPr>
          </a:p>
          <a:p>
            <a:pPr marL="800100" lvl="1" indent="-342900" defTabSz="457200">
              <a:spcBef>
                <a:spcPts val="450"/>
              </a:spcBef>
              <a:buFont typeface="Arial" panose="020B0604020202020204" pitchFamily="34" charset="0"/>
              <a:buChar char="•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  <a:tab pos="9601200" algn="l"/>
                <a:tab pos="10058400" algn="l"/>
                <a:tab pos="10515600" algn="l"/>
              </a:tabLst>
            </a:pPr>
            <a:r>
              <a:rPr lang="en-US" altLang="en-US" sz="1800" dirty="0" err="1">
                <a:solidFill>
                  <a:srgbClr val="000000"/>
                </a:solidFill>
                <a:latin typeface="Arial" panose="020B0604020202020204" pitchFamily="34" charset="0"/>
              </a:rPr>
              <a:t>DELETE — </a:t>
            </a:r>
            <a:r>
              <a:rPr lang="uk-UA" altLang="en-US" sz="1800" dirty="0" err="1">
                <a:solidFill>
                  <a:srgbClr val="000000"/>
                </a:solidFill>
                <a:latin typeface="Arial" panose="020B0604020202020204" pitchFamily="34" charset="0"/>
              </a:rPr>
              <a:t>видалення даних на боці серверу</a:t>
            </a:r>
            <a:endParaRPr lang="en-US" altLang="en-US" sz="1800" dirty="0" err="1">
              <a:solidFill>
                <a:srgbClr val="000000"/>
              </a:solidFill>
              <a:latin typeface="Arial" panose="020B0604020202020204" pitchFamily="34" charset="0"/>
            </a:endParaRPr>
          </a:p>
          <a:p>
            <a:pPr marL="800100" lvl="1" indent="-342900" defTabSz="457200">
              <a:spcBef>
                <a:spcPts val="450"/>
              </a:spcBef>
              <a:buFont typeface="Arial" panose="020B0604020202020204" pitchFamily="34" charset="0"/>
              <a:buChar char="•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  <a:tab pos="9601200" algn="l"/>
                <a:tab pos="10058400" algn="l"/>
                <a:tab pos="10515600" algn="l"/>
              </a:tabLst>
            </a:pPr>
            <a:r>
              <a:rPr lang="en-US" altLang="en-US" sz="1800" dirty="0" err="1">
                <a:sym typeface="+mn-ea"/>
              </a:rPr>
              <a:t>PATCH</a:t>
            </a:r>
            <a:r>
              <a:rPr lang="uk-UA" altLang="en-US" sz="1800" dirty="0" err="1">
                <a:sym typeface="+mn-ea"/>
              </a:rPr>
              <a:t> </a:t>
            </a:r>
            <a:r>
              <a:rPr lang="en-US" altLang="en-US" sz="1800" dirty="0" err="1">
                <a:sym typeface="+mn-ea"/>
              </a:rPr>
              <a:t>— </a:t>
            </a:r>
            <a:r>
              <a:rPr lang="uk-UA" altLang="en-US" sz="1800" dirty="0" err="1">
                <a:sym typeface="+mn-ea"/>
              </a:rPr>
              <a:t>часткове </a:t>
            </a:r>
            <a:r>
              <a:rPr lang="uk-UA" sz="1800" dirty="0" err="1">
                <a:sym typeface="+mn-ea"/>
              </a:rPr>
              <a:t>оновлення </a:t>
            </a:r>
            <a:r>
              <a:rPr lang="uk-UA" altLang="en-US" sz="1800" dirty="0" err="1">
                <a:sym typeface="+mn-ea"/>
              </a:rPr>
              <a:t>даних </a:t>
            </a:r>
            <a:r>
              <a:rPr lang="en-US" altLang="en-US" sz="1800" dirty="0" err="1">
                <a:sym typeface="+mn-ea"/>
              </a:rPr>
              <a:t>на сервер</a:t>
            </a:r>
            <a:r>
              <a:rPr lang="uk-UA" altLang="en-US" sz="1800" dirty="0" err="1">
                <a:sym typeface="+mn-ea"/>
              </a:rPr>
              <a:t>і</a:t>
            </a:r>
            <a:endParaRPr lang="en-US" altLang="en-US" sz="1800" dirty="0" err="1">
              <a:solidFill>
                <a:srgbClr val="000000"/>
              </a:solidFill>
              <a:latin typeface="Arial" panose="020B0604020202020204" pitchFamily="34" charset="0"/>
            </a:endParaRPr>
          </a:p>
          <a:p>
            <a:pPr marL="342900" indent="-342900" defTabSz="457200">
              <a:spcBef>
                <a:spcPts val="450"/>
              </a:spcBef>
              <a:buFont typeface="Arial" panose="020B0604020202020204" pitchFamily="34" charset="0"/>
              <a:buChar char="•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  <a:tab pos="9601200" algn="l"/>
                <a:tab pos="10058400" algn="l"/>
                <a:tab pos="10515600" algn="l"/>
              </a:tabLst>
            </a:pPr>
            <a:r>
              <a:rPr lang="en-US" altLang="en-US" sz="1800" dirty="0" err="1">
                <a:solidFill>
                  <a:srgbClr val="0070C0"/>
                </a:solidFill>
                <a:latin typeface="Arial" panose="020B0604020202020204" pitchFamily="34" charset="0"/>
              </a:rPr>
              <a:t>URI/URL</a:t>
            </a:r>
            <a:r>
              <a:rPr lang="en-US" altLang="en-US" sz="1800" dirty="0" err="1">
                <a:solidFill>
                  <a:srgbClr val="000000"/>
                </a:solidFill>
                <a:latin typeface="Arial" panose="020B0604020202020204" pitchFamily="34" charset="0"/>
              </a:rPr>
              <a:t>: </a:t>
            </a:r>
            <a:r>
              <a:rPr lang="uk-UA" altLang="en-US" sz="1800" dirty="0" err="1">
                <a:solidFill>
                  <a:srgbClr val="000000"/>
                </a:solidFill>
                <a:latin typeface="Arial" panose="020B0604020202020204" pitchFamily="34" charset="0"/>
              </a:rPr>
              <a:t>Вказує на ресурс, до якого звертається запит</a:t>
            </a:r>
            <a:endParaRPr lang="en-US" altLang="en-US" sz="1800" dirty="0" err="1">
              <a:solidFill>
                <a:srgbClr val="000000"/>
              </a:solidFill>
              <a:latin typeface="Arial" panose="020B0604020202020204" pitchFamily="34" charset="0"/>
            </a:endParaRPr>
          </a:p>
          <a:p>
            <a:pPr marL="342900" indent="-342900" defTabSz="457200">
              <a:spcBef>
                <a:spcPts val="450"/>
              </a:spcBef>
              <a:buFont typeface="Arial" panose="020B0604020202020204" pitchFamily="34" charset="0"/>
              <a:buChar char="•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  <a:tab pos="9601200" algn="l"/>
                <a:tab pos="10058400" algn="l"/>
                <a:tab pos="10515600" algn="l"/>
              </a:tabLst>
            </a:pPr>
            <a:r>
              <a:rPr lang="en-US" altLang="en-US" sz="1800" dirty="0" err="1">
                <a:solidFill>
                  <a:srgbClr val="0070C0"/>
                </a:solidFill>
                <a:latin typeface="Arial" panose="020B0604020202020204" pitchFamily="34" charset="0"/>
              </a:rPr>
              <a:t>Заголовк</a:t>
            </a:r>
            <a:r>
              <a:rPr lang="uk-UA" altLang="en-US" sz="1800" dirty="0" err="1">
                <a:solidFill>
                  <a:srgbClr val="0070C0"/>
                </a:solidFill>
                <a:latin typeface="Arial" panose="020B0604020202020204" pitchFamily="34" charset="0"/>
              </a:rPr>
              <a:t>ів</a:t>
            </a:r>
            <a:r>
              <a:rPr lang="en-US" altLang="en-US" sz="1800" b="1" dirty="0" err="1">
                <a:solidFill>
                  <a:srgbClr val="000000"/>
                </a:solidFill>
                <a:latin typeface="Arial" panose="020B0604020202020204" pitchFamily="34" charset="0"/>
              </a:rPr>
              <a:t> </a:t>
            </a:r>
            <a:r>
              <a:rPr lang="en-US" altLang="en-US" sz="1800" dirty="0" err="1">
                <a:solidFill>
                  <a:srgbClr val="000000"/>
                </a:solidFill>
                <a:latin typeface="Arial" panose="020B0604020202020204" pitchFamily="34" charset="0"/>
              </a:rPr>
              <a:t>(Headers): Метадан</a:t>
            </a:r>
            <a:r>
              <a:rPr lang="uk-UA" altLang="en-US" sz="1800" dirty="0" err="1">
                <a:solidFill>
                  <a:srgbClr val="000000"/>
                </a:solidFill>
                <a:latin typeface="Arial" panose="020B0604020202020204" pitchFamily="34" charset="0"/>
              </a:rPr>
              <a:t>і</a:t>
            </a:r>
            <a:r>
              <a:rPr lang="en-US" altLang="en-US" sz="1800" dirty="0" err="1">
                <a:solidFill>
                  <a:srgbClr val="000000"/>
                </a:solidFill>
                <a:latin typeface="Arial" panose="020B0604020202020204" pitchFamily="34" charset="0"/>
              </a:rPr>
              <a:t> </a:t>
            </a:r>
            <a:r>
              <a:rPr lang="uk-UA" altLang="en-US" sz="1800" dirty="0" err="1">
                <a:solidFill>
                  <a:srgbClr val="000000"/>
                </a:solidFill>
                <a:latin typeface="Arial" panose="020B0604020202020204" pitchFamily="34" charset="0"/>
              </a:rPr>
              <a:t>запиту </a:t>
            </a:r>
            <a:r>
              <a:rPr lang="en-US" altLang="en-US" sz="1800" dirty="0" err="1">
                <a:solidFill>
                  <a:srgbClr val="000000"/>
                </a:solidFill>
                <a:latin typeface="Arial" panose="020B0604020202020204" pitchFamily="34" charset="0"/>
              </a:rPr>
              <a:t>(</a:t>
            </a:r>
            <a:r>
              <a:rPr lang="uk-UA" altLang="en-US" sz="1800" dirty="0" err="1">
                <a:solidFill>
                  <a:srgbClr val="000000"/>
                </a:solidFill>
                <a:latin typeface="Arial" panose="020B0604020202020204" pitchFamily="34" charset="0"/>
              </a:rPr>
              <a:t>наприклад</a:t>
            </a:r>
            <a:r>
              <a:rPr lang="en-US" altLang="en-US" sz="1800" dirty="0" err="1">
                <a:solidFill>
                  <a:srgbClr val="000000"/>
                </a:solidFill>
                <a:latin typeface="Arial" panose="020B0604020202020204" pitchFamily="34" charset="0"/>
              </a:rPr>
              <a:t>, Content-Type, User-Agent</a:t>
            </a:r>
            <a:r>
              <a:rPr lang="uk-UA" altLang="en-US" sz="1800" dirty="0" err="1">
                <a:solidFill>
                  <a:srgbClr val="000000"/>
                </a:solidFill>
                <a:latin typeface="Arial" panose="020B0604020202020204" pitchFamily="34" charset="0"/>
              </a:rPr>
              <a:t> тощо</a:t>
            </a:r>
            <a:r>
              <a:rPr lang="en-US" altLang="en-US" sz="1800" dirty="0" err="1">
                <a:solidFill>
                  <a:srgbClr val="000000"/>
                </a:solidFill>
                <a:latin typeface="Arial" panose="020B0604020202020204" pitchFamily="34" charset="0"/>
              </a:rPr>
              <a:t>)</a:t>
            </a:r>
            <a:endParaRPr lang="en-US" altLang="en-US" sz="1800" dirty="0" err="1">
              <a:solidFill>
                <a:srgbClr val="000000"/>
              </a:solidFill>
              <a:latin typeface="Arial" panose="020B0604020202020204" pitchFamily="34" charset="0"/>
            </a:endParaRPr>
          </a:p>
          <a:p>
            <a:pPr marL="342900" indent="-342900" defTabSz="457200">
              <a:spcBef>
                <a:spcPts val="450"/>
              </a:spcBef>
              <a:buFont typeface="Arial" panose="020B0604020202020204" pitchFamily="34" charset="0"/>
              <a:buChar char="•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  <a:tab pos="9601200" algn="l"/>
                <a:tab pos="10058400" algn="l"/>
                <a:tab pos="10515600" algn="l"/>
              </a:tabLst>
            </a:pPr>
            <a:r>
              <a:rPr lang="en-US" altLang="en-US" sz="1800" dirty="0" err="1">
                <a:solidFill>
                  <a:srgbClr val="0070C0"/>
                </a:solidFill>
                <a:latin typeface="Arial" panose="020B0604020202020204" pitchFamily="34" charset="0"/>
              </a:rPr>
              <a:t>Т</a:t>
            </a:r>
            <a:r>
              <a:rPr lang="uk-UA" altLang="en-US" sz="1800" dirty="0" err="1">
                <a:solidFill>
                  <a:srgbClr val="0070C0"/>
                </a:solidFill>
                <a:latin typeface="Arial" panose="020B0604020202020204" pitchFamily="34" charset="0"/>
              </a:rPr>
              <a:t>і</a:t>
            </a:r>
            <a:r>
              <a:rPr lang="en-US" altLang="en-US" sz="1800" dirty="0" err="1">
                <a:solidFill>
                  <a:srgbClr val="0070C0"/>
                </a:solidFill>
                <a:latin typeface="Arial" panose="020B0604020202020204" pitchFamily="34" charset="0"/>
              </a:rPr>
              <a:t>л</a:t>
            </a:r>
            <a:r>
              <a:rPr lang="uk-UA" altLang="en-US" sz="1800" dirty="0" err="1">
                <a:solidFill>
                  <a:srgbClr val="0070C0"/>
                </a:solidFill>
                <a:latin typeface="Arial" panose="020B0604020202020204" pitchFamily="34" charset="0"/>
              </a:rPr>
              <a:t>а</a:t>
            </a:r>
            <a:r>
              <a:rPr lang="en-US" altLang="en-US" sz="1800" b="1" dirty="0" err="1">
                <a:solidFill>
                  <a:srgbClr val="000000"/>
                </a:solidFill>
                <a:latin typeface="Arial" panose="020B0604020202020204" pitchFamily="34" charset="0"/>
              </a:rPr>
              <a:t> </a:t>
            </a:r>
            <a:r>
              <a:rPr lang="en-US" altLang="en-US" sz="1800" dirty="0" err="1">
                <a:solidFill>
                  <a:srgbClr val="000000"/>
                </a:solidFill>
                <a:latin typeface="Arial" panose="020B0604020202020204" pitchFamily="34" charset="0"/>
              </a:rPr>
              <a:t>(Body): Дан</a:t>
            </a:r>
            <a:r>
              <a:rPr lang="uk-UA" altLang="en-US" sz="1800" dirty="0" err="1">
                <a:solidFill>
                  <a:srgbClr val="000000"/>
                </a:solidFill>
                <a:latin typeface="Arial" panose="020B0604020202020204" pitchFamily="34" charset="0"/>
              </a:rPr>
              <a:t>і</a:t>
            </a:r>
            <a:r>
              <a:rPr lang="en-US" altLang="en-US" sz="1800" dirty="0" err="1">
                <a:solidFill>
                  <a:srgbClr val="000000"/>
                </a:solidFill>
                <a:latin typeface="Arial" panose="020B0604020202020204" pitchFamily="34" charset="0"/>
              </a:rPr>
              <a:t>, </a:t>
            </a:r>
            <a:r>
              <a:rPr lang="uk-UA" altLang="en-US" sz="1800" dirty="0" err="1">
                <a:solidFill>
                  <a:srgbClr val="000000"/>
                </a:solidFill>
                <a:latin typeface="Arial" panose="020B0604020202020204" pitchFamily="34" charset="0"/>
              </a:rPr>
              <a:t>що відправляються разом із запитом</a:t>
            </a:r>
            <a:r>
              <a:rPr lang="en-US" altLang="en-US" sz="1800" dirty="0" err="1">
                <a:solidFill>
                  <a:srgbClr val="000000"/>
                </a:solidFill>
                <a:latin typeface="Arial" panose="020B0604020202020204" pitchFamily="34" charset="0"/>
              </a:rPr>
              <a:t> (</a:t>
            </a:r>
            <a:r>
              <a:rPr lang="uk-UA" altLang="en-US" sz="1800" dirty="0" err="1">
                <a:solidFill>
                  <a:srgbClr val="000000"/>
                </a:solidFill>
                <a:latin typeface="Arial" panose="020B0604020202020204" pitchFamily="34" charset="0"/>
              </a:rPr>
              <a:t>наприклад</a:t>
            </a:r>
            <a:r>
              <a:rPr lang="en-US" altLang="en-US" sz="1800" dirty="0" err="1">
                <a:solidFill>
                  <a:srgbClr val="000000"/>
                </a:solidFill>
                <a:latin typeface="Arial" panose="020B0604020202020204" pitchFamily="34" charset="0"/>
              </a:rPr>
              <a:t>, </a:t>
            </a:r>
            <a:r>
              <a:rPr lang="uk-UA" altLang="en-US" sz="1800" dirty="0" err="1">
                <a:solidFill>
                  <a:srgbClr val="000000"/>
                </a:solidFill>
                <a:latin typeface="Arial" panose="020B0604020202020204" pitchFamily="34" charset="0"/>
              </a:rPr>
              <a:t>якщо це </a:t>
            </a:r>
            <a:r>
              <a:rPr lang="en-US" altLang="en-US" sz="1800" dirty="0" err="1">
                <a:solidFill>
                  <a:srgbClr val="000000"/>
                </a:solidFill>
                <a:latin typeface="Arial" panose="020B0604020202020204" pitchFamily="34" charset="0"/>
              </a:rPr>
              <a:t>POST)</a:t>
            </a:r>
            <a:endParaRPr lang="en-US" altLang="en-US" sz="1800" dirty="0" err="1">
              <a:solidFill>
                <a:srgbClr val="000000"/>
              </a:solidFill>
              <a:latin typeface="Arial" panose="020B0604020202020204" pitchFamily="34" charset="0"/>
            </a:endParaRPr>
          </a:p>
        </p:txBody>
      </p:sp>
    </p:spTree>
  </p:cSld>
  <p:clrMapOvr>
    <a:masterClrMapping/>
  </p:clrMapOvr>
  <p:transition spd="med"/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7410" name="Text Box 10240"/>
          <p:cNvSpPr txBox="1"/>
          <p:nvPr/>
        </p:nvSpPr>
        <p:spPr>
          <a:xfrm>
            <a:off x="195263" y="228600"/>
            <a:ext cx="8015287" cy="914400"/>
          </a:xfrm>
          <a:prstGeom prst="rect">
            <a:avLst/>
          </a:prstGeom>
          <a:noFill/>
          <a:ln w="9525">
            <a:noFill/>
          </a:ln>
        </p:spPr>
        <p:txBody>
          <a:bodyPr wrap="square" lIns="91440" tIns="45720" rIns="91440" bIns="45720" anchor="ctr" anchorCtr="0"/>
          <a:p>
            <a:pPr defTabSz="457200">
              <a:buClrTx/>
              <a:buFontTx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</a:pPr>
            <a:r>
              <a:rPr lang="en-US" sz="4200" dirty="0" err="1">
                <a:solidFill>
                  <a:srgbClr val="FFFFFF"/>
                </a:solidFill>
                <a:latin typeface="Arial" panose="020B0604020202020204" pitchFamily="34" charset="0"/>
              </a:rPr>
              <a:t>Response</a:t>
            </a:r>
            <a:endParaRPr lang="en-US" sz="4200" dirty="0" err="1">
              <a:solidFill>
                <a:srgbClr val="FFFFFF"/>
              </a:solidFill>
              <a:latin typeface="Arial" panose="020B0604020202020204" pitchFamily="34" charset="0"/>
            </a:endParaRPr>
          </a:p>
        </p:txBody>
      </p:sp>
      <p:sp>
        <p:nvSpPr>
          <p:cNvPr id="17411" name="Text Box 10241"/>
          <p:cNvSpPr txBox="1"/>
          <p:nvPr/>
        </p:nvSpPr>
        <p:spPr>
          <a:xfrm>
            <a:off x="512763" y="1412875"/>
            <a:ext cx="8135937" cy="4419600"/>
          </a:xfrm>
          <a:prstGeom prst="rect">
            <a:avLst/>
          </a:prstGeom>
          <a:noFill/>
          <a:ln w="9525">
            <a:noFill/>
          </a:ln>
        </p:spPr>
        <p:txBody>
          <a:bodyPr wrap="square" lIns="91440" tIns="45720" rIns="91440" bIns="45720" anchor="t" anchorCtr="0"/>
          <a:p>
            <a:pPr defTabSz="457200">
              <a:spcBef>
                <a:spcPts val="450"/>
              </a:spcBef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  <a:tab pos="9601200" algn="l"/>
                <a:tab pos="10058400" algn="l"/>
                <a:tab pos="10515600" algn="l"/>
              </a:tabLst>
            </a:pPr>
            <a:r>
              <a:rPr lang="uk-UA" altLang="en-US" sz="1800" b="1" dirty="0" err="1">
                <a:solidFill>
                  <a:srgbClr val="000000"/>
                </a:solidFill>
                <a:latin typeface="Arial" panose="020B0604020202020204" pitchFamily="34" charset="0"/>
              </a:rPr>
              <a:t>Відповідь </a:t>
            </a:r>
            <a:r>
              <a:rPr lang="en-US" altLang="en-US" sz="1800" b="1" dirty="0" err="1">
                <a:solidFill>
                  <a:srgbClr val="000000"/>
                </a:solidFill>
                <a:latin typeface="Arial" panose="020B0604020202020204" pitchFamily="34" charset="0"/>
              </a:rPr>
              <a:t>(Response)</a:t>
            </a:r>
            <a:endParaRPr lang="en-US" altLang="en-US" sz="1800" b="1" dirty="0" err="1">
              <a:solidFill>
                <a:srgbClr val="000000"/>
              </a:solidFill>
              <a:latin typeface="Arial" panose="020B0604020202020204" pitchFamily="34" charset="0"/>
            </a:endParaRPr>
          </a:p>
          <a:p>
            <a:pPr defTabSz="457200">
              <a:spcBef>
                <a:spcPts val="450"/>
              </a:spcBef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  <a:tab pos="9601200" algn="l"/>
                <a:tab pos="10058400" algn="l"/>
                <a:tab pos="10515600" algn="l"/>
              </a:tabLst>
            </a:pPr>
            <a:r>
              <a:rPr lang="en-US" altLang="en-US" sz="1800" dirty="0" err="1">
                <a:solidFill>
                  <a:srgbClr val="000000"/>
                </a:solidFill>
                <a:latin typeface="Arial" panose="020B0604020202020204" pitchFamily="34" charset="0"/>
              </a:rPr>
              <a:t>Сервер </a:t>
            </a:r>
            <a:r>
              <a:rPr lang="uk-UA" altLang="en-US" sz="1800" dirty="0" err="1">
                <a:solidFill>
                  <a:srgbClr val="000000"/>
                </a:solidFill>
                <a:latin typeface="Arial" panose="020B0604020202020204" pitchFamily="34" charset="0"/>
              </a:rPr>
              <a:t>повертає </a:t>
            </a:r>
            <a:r>
              <a:rPr lang="en-US" altLang="en-US" sz="1800" dirty="0" err="1">
                <a:solidFill>
                  <a:srgbClr val="000000"/>
                </a:solidFill>
                <a:latin typeface="Arial" panose="020B0604020202020204" pitchFamily="34" charset="0"/>
              </a:rPr>
              <a:t>HTTP-</a:t>
            </a:r>
            <a:r>
              <a:rPr lang="uk-UA" altLang="en-US" sz="1800" dirty="0" err="1">
                <a:solidFill>
                  <a:srgbClr val="000000"/>
                </a:solidFill>
                <a:latin typeface="Arial" panose="020B0604020202020204" pitchFamily="34" charset="0"/>
              </a:rPr>
              <a:t>відповідь </a:t>
            </a:r>
            <a:r>
              <a:rPr lang="en-US" altLang="en-US" sz="1800" dirty="0" err="1">
                <a:solidFill>
                  <a:srgbClr val="000000"/>
                </a:solidFill>
                <a:latin typeface="Arial" panose="020B0604020202020204" pitchFamily="34" charset="0"/>
              </a:rPr>
              <a:t>кл</a:t>
            </a:r>
            <a:r>
              <a:rPr lang="uk-UA" altLang="en-US" sz="1800" dirty="0" err="1">
                <a:solidFill>
                  <a:srgbClr val="000000"/>
                </a:solidFill>
                <a:latin typeface="Arial" panose="020B0604020202020204" pitchFamily="34" charset="0"/>
              </a:rPr>
              <a:t>іє</a:t>
            </a:r>
            <a:r>
              <a:rPr lang="en-US" altLang="en-US" sz="1800" dirty="0" err="1">
                <a:solidFill>
                  <a:srgbClr val="000000"/>
                </a:solidFill>
                <a:latin typeface="Arial" panose="020B0604020202020204" pitchFamily="34" charset="0"/>
              </a:rPr>
              <a:t>нту. </a:t>
            </a:r>
            <a:r>
              <a:rPr lang="uk-UA" altLang="en-US" sz="1800" dirty="0" err="1">
                <a:solidFill>
                  <a:srgbClr val="000000"/>
                </a:solidFill>
                <a:latin typeface="Arial" panose="020B0604020202020204" pitchFamily="34" charset="0"/>
              </a:rPr>
              <a:t>Складається </a:t>
            </a:r>
            <a:r>
              <a:rPr lang="en-US" altLang="en-US" sz="1800" dirty="0" err="1">
                <a:solidFill>
                  <a:srgbClr val="000000"/>
                </a:solidFill>
                <a:latin typeface="Arial" panose="020B0604020202020204" pitchFamily="34" charset="0"/>
              </a:rPr>
              <a:t>з:</a:t>
            </a:r>
            <a:endParaRPr lang="en-US" altLang="en-US" sz="1800" dirty="0" err="1">
              <a:solidFill>
                <a:srgbClr val="000000"/>
              </a:solidFill>
              <a:latin typeface="Arial" panose="020B0604020202020204" pitchFamily="34" charset="0"/>
            </a:endParaRPr>
          </a:p>
          <a:p>
            <a:pPr marL="285750" indent="-285750" defTabSz="457200">
              <a:spcBef>
                <a:spcPts val="450"/>
              </a:spcBef>
              <a:buFont typeface="Arial" panose="020B0604020202020204" pitchFamily="34" charset="0"/>
              <a:buChar char="•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  <a:tab pos="9601200" algn="l"/>
                <a:tab pos="10058400" algn="l"/>
                <a:tab pos="10515600" algn="l"/>
              </a:tabLst>
            </a:pPr>
            <a:r>
              <a:rPr lang="en-US" altLang="en-US" sz="1800" dirty="0" err="1">
                <a:solidFill>
                  <a:srgbClr val="0070C0"/>
                </a:solidFill>
                <a:latin typeface="Arial" panose="020B0604020202020204" pitchFamily="34" charset="0"/>
              </a:rPr>
              <a:t>Код</a:t>
            </a:r>
            <a:r>
              <a:rPr lang="uk-UA" sz="1800" dirty="0" err="1">
                <a:solidFill>
                  <a:srgbClr val="0070C0"/>
                </a:solidFill>
                <a:latin typeface="Arial" panose="020B0604020202020204" pitchFamily="34" charset="0"/>
              </a:rPr>
              <a:t>у </a:t>
            </a:r>
            <a:r>
              <a:rPr lang="uk-UA" altLang="en-US" sz="1800" dirty="0" err="1">
                <a:solidFill>
                  <a:srgbClr val="0070C0"/>
                </a:solidFill>
                <a:latin typeface="Arial" panose="020B0604020202020204" pitchFamily="34" charset="0"/>
              </a:rPr>
              <a:t>стану </a:t>
            </a:r>
            <a:r>
              <a:rPr lang="en-US" altLang="en-US" sz="1800" dirty="0" err="1">
                <a:solidFill>
                  <a:srgbClr val="000000"/>
                </a:solidFill>
                <a:latin typeface="Arial" panose="020B0604020202020204" pitchFamily="34" charset="0"/>
              </a:rPr>
              <a:t>(Status Code): Числов</a:t>
            </a:r>
            <a:r>
              <a:rPr lang="uk-UA" altLang="en-US" sz="1800" dirty="0" err="1">
                <a:solidFill>
                  <a:srgbClr val="000000"/>
                </a:solidFill>
                <a:latin typeface="Arial" panose="020B0604020202020204" pitchFamily="34" charset="0"/>
              </a:rPr>
              <a:t>и</a:t>
            </a:r>
            <a:r>
              <a:rPr lang="en-US" altLang="en-US" sz="1800" dirty="0" err="1">
                <a:solidFill>
                  <a:srgbClr val="000000"/>
                </a:solidFill>
                <a:latin typeface="Arial" panose="020B0604020202020204" pitchFamily="34" charset="0"/>
              </a:rPr>
              <a:t>й код, </a:t>
            </a:r>
            <a:r>
              <a:rPr lang="uk-UA" altLang="en-US" sz="1800" dirty="0" err="1">
                <a:solidFill>
                  <a:srgbClr val="000000"/>
                </a:solidFill>
                <a:latin typeface="Arial" panose="020B0604020202020204" pitchFamily="34" charset="0"/>
              </a:rPr>
              <a:t>що показує </a:t>
            </a:r>
            <a:r>
              <a:rPr lang="en-US" altLang="en-US" sz="1800" dirty="0" err="1">
                <a:solidFill>
                  <a:srgbClr val="000000"/>
                </a:solidFill>
                <a:latin typeface="Arial" panose="020B0604020202020204" pitchFamily="34" charset="0"/>
              </a:rPr>
              <a:t>результат </a:t>
            </a:r>
            <a:r>
              <a:rPr lang="uk-UA" altLang="en-US" sz="1800" dirty="0" err="1">
                <a:solidFill>
                  <a:srgbClr val="000000"/>
                </a:solidFill>
                <a:latin typeface="Arial" panose="020B0604020202020204" pitchFamily="34" charset="0"/>
              </a:rPr>
              <a:t>запиту</a:t>
            </a:r>
            <a:r>
              <a:rPr lang="en-US" altLang="en-US" sz="1800" dirty="0" err="1">
                <a:solidFill>
                  <a:srgbClr val="000000"/>
                </a:solidFill>
                <a:latin typeface="Arial" panose="020B0604020202020204" pitchFamily="34" charset="0"/>
              </a:rPr>
              <a:t>:</a:t>
            </a:r>
            <a:endParaRPr lang="en-US" altLang="en-US" sz="1800" dirty="0" err="1">
              <a:solidFill>
                <a:srgbClr val="000000"/>
              </a:solidFill>
              <a:latin typeface="Arial" panose="020B0604020202020204" pitchFamily="34" charset="0"/>
            </a:endParaRPr>
          </a:p>
          <a:p>
            <a:pPr marL="742950" lvl="1" indent="-285750" defTabSz="457200">
              <a:spcBef>
                <a:spcPts val="450"/>
              </a:spcBef>
              <a:buFont typeface="Arial" panose="020B0604020202020204" pitchFamily="34" charset="0"/>
              <a:buChar char="•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  <a:tab pos="9601200" algn="l"/>
                <a:tab pos="10058400" algn="l"/>
                <a:tab pos="10515600" algn="l"/>
              </a:tabLst>
            </a:pPr>
            <a:r>
              <a:rPr lang="en-US" altLang="en-US" sz="1800" b="1" dirty="0" err="1">
                <a:solidFill>
                  <a:srgbClr val="000000"/>
                </a:solidFill>
                <a:latin typeface="Arial" panose="020B0604020202020204" pitchFamily="34" charset="0"/>
              </a:rPr>
              <a:t>200 </a:t>
            </a:r>
            <a:r>
              <a:rPr lang="en-US" altLang="en-US" sz="1800" dirty="0" err="1">
                <a:solidFill>
                  <a:srgbClr val="000000"/>
                </a:solidFill>
                <a:latin typeface="Arial" panose="020B0604020202020204" pitchFamily="34" charset="0"/>
              </a:rPr>
              <a:t>OK — </a:t>
            </a:r>
            <a:r>
              <a:rPr lang="uk-UA" altLang="en-US" sz="1800" dirty="0" err="1">
                <a:solidFill>
                  <a:srgbClr val="000000"/>
                </a:solidFill>
                <a:latin typeface="Arial" panose="020B0604020202020204" pitchFamily="34" charset="0"/>
              </a:rPr>
              <a:t>запит завершено успішно </a:t>
            </a:r>
            <a:r>
              <a:rPr lang="en-US" altLang="en-US" sz="1800" b="1" dirty="0" err="1">
                <a:solidFill>
                  <a:srgbClr val="0070C0"/>
                </a:solidFill>
                <a:latin typeface="Arial" panose="020B0604020202020204" pitchFamily="34" charset="0"/>
                <a:hlinkClick r:id="rId1" tooltip="" action="ppaction://hlinkfile"/>
              </a:rPr>
              <a:t>https://http.cat/</a:t>
            </a:r>
            <a:endParaRPr lang="en-US" altLang="en-US" sz="1800" dirty="0" err="1">
              <a:solidFill>
                <a:srgbClr val="000000"/>
              </a:solidFill>
              <a:latin typeface="Arial" panose="020B0604020202020204" pitchFamily="34" charset="0"/>
            </a:endParaRPr>
          </a:p>
          <a:p>
            <a:pPr marL="742950" lvl="1" indent="-285750" defTabSz="457200">
              <a:spcBef>
                <a:spcPts val="450"/>
              </a:spcBef>
              <a:buFont typeface="Arial" panose="020B0604020202020204" pitchFamily="34" charset="0"/>
              <a:buChar char="•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  <a:tab pos="9601200" algn="l"/>
                <a:tab pos="10058400" algn="l"/>
                <a:tab pos="10515600" algn="l"/>
              </a:tabLst>
            </a:pPr>
            <a:r>
              <a:rPr lang="uk-UA" altLang="en-US" sz="1800" dirty="0" err="1">
                <a:solidFill>
                  <a:srgbClr val="000000"/>
                </a:solidFill>
                <a:latin typeface="Arial" panose="020B0604020202020204" pitchFamily="34" charset="0"/>
              </a:rPr>
              <a:t>301 </a:t>
            </a:r>
            <a:r>
              <a:rPr lang="en-US" altLang="en-US" sz="1800" dirty="0" err="1">
                <a:solidFill>
                  <a:srgbClr val="000000"/>
                </a:solidFill>
                <a:latin typeface="Arial" panose="020B0604020202020204" pitchFamily="34" charset="0"/>
              </a:rPr>
              <a:t>Moved Permanently</a:t>
            </a:r>
            <a:r>
              <a:rPr lang="uk-UA" altLang="en-US" sz="1800" dirty="0" err="1">
                <a:solidFill>
                  <a:srgbClr val="000000"/>
                </a:solidFill>
                <a:latin typeface="Arial" panose="020B0604020202020204" pitchFamily="34" charset="0"/>
              </a:rPr>
              <a:t> - </a:t>
            </a:r>
            <a:r>
              <a:rPr lang="ru-RU" altLang="en-US" sz="1800" dirty="0" err="1">
                <a:solidFill>
                  <a:srgbClr val="000000"/>
                </a:solidFill>
                <a:latin typeface="Arial" panose="020B0604020202020204" pitchFamily="34" charset="0"/>
              </a:rPr>
              <a:t>ресурс </a:t>
            </a:r>
            <a:r>
              <a:rPr lang="uk-UA" altLang="ru-RU" sz="1800" dirty="0" err="1">
                <a:solidFill>
                  <a:srgbClr val="000000"/>
                </a:solidFill>
                <a:latin typeface="Arial" panose="020B0604020202020204" pitchFamily="34" charset="0"/>
              </a:rPr>
              <a:t>було переміщено</a:t>
            </a:r>
            <a:endParaRPr lang="ru-RU" altLang="en-US" sz="1800" dirty="0" err="1">
              <a:solidFill>
                <a:srgbClr val="000000"/>
              </a:solidFill>
              <a:latin typeface="Arial" panose="020B0604020202020204" pitchFamily="34" charset="0"/>
            </a:endParaRPr>
          </a:p>
          <a:p>
            <a:pPr marL="742950" lvl="1" indent="-285750" defTabSz="457200">
              <a:spcBef>
                <a:spcPts val="450"/>
              </a:spcBef>
              <a:buFont typeface="Arial" panose="020B0604020202020204" pitchFamily="34" charset="0"/>
              <a:buChar char="•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  <a:tab pos="9601200" algn="l"/>
                <a:tab pos="10058400" algn="l"/>
                <a:tab pos="10515600" algn="l"/>
              </a:tabLst>
            </a:pPr>
            <a:r>
              <a:rPr lang="ru-RU" altLang="en-US" sz="1800" dirty="0" err="1">
                <a:solidFill>
                  <a:srgbClr val="000000"/>
                </a:solidFill>
                <a:latin typeface="Arial" panose="020B0604020202020204" pitchFamily="34" charset="0"/>
              </a:rPr>
              <a:t>400 </a:t>
            </a:r>
            <a:r>
              <a:rPr lang="en-US" altLang="en-US" sz="1800" dirty="0" err="1">
                <a:solidFill>
                  <a:srgbClr val="000000"/>
                </a:solidFill>
                <a:latin typeface="Arial" panose="020B0604020202020204" pitchFamily="34" charset="0"/>
              </a:rPr>
              <a:t>Bad Request - </a:t>
            </a:r>
            <a:r>
              <a:rPr lang="uk-UA" sz="1800" dirty="0" err="1">
                <a:solidFill>
                  <a:srgbClr val="000000"/>
                </a:solidFill>
                <a:latin typeface="Arial" panose="020B0604020202020204" pitchFamily="34" charset="0"/>
              </a:rPr>
              <a:t>запит складено невірно</a:t>
            </a:r>
            <a:endParaRPr lang="uk-UA" sz="1800" dirty="0" err="1">
              <a:solidFill>
                <a:srgbClr val="000000"/>
              </a:solidFill>
              <a:latin typeface="Arial" panose="020B0604020202020204" pitchFamily="34" charset="0"/>
            </a:endParaRPr>
          </a:p>
          <a:p>
            <a:pPr marL="742950" lvl="1" indent="-285750" defTabSz="457200">
              <a:spcBef>
                <a:spcPts val="450"/>
              </a:spcBef>
              <a:buFont typeface="Arial" panose="020B0604020202020204" pitchFamily="34" charset="0"/>
              <a:buChar char="•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  <a:tab pos="9601200" algn="l"/>
                <a:tab pos="10058400" algn="l"/>
                <a:tab pos="10515600" algn="l"/>
              </a:tabLst>
            </a:pPr>
            <a:r>
              <a:rPr lang="en-US" altLang="en-US" b="1" dirty="0" err="1">
                <a:sym typeface="+mn-ea"/>
              </a:rPr>
              <a:t>403 </a:t>
            </a:r>
            <a:r>
              <a:rPr lang="en-US" altLang="en-US" dirty="0" err="1">
                <a:sym typeface="+mn-ea"/>
              </a:rPr>
              <a:t>Forbidden — доступ </a:t>
            </a:r>
            <a:r>
              <a:rPr lang="uk-UA" altLang="en-US" dirty="0" err="1">
                <a:sym typeface="+mn-ea"/>
              </a:rPr>
              <a:t>заборонено	</a:t>
            </a:r>
            <a:endParaRPr lang="en-US" altLang="en-US" sz="1800" dirty="0" err="1">
              <a:solidFill>
                <a:srgbClr val="000000"/>
              </a:solidFill>
              <a:latin typeface="Arial" panose="020B0604020202020204" pitchFamily="34" charset="0"/>
            </a:endParaRPr>
          </a:p>
          <a:p>
            <a:pPr marL="742950" lvl="1" indent="-285750" defTabSz="457200">
              <a:spcBef>
                <a:spcPts val="450"/>
              </a:spcBef>
              <a:buFont typeface="Arial" panose="020B0604020202020204" pitchFamily="34" charset="0"/>
              <a:buChar char="•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  <a:tab pos="9601200" algn="l"/>
                <a:tab pos="10058400" algn="l"/>
                <a:tab pos="10515600" algn="l"/>
              </a:tabLst>
            </a:pPr>
            <a:r>
              <a:rPr lang="en-US" altLang="en-US" sz="1800" b="1" dirty="0" err="1">
                <a:solidFill>
                  <a:srgbClr val="000000"/>
                </a:solidFill>
                <a:latin typeface="Arial" panose="020B0604020202020204" pitchFamily="34" charset="0"/>
              </a:rPr>
              <a:t>404 </a:t>
            </a:r>
            <a:r>
              <a:rPr lang="en-US" altLang="en-US" sz="1800" dirty="0" err="1">
                <a:solidFill>
                  <a:srgbClr val="000000"/>
                </a:solidFill>
                <a:latin typeface="Arial" panose="020B0604020202020204" pitchFamily="34" charset="0"/>
              </a:rPr>
              <a:t>Not Found — ресурс не </a:t>
            </a:r>
            <a:r>
              <a:rPr lang="uk-UA" altLang="en-US" sz="1800" dirty="0" err="1">
                <a:solidFill>
                  <a:srgbClr val="000000"/>
                </a:solidFill>
                <a:latin typeface="Arial" panose="020B0604020202020204" pitchFamily="34" charset="0"/>
              </a:rPr>
              <a:t>було з</a:t>
            </a:r>
            <a:r>
              <a:rPr lang="en-US" altLang="en-US" sz="1800" dirty="0" err="1">
                <a:solidFill>
                  <a:srgbClr val="000000"/>
                </a:solidFill>
                <a:latin typeface="Arial" panose="020B0604020202020204" pitchFamily="34" charset="0"/>
              </a:rPr>
              <a:t>найден</a:t>
            </a:r>
            <a:r>
              <a:rPr lang="uk-UA" altLang="en-US" sz="1800" dirty="0" err="1">
                <a:solidFill>
                  <a:srgbClr val="000000"/>
                </a:solidFill>
                <a:latin typeface="Arial" panose="020B0604020202020204" pitchFamily="34" charset="0"/>
              </a:rPr>
              <a:t>о</a:t>
            </a:r>
            <a:endParaRPr lang="en-US" altLang="en-US" sz="1800" dirty="0" err="1">
              <a:solidFill>
                <a:srgbClr val="000000"/>
              </a:solidFill>
              <a:latin typeface="Arial" panose="020B0604020202020204" pitchFamily="34" charset="0"/>
            </a:endParaRPr>
          </a:p>
          <a:p>
            <a:pPr marL="742950" lvl="1" indent="-285750" defTabSz="457200">
              <a:spcBef>
                <a:spcPts val="450"/>
              </a:spcBef>
              <a:buFont typeface="Arial" panose="020B0604020202020204" pitchFamily="34" charset="0"/>
              <a:buChar char="•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  <a:tab pos="9601200" algn="l"/>
                <a:tab pos="10058400" algn="l"/>
                <a:tab pos="10515600" algn="l"/>
              </a:tabLst>
            </a:pPr>
            <a:r>
              <a:rPr lang="en-US" altLang="en-US" sz="1800" b="1" dirty="0" err="1">
                <a:solidFill>
                  <a:srgbClr val="000000"/>
                </a:solidFill>
                <a:latin typeface="Arial" panose="020B0604020202020204" pitchFamily="34" charset="0"/>
              </a:rPr>
              <a:t>500 </a:t>
            </a:r>
            <a:r>
              <a:rPr lang="en-US" altLang="en-US" sz="1800" dirty="0" err="1">
                <a:solidFill>
                  <a:srgbClr val="000000"/>
                </a:solidFill>
                <a:latin typeface="Arial" panose="020B0604020202020204" pitchFamily="34" charset="0"/>
              </a:rPr>
              <a:t>Internal Server Error — </a:t>
            </a:r>
            <a:r>
              <a:rPr lang="uk-UA" altLang="en-US" sz="1800" dirty="0" err="1">
                <a:solidFill>
                  <a:srgbClr val="000000"/>
                </a:solidFill>
                <a:latin typeface="Arial" panose="020B0604020202020204" pitchFamily="34" charset="0"/>
              </a:rPr>
              <a:t>помилка на боці сервера</a:t>
            </a:r>
            <a:endParaRPr lang="en-US" altLang="en-US" sz="1800" dirty="0" err="1">
              <a:solidFill>
                <a:srgbClr val="000000"/>
              </a:solidFill>
              <a:latin typeface="Arial" panose="020B0604020202020204" pitchFamily="34" charset="0"/>
            </a:endParaRPr>
          </a:p>
          <a:p>
            <a:pPr marL="285750" indent="-285750" defTabSz="457200">
              <a:spcBef>
                <a:spcPts val="450"/>
              </a:spcBef>
              <a:buFont typeface="Arial" panose="020B0604020202020204" pitchFamily="34" charset="0"/>
              <a:buChar char="•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  <a:tab pos="9601200" algn="l"/>
                <a:tab pos="10058400" algn="l"/>
                <a:tab pos="10515600" algn="l"/>
              </a:tabLst>
            </a:pPr>
            <a:r>
              <a:rPr lang="en-US" altLang="en-US" sz="1800" dirty="0" err="1">
                <a:solidFill>
                  <a:srgbClr val="0070C0"/>
                </a:solidFill>
                <a:latin typeface="Arial" panose="020B0604020202020204" pitchFamily="34" charset="0"/>
              </a:rPr>
              <a:t>Заголов</a:t>
            </a:r>
            <a:r>
              <a:rPr lang="uk-UA" altLang="en-US" sz="1800" dirty="0" err="1">
                <a:solidFill>
                  <a:srgbClr val="0070C0"/>
                </a:solidFill>
                <a:latin typeface="Arial" panose="020B0604020202020204" pitchFamily="34" charset="0"/>
              </a:rPr>
              <a:t>ків</a:t>
            </a:r>
            <a:r>
              <a:rPr lang="en-US" altLang="en-US" sz="1800" dirty="0" err="1">
                <a:solidFill>
                  <a:srgbClr val="000000"/>
                </a:solidFill>
                <a:latin typeface="Arial" panose="020B0604020202020204" pitchFamily="34" charset="0"/>
              </a:rPr>
              <a:t> (Headers): Метадан</a:t>
            </a:r>
            <a:r>
              <a:rPr lang="uk-UA" altLang="en-US" sz="1800" dirty="0" err="1">
                <a:solidFill>
                  <a:srgbClr val="000000"/>
                </a:solidFill>
                <a:latin typeface="Arial" panose="020B0604020202020204" pitchFamily="34" charset="0"/>
              </a:rPr>
              <a:t>і</a:t>
            </a:r>
            <a:r>
              <a:rPr lang="en-US" altLang="en-US" sz="1800" dirty="0" err="1">
                <a:solidFill>
                  <a:srgbClr val="000000"/>
                </a:solidFill>
                <a:latin typeface="Arial" panose="020B0604020202020204" pitchFamily="34" charset="0"/>
              </a:rPr>
              <a:t> </a:t>
            </a:r>
            <a:r>
              <a:rPr lang="uk-UA" altLang="en-US" sz="1800" dirty="0" err="1">
                <a:solidFill>
                  <a:srgbClr val="000000"/>
                </a:solidFill>
                <a:latin typeface="Arial" panose="020B0604020202020204" pitchFamily="34" charset="0"/>
              </a:rPr>
              <a:t>відповіді </a:t>
            </a:r>
            <a:r>
              <a:rPr lang="en-US" altLang="en-US" sz="1800" dirty="0" err="1">
                <a:solidFill>
                  <a:srgbClr val="000000"/>
                </a:solidFill>
                <a:latin typeface="Arial" panose="020B0604020202020204" pitchFamily="34" charset="0"/>
              </a:rPr>
              <a:t>(</a:t>
            </a:r>
            <a:r>
              <a:rPr lang="uk-UA" altLang="en-US" sz="1800" dirty="0" err="1">
                <a:solidFill>
                  <a:srgbClr val="000000"/>
                </a:solidFill>
                <a:latin typeface="Arial" panose="020B0604020202020204" pitchFamily="34" charset="0"/>
              </a:rPr>
              <a:t>наприклад</a:t>
            </a:r>
            <a:r>
              <a:rPr lang="en-US" altLang="en-US" sz="1800" dirty="0" err="1">
                <a:solidFill>
                  <a:srgbClr val="000000"/>
                </a:solidFill>
                <a:latin typeface="Arial" panose="020B0604020202020204" pitchFamily="34" charset="0"/>
              </a:rPr>
              <a:t>, Content-Length, Server</a:t>
            </a:r>
            <a:r>
              <a:rPr lang="uk-UA" altLang="en-US" sz="1800" dirty="0" err="1">
                <a:solidFill>
                  <a:srgbClr val="000000"/>
                </a:solidFill>
                <a:latin typeface="Arial" panose="020B0604020202020204" pitchFamily="34" charset="0"/>
              </a:rPr>
              <a:t> тощо</a:t>
            </a:r>
            <a:r>
              <a:rPr lang="en-US" altLang="en-US" sz="1800" dirty="0" err="1">
                <a:solidFill>
                  <a:srgbClr val="000000"/>
                </a:solidFill>
                <a:latin typeface="Arial" panose="020B0604020202020204" pitchFamily="34" charset="0"/>
              </a:rPr>
              <a:t>)</a:t>
            </a:r>
            <a:endParaRPr lang="en-US" altLang="en-US" sz="1800" dirty="0" err="1">
              <a:solidFill>
                <a:srgbClr val="000000"/>
              </a:solidFill>
              <a:latin typeface="Arial" panose="020B0604020202020204" pitchFamily="34" charset="0"/>
            </a:endParaRPr>
          </a:p>
          <a:p>
            <a:pPr marL="285750" indent="-285750" defTabSz="457200">
              <a:spcBef>
                <a:spcPts val="450"/>
              </a:spcBef>
              <a:buFont typeface="Arial" panose="020B0604020202020204" pitchFamily="34" charset="0"/>
              <a:buChar char="•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  <a:tab pos="9601200" algn="l"/>
                <a:tab pos="10058400" algn="l"/>
                <a:tab pos="10515600" algn="l"/>
              </a:tabLst>
            </a:pPr>
            <a:r>
              <a:rPr lang="en-US" altLang="en-US" sz="1800" dirty="0" err="1">
                <a:solidFill>
                  <a:srgbClr val="0070C0"/>
                </a:solidFill>
                <a:latin typeface="Arial" panose="020B0604020202020204" pitchFamily="34" charset="0"/>
              </a:rPr>
              <a:t>Т</a:t>
            </a:r>
            <a:r>
              <a:rPr lang="uk-UA" altLang="en-US" sz="1800" dirty="0" err="1">
                <a:solidFill>
                  <a:srgbClr val="0070C0"/>
                </a:solidFill>
                <a:latin typeface="Arial" panose="020B0604020202020204" pitchFamily="34" charset="0"/>
              </a:rPr>
              <a:t>і</a:t>
            </a:r>
            <a:r>
              <a:rPr lang="en-US" altLang="en-US" sz="1800" dirty="0" err="1">
                <a:solidFill>
                  <a:srgbClr val="0070C0"/>
                </a:solidFill>
                <a:latin typeface="Arial" panose="020B0604020202020204" pitchFamily="34" charset="0"/>
              </a:rPr>
              <a:t>л</a:t>
            </a:r>
            <a:r>
              <a:rPr lang="uk-UA" altLang="en-US" sz="1800" dirty="0" err="1">
                <a:solidFill>
                  <a:srgbClr val="0070C0"/>
                </a:solidFill>
                <a:latin typeface="Arial" panose="020B0604020202020204" pitchFamily="34" charset="0"/>
              </a:rPr>
              <a:t>а</a:t>
            </a:r>
            <a:r>
              <a:rPr lang="en-US" altLang="en-US" sz="1800" dirty="0" err="1">
                <a:solidFill>
                  <a:srgbClr val="0070C0"/>
                </a:solidFill>
                <a:latin typeface="Arial" panose="020B0604020202020204" pitchFamily="34" charset="0"/>
              </a:rPr>
              <a:t> </a:t>
            </a:r>
            <a:r>
              <a:rPr lang="en-US" altLang="en-US" sz="1800" dirty="0" err="1">
                <a:solidFill>
                  <a:srgbClr val="000000"/>
                </a:solidFill>
                <a:latin typeface="Arial" panose="020B0604020202020204" pitchFamily="34" charset="0"/>
              </a:rPr>
              <a:t>(Body): Дан</a:t>
            </a:r>
            <a:r>
              <a:rPr lang="uk-UA" altLang="en-US" sz="1800" dirty="0" err="1">
                <a:solidFill>
                  <a:srgbClr val="000000"/>
                </a:solidFill>
                <a:latin typeface="Arial" panose="020B0604020202020204" pitchFamily="34" charset="0"/>
              </a:rPr>
              <a:t>і, які повернув сервер</a:t>
            </a:r>
            <a:r>
              <a:rPr lang="en-US" altLang="en-US" sz="1800" dirty="0" err="1">
                <a:solidFill>
                  <a:srgbClr val="000000"/>
                </a:solidFill>
                <a:latin typeface="Arial" panose="020B0604020202020204" pitchFamily="34" charset="0"/>
              </a:rPr>
              <a:t> (HTML-</a:t>
            </a:r>
            <a:r>
              <a:rPr lang="uk-UA" altLang="en-US" sz="1800" dirty="0" err="1">
                <a:solidFill>
                  <a:srgbClr val="000000"/>
                </a:solidFill>
                <a:latin typeface="Arial" panose="020B0604020202020204" pitchFamily="34" charset="0"/>
              </a:rPr>
              <a:t>сторінка</a:t>
            </a:r>
            <a:r>
              <a:rPr lang="ru-RU" altLang="en-US" sz="1800" dirty="0" err="1">
                <a:solidFill>
                  <a:srgbClr val="000000"/>
                </a:solidFill>
                <a:latin typeface="Arial" panose="020B0604020202020204" pitchFamily="34" charset="0"/>
              </a:rPr>
              <a:t>, </a:t>
            </a:r>
            <a:r>
              <a:rPr lang="en-US" altLang="en-US" sz="1800" dirty="0" err="1">
                <a:solidFill>
                  <a:srgbClr val="000000"/>
                </a:solidFill>
                <a:latin typeface="Arial" panose="020B0604020202020204" pitchFamily="34" charset="0"/>
              </a:rPr>
              <a:t>JSON </a:t>
            </a:r>
            <a:r>
              <a:rPr lang="uk-UA" altLang="en-US" sz="1800" dirty="0" err="1">
                <a:solidFill>
                  <a:srgbClr val="000000"/>
                </a:solidFill>
                <a:latin typeface="Arial" panose="020B0604020202020204" pitchFamily="34" charset="0"/>
              </a:rPr>
              <a:t>тощо</a:t>
            </a:r>
            <a:r>
              <a:rPr lang="en-US" altLang="en-US" sz="1800" dirty="0" err="1">
                <a:solidFill>
                  <a:srgbClr val="000000"/>
                </a:solidFill>
                <a:latin typeface="Arial" panose="020B0604020202020204" pitchFamily="34" charset="0"/>
              </a:rPr>
              <a:t>)</a:t>
            </a:r>
            <a:r>
              <a:rPr lang="uk-UA" altLang="en-US" sz="1800" dirty="0" err="1">
                <a:solidFill>
                  <a:srgbClr val="000000"/>
                </a:solidFill>
                <a:latin typeface="Arial" panose="020B0604020202020204" pitchFamily="34" charset="0"/>
              </a:rPr>
              <a:t>, якщо було що повертати :)</a:t>
            </a:r>
            <a:endParaRPr lang="en-US" altLang="en-US" sz="1800" dirty="0" err="1">
              <a:solidFill>
                <a:srgbClr val="000000"/>
              </a:solidFill>
              <a:latin typeface="Arial" panose="020B0604020202020204" pitchFamily="34" charset="0"/>
            </a:endParaRPr>
          </a:p>
          <a:p>
            <a:pPr defTabSz="457200">
              <a:spcBef>
                <a:spcPts val="450"/>
              </a:spcBef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  <a:tab pos="9601200" algn="l"/>
                <a:tab pos="10058400" algn="l"/>
                <a:tab pos="10515600" algn="l"/>
              </a:tabLst>
            </a:pPr>
            <a:endParaRPr lang="en-US" altLang="en-US" sz="1800" dirty="0" err="1">
              <a:solidFill>
                <a:srgbClr val="000000"/>
              </a:solidFill>
              <a:latin typeface="Arial" panose="020B0604020202020204" pitchFamily="34" charset="0"/>
            </a:endParaRPr>
          </a:p>
        </p:txBody>
      </p:sp>
    </p:spTree>
  </p:cSld>
  <p:clrMapOvr>
    <a:masterClrMapping/>
  </p:clrMapOvr>
  <p:transition spd="med"/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7410" name="Text Box 10240"/>
          <p:cNvSpPr txBox="1"/>
          <p:nvPr/>
        </p:nvSpPr>
        <p:spPr>
          <a:xfrm>
            <a:off x="195263" y="228600"/>
            <a:ext cx="8015287" cy="914400"/>
          </a:xfrm>
          <a:prstGeom prst="rect">
            <a:avLst/>
          </a:prstGeom>
          <a:noFill/>
          <a:ln w="9525">
            <a:noFill/>
          </a:ln>
        </p:spPr>
        <p:txBody>
          <a:bodyPr wrap="square" lIns="91440" tIns="45720" rIns="91440" bIns="45720" anchor="ctr" anchorCtr="0"/>
          <a:p>
            <a:pPr defTabSz="457200">
              <a:buClrTx/>
              <a:buFontTx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</a:pPr>
            <a:r>
              <a:rPr lang="en-US" sz="4200" dirty="0" err="1">
                <a:solidFill>
                  <a:srgbClr val="FFFFFF"/>
                </a:solidFill>
                <a:latin typeface="Arial" panose="020B0604020202020204" pitchFamily="34" charset="0"/>
              </a:rPr>
              <a:t>REST API</a:t>
            </a:r>
            <a:endParaRPr lang="en-US" sz="4200" dirty="0" err="1">
              <a:solidFill>
                <a:srgbClr val="FFFFFF"/>
              </a:solidFill>
              <a:latin typeface="Arial" panose="020B0604020202020204" pitchFamily="34" charset="0"/>
            </a:endParaRPr>
          </a:p>
        </p:txBody>
      </p:sp>
      <p:sp>
        <p:nvSpPr>
          <p:cNvPr id="17411" name="Text Box 10241"/>
          <p:cNvSpPr txBox="1"/>
          <p:nvPr/>
        </p:nvSpPr>
        <p:spPr>
          <a:xfrm>
            <a:off x="513080" y="1412875"/>
            <a:ext cx="8068945" cy="4419600"/>
          </a:xfrm>
          <a:prstGeom prst="rect">
            <a:avLst/>
          </a:prstGeom>
          <a:noFill/>
          <a:ln w="9525">
            <a:noFill/>
          </a:ln>
        </p:spPr>
        <p:txBody>
          <a:bodyPr wrap="square" lIns="91440" tIns="45720" rIns="91440" bIns="45720" anchor="t" anchorCtr="0"/>
          <a:p>
            <a:pPr defTabSz="457200">
              <a:spcBef>
                <a:spcPts val="450"/>
              </a:spcBef>
              <a:buFont typeface="Arial" panose="020B0604020202020204" pitchFamily="34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  <a:tab pos="9601200" algn="l"/>
                <a:tab pos="10058400" algn="l"/>
                <a:tab pos="10515600" algn="l"/>
              </a:tabLst>
            </a:pPr>
            <a:r>
              <a:rPr lang="en-US" altLang="en-US" sz="1800" b="1" dirty="0" err="1">
                <a:solidFill>
                  <a:srgbClr val="000000"/>
                </a:solidFill>
                <a:latin typeface="Arial" panose="020B0604020202020204" pitchFamily="34" charset="0"/>
              </a:rPr>
              <a:t>REST API </a:t>
            </a:r>
            <a:r>
              <a:rPr lang="en-US" altLang="en-US" sz="1800" dirty="0" err="1">
                <a:solidFill>
                  <a:srgbClr val="000000"/>
                </a:solidFill>
                <a:latin typeface="Arial" panose="020B0604020202020204" pitchFamily="34" charset="0"/>
              </a:rPr>
              <a:t>(Representational State Transfer API) — це архітектурний стиль для проектування веб-сервісів, заснований на принципах HTTP. У REST API клієнт і сервер взаємодіють через стандартні HTTP-методи, </a:t>
            </a:r>
            <a:r>
              <a:rPr lang="uk-UA" altLang="en-US" sz="1800" dirty="0" err="1">
                <a:solidFill>
                  <a:srgbClr val="000000"/>
                </a:solidFill>
                <a:latin typeface="Arial" panose="020B0604020202020204" pitchFamily="34" charset="0"/>
              </a:rPr>
              <a:t>           </a:t>
            </a:r>
            <a:r>
              <a:rPr lang="en-US" altLang="en-US" sz="1800" dirty="0" err="1">
                <a:solidFill>
                  <a:srgbClr val="000000"/>
                </a:solidFill>
                <a:latin typeface="Arial" panose="020B0604020202020204" pitchFamily="34" charset="0"/>
              </a:rPr>
              <a:t>такі як GET, POST та інші, для виконання операцій з ресурсами.</a:t>
            </a:r>
            <a:endParaRPr lang="en-US" altLang="en-US" sz="1800" dirty="0" err="1">
              <a:solidFill>
                <a:srgbClr val="000000"/>
              </a:solidFill>
              <a:latin typeface="Arial" panose="020B0604020202020204" pitchFamily="34" charset="0"/>
            </a:endParaRPr>
          </a:p>
          <a:p>
            <a:pPr defTabSz="457200">
              <a:spcBef>
                <a:spcPts val="450"/>
              </a:spcBef>
              <a:buFont typeface="Arial" panose="020B0604020202020204" pitchFamily="34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  <a:tab pos="9601200" algn="l"/>
                <a:tab pos="10058400" algn="l"/>
                <a:tab pos="10515600" algn="l"/>
              </a:tabLst>
            </a:pPr>
            <a:r>
              <a:rPr lang="en-US" altLang="en-US" sz="1800" dirty="0" err="1">
                <a:solidFill>
                  <a:srgbClr val="000000"/>
                </a:solidFill>
                <a:latin typeface="Arial" panose="020B0604020202020204" pitchFamily="34" charset="0"/>
              </a:rPr>
              <a:t>Основні принципи REST API: </a:t>
            </a:r>
            <a:endParaRPr lang="en-US" altLang="en-US" sz="1800" dirty="0" err="1">
              <a:solidFill>
                <a:srgbClr val="000000"/>
              </a:solidFill>
              <a:latin typeface="Arial" panose="020B0604020202020204" pitchFamily="34" charset="0"/>
            </a:endParaRPr>
          </a:p>
          <a:p>
            <a:pPr marL="285750" indent="-285750" defTabSz="457200">
              <a:spcBef>
                <a:spcPts val="450"/>
              </a:spcBef>
              <a:buFont typeface="Arial" panose="020B0604020202020204" pitchFamily="34" charset="0"/>
              <a:buChar char="•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  <a:tab pos="9601200" algn="l"/>
                <a:tab pos="10058400" algn="l"/>
                <a:tab pos="10515600" algn="l"/>
              </a:tabLst>
            </a:pPr>
            <a:r>
              <a:rPr lang="en-US" altLang="en-US" sz="1800" b="1" dirty="0" err="1">
                <a:solidFill>
                  <a:srgbClr val="000000"/>
                </a:solidFill>
                <a:latin typeface="Arial" panose="020B0604020202020204" pitchFamily="34" charset="0"/>
              </a:rPr>
              <a:t>Stateless </a:t>
            </a:r>
            <a:r>
              <a:rPr lang="en-US" altLang="en-US" sz="1800" dirty="0" err="1">
                <a:solidFill>
                  <a:srgbClr val="000000"/>
                </a:solidFill>
                <a:latin typeface="Arial" panose="020B0604020202020204" pitchFamily="34" charset="0"/>
              </a:rPr>
              <a:t>— кожен запит від клієнта до сервера повинен містити всю інформацію для обробки запиту, сервер не повинен зберігати стан </a:t>
            </a:r>
            <a:r>
              <a:rPr lang="uk-UA" altLang="en-US" sz="1800" dirty="0" err="1">
                <a:solidFill>
                  <a:srgbClr val="000000"/>
                </a:solidFill>
                <a:latin typeface="Arial" panose="020B0604020202020204" pitchFamily="34" charset="0"/>
              </a:rPr>
              <a:t>  </a:t>
            </a:r>
            <a:r>
              <a:rPr lang="en-US" altLang="en-US" sz="1800" dirty="0" err="1">
                <a:solidFill>
                  <a:srgbClr val="000000"/>
                </a:solidFill>
                <a:latin typeface="Arial" panose="020B0604020202020204" pitchFamily="34" charset="0"/>
              </a:rPr>
              <a:t>між запитами </a:t>
            </a:r>
            <a:endParaRPr lang="en-US" altLang="en-US" sz="1800" dirty="0" err="1">
              <a:solidFill>
                <a:srgbClr val="000000"/>
              </a:solidFill>
              <a:latin typeface="Arial" panose="020B0604020202020204" pitchFamily="34" charset="0"/>
            </a:endParaRPr>
          </a:p>
          <a:p>
            <a:pPr marL="285750" indent="-285750" defTabSz="457200">
              <a:spcBef>
                <a:spcPts val="450"/>
              </a:spcBef>
              <a:buFont typeface="Arial" panose="020B0604020202020204" pitchFamily="34" charset="0"/>
              <a:buChar char="•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  <a:tab pos="9601200" algn="l"/>
                <a:tab pos="10058400" algn="l"/>
                <a:tab pos="10515600" algn="l"/>
              </a:tabLst>
            </a:pPr>
            <a:r>
              <a:rPr lang="en-US" altLang="en-US" sz="1800" b="1" dirty="0" err="1">
                <a:solidFill>
                  <a:srgbClr val="000000"/>
                </a:solidFill>
                <a:latin typeface="Arial" panose="020B0604020202020204" pitchFamily="34" charset="0"/>
              </a:rPr>
              <a:t>Використання HTTP-методів</a:t>
            </a:r>
            <a:r>
              <a:rPr lang="en-US" altLang="en-US" sz="1800" dirty="0" err="1">
                <a:solidFill>
                  <a:srgbClr val="000000"/>
                </a:solidFill>
                <a:latin typeface="Arial" panose="020B0604020202020204" pitchFamily="34" charset="0"/>
              </a:rPr>
              <a:t> — методи GET, POST, PUT, DELETE використовуються для виконання операцій з ресурсами (наприклад, отримання даних, створення, оновлення або видалення) </a:t>
            </a:r>
            <a:endParaRPr lang="en-US" altLang="en-US" sz="1800" dirty="0" err="1">
              <a:solidFill>
                <a:srgbClr val="000000"/>
              </a:solidFill>
              <a:latin typeface="Arial" panose="020B0604020202020204" pitchFamily="34" charset="0"/>
            </a:endParaRPr>
          </a:p>
          <a:p>
            <a:pPr marL="285750" indent="-285750" defTabSz="457200">
              <a:spcBef>
                <a:spcPts val="450"/>
              </a:spcBef>
              <a:buFont typeface="Arial" panose="020B0604020202020204" pitchFamily="34" charset="0"/>
              <a:buChar char="•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  <a:tab pos="9601200" algn="l"/>
                <a:tab pos="10058400" algn="l"/>
                <a:tab pos="10515600" algn="l"/>
              </a:tabLst>
            </a:pPr>
            <a:r>
              <a:rPr lang="en-US" altLang="en-US" sz="1800" b="1" dirty="0" err="1">
                <a:solidFill>
                  <a:srgbClr val="000000"/>
                </a:solidFill>
                <a:latin typeface="Arial" panose="020B0604020202020204" pitchFamily="34" charset="0"/>
              </a:rPr>
              <a:t>Ресурси </a:t>
            </a:r>
            <a:r>
              <a:rPr lang="en-US" altLang="en-US" sz="1800" dirty="0" err="1">
                <a:solidFill>
                  <a:srgbClr val="000000"/>
                </a:solidFill>
                <a:latin typeface="Arial" panose="020B0604020202020204" pitchFamily="34" charset="0"/>
              </a:rPr>
              <a:t>- в REST кожен ресурс (наприклад, дані користувача, товари) доступний за унікальним URL, і взаємодія з ними здійснюється </a:t>
            </a:r>
            <a:r>
              <a:rPr lang="uk-UA" altLang="en-US" sz="1800" dirty="0" err="1">
                <a:solidFill>
                  <a:srgbClr val="000000"/>
                </a:solidFill>
                <a:latin typeface="Arial" panose="020B0604020202020204" pitchFamily="34" charset="0"/>
              </a:rPr>
              <a:t>    </a:t>
            </a:r>
            <a:r>
              <a:rPr lang="en-US" altLang="en-US" sz="1800" dirty="0" err="1">
                <a:solidFill>
                  <a:srgbClr val="000000"/>
                </a:solidFill>
                <a:latin typeface="Arial" panose="020B0604020202020204" pitchFamily="34" charset="0"/>
              </a:rPr>
              <a:t>через HTTP-запити</a:t>
            </a:r>
            <a:endParaRPr lang="en-US" altLang="en-US" sz="1800" dirty="0" err="1">
              <a:solidFill>
                <a:srgbClr val="000000"/>
              </a:solidFill>
              <a:latin typeface="Arial" panose="020B0604020202020204" pitchFamily="34" charset="0"/>
            </a:endParaRPr>
          </a:p>
          <a:p>
            <a:pPr defTabSz="457200">
              <a:spcBef>
                <a:spcPts val="450"/>
              </a:spcBef>
              <a:buFont typeface="Arial" panose="020B0604020202020204" pitchFamily="34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  <a:tab pos="9601200" algn="l"/>
                <a:tab pos="10058400" algn="l"/>
                <a:tab pos="10515600" algn="l"/>
              </a:tabLst>
            </a:pPr>
            <a:r>
              <a:rPr lang="en-US" altLang="en-US" sz="1800" dirty="0" err="1">
                <a:solidFill>
                  <a:srgbClr val="000000"/>
                </a:solidFill>
                <a:latin typeface="Arial" panose="020B0604020202020204" pitchFamily="34" charset="0"/>
              </a:rPr>
              <a:t>Приклад запиту до REST API:</a:t>
            </a:r>
            <a:endParaRPr lang="en-US" altLang="en-US" sz="1800" dirty="0" err="1">
              <a:solidFill>
                <a:srgbClr val="000000"/>
              </a:solidFill>
              <a:latin typeface="Arial" panose="020B0604020202020204" pitchFamily="34" charset="0"/>
            </a:endParaRPr>
          </a:p>
          <a:p>
            <a:pPr indent="457200" defTabSz="457200">
              <a:spcBef>
                <a:spcPts val="450"/>
              </a:spcBef>
              <a:buFont typeface="Arial" panose="020B0604020202020204" pitchFamily="34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  <a:tab pos="9601200" algn="l"/>
                <a:tab pos="10058400" algn="l"/>
                <a:tab pos="10515600" algn="l"/>
              </a:tabLst>
            </a:pPr>
            <a:r>
              <a:rPr lang="en-US" altLang="en-US" sz="1800" b="1" dirty="0" err="1">
                <a:solidFill>
                  <a:srgbClr val="000000"/>
                </a:solidFill>
                <a:latin typeface="Arial" panose="020B0604020202020204" pitchFamily="34" charset="0"/>
              </a:rPr>
              <a:t>GET http://localhost:8080/store/product/123</a:t>
            </a:r>
            <a:endParaRPr lang="en-US" altLang="en-US" sz="1800" b="1" dirty="0" err="1">
              <a:solidFill>
                <a:srgbClr val="000000"/>
              </a:solidFill>
              <a:latin typeface="Arial" panose="020B0604020202020204" pitchFamily="34" charset="0"/>
            </a:endParaRPr>
          </a:p>
        </p:txBody>
      </p:sp>
    </p:spTree>
  </p:cSld>
  <p:clrMapOvr>
    <a:masterClrMapping/>
  </p:clrMapOvr>
  <p:transition spd="med"/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7410" name="Text Box 10240"/>
          <p:cNvSpPr txBox="1"/>
          <p:nvPr/>
        </p:nvSpPr>
        <p:spPr>
          <a:xfrm>
            <a:off x="195263" y="228600"/>
            <a:ext cx="8015287" cy="914400"/>
          </a:xfrm>
          <a:prstGeom prst="rect">
            <a:avLst/>
          </a:prstGeom>
          <a:noFill/>
          <a:ln w="9525">
            <a:noFill/>
          </a:ln>
        </p:spPr>
        <p:txBody>
          <a:bodyPr wrap="square" lIns="91440" tIns="45720" rIns="91440" bIns="45720" anchor="ctr" anchorCtr="0"/>
          <a:p>
            <a:pPr defTabSz="457200">
              <a:buClrTx/>
              <a:buFontTx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</a:pPr>
            <a:r>
              <a:rPr lang="uk-UA" sz="4200" dirty="0" err="1">
                <a:solidFill>
                  <a:srgbClr val="FFFFFF"/>
                </a:solidFill>
                <a:latin typeface="Arial" panose="020B0604020202020204" pitchFamily="34" charset="0"/>
              </a:rPr>
              <a:t>Типова структура</a:t>
            </a:r>
            <a:r>
              <a:rPr lang="en-US" altLang="uk-UA" sz="4200" dirty="0" err="1">
                <a:solidFill>
                  <a:srgbClr val="FFFFFF"/>
                </a:solidFill>
                <a:latin typeface="Arial" panose="020B0604020202020204" pitchFamily="34" charset="0"/>
              </a:rPr>
              <a:t> </a:t>
            </a:r>
            <a:r>
              <a:rPr lang="en-US" sz="4200" dirty="0" err="1">
                <a:solidFill>
                  <a:srgbClr val="FFFFFF"/>
                </a:solidFill>
                <a:latin typeface="Arial" panose="020B0604020202020204" pitchFamily="34" charset="0"/>
              </a:rPr>
              <a:t>HTTP-</a:t>
            </a:r>
            <a:r>
              <a:rPr lang="uk-UA" sz="4200" dirty="0" err="1">
                <a:solidFill>
                  <a:srgbClr val="FFFFFF"/>
                </a:solidFill>
                <a:latin typeface="Arial" panose="020B0604020202020204" pitchFamily="34" charset="0"/>
              </a:rPr>
              <a:t>запиту</a:t>
            </a:r>
            <a:endParaRPr lang="en-US" altLang="uk-UA" sz="4200" dirty="0" err="1">
              <a:solidFill>
                <a:srgbClr val="FFFFFF"/>
              </a:solidFill>
              <a:latin typeface="Arial" panose="020B0604020202020204" pitchFamily="34" charset="0"/>
            </a:endParaRPr>
          </a:p>
        </p:txBody>
      </p:sp>
      <p:sp>
        <p:nvSpPr>
          <p:cNvPr id="17411" name="Text Box 10241"/>
          <p:cNvSpPr txBox="1"/>
          <p:nvPr/>
        </p:nvSpPr>
        <p:spPr>
          <a:xfrm>
            <a:off x="468313" y="1412875"/>
            <a:ext cx="8135937" cy="4419600"/>
          </a:xfrm>
          <a:prstGeom prst="rect">
            <a:avLst/>
          </a:prstGeom>
          <a:noFill/>
          <a:ln w="9525">
            <a:noFill/>
          </a:ln>
        </p:spPr>
        <p:txBody>
          <a:bodyPr wrap="square" lIns="91440" tIns="45720" rIns="91440" bIns="45720" anchor="t" anchorCtr="0"/>
          <a:p>
            <a:pPr defTabSz="457200">
              <a:spcBef>
                <a:spcPts val="450"/>
              </a:spcBef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  <a:tab pos="9601200" algn="l"/>
                <a:tab pos="10058400" algn="l"/>
                <a:tab pos="10515600" algn="l"/>
              </a:tabLst>
            </a:pPr>
            <a:r>
              <a:rPr lang="en-US" altLang="en-US" sz="2300" b="1" dirty="0" err="1">
                <a:solidFill>
                  <a:srgbClr val="000000"/>
                </a:solidFill>
                <a:latin typeface="Arial" panose="020B0604020202020204" pitchFamily="34" charset="0"/>
              </a:rPr>
              <a:t>GET /index.html HTTP/1.1</a:t>
            </a:r>
            <a:r>
              <a:rPr lang="en-US" altLang="en-US" sz="2300" dirty="0" err="1">
                <a:solidFill>
                  <a:srgbClr val="000000"/>
                </a:solidFill>
                <a:latin typeface="Arial" panose="020B0604020202020204" pitchFamily="34" charset="0"/>
              </a:rPr>
              <a:t>  </a:t>
            </a:r>
            <a:r>
              <a:rPr lang="en-US" altLang="en-US" sz="2300" dirty="0" err="1">
                <a:solidFill>
                  <a:srgbClr val="00B050"/>
                </a:solidFill>
                <a:latin typeface="Arial" panose="020B0604020202020204" pitchFamily="34" charset="0"/>
              </a:rPr>
              <a:t>// (Request Line)</a:t>
            </a:r>
            <a:endParaRPr lang="en-US" altLang="en-US" sz="2300" dirty="0" err="1">
              <a:solidFill>
                <a:srgbClr val="00B050"/>
              </a:solidFill>
              <a:latin typeface="Arial" panose="020B0604020202020204" pitchFamily="34" charset="0"/>
            </a:endParaRPr>
          </a:p>
          <a:p>
            <a:pPr defTabSz="457200">
              <a:spcBef>
                <a:spcPts val="450"/>
              </a:spcBef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  <a:tab pos="9601200" algn="l"/>
                <a:tab pos="10058400" algn="l"/>
                <a:tab pos="10515600" algn="l"/>
              </a:tabLst>
            </a:pPr>
            <a:r>
              <a:rPr lang="en-US" altLang="en-US" sz="2300" b="1" dirty="0" err="1">
                <a:solidFill>
                  <a:srgbClr val="000000"/>
                </a:solidFill>
                <a:latin typeface="Arial" panose="020B0604020202020204" pitchFamily="34" charset="0"/>
              </a:rPr>
              <a:t>Host</a:t>
            </a:r>
            <a:r>
              <a:rPr lang="en-US" altLang="en-US" sz="2300" dirty="0" err="1">
                <a:solidFill>
                  <a:srgbClr val="000000"/>
                </a:solidFill>
                <a:latin typeface="Arial" panose="020B0604020202020204" pitchFamily="34" charset="0"/>
              </a:rPr>
              <a:t>: www.google.com        </a:t>
            </a:r>
            <a:r>
              <a:rPr lang="en-US" altLang="en-US" sz="2300" dirty="0" err="1">
                <a:solidFill>
                  <a:srgbClr val="00B050"/>
                </a:solidFill>
                <a:latin typeface="Arial" panose="020B0604020202020204" pitchFamily="34" charset="0"/>
              </a:rPr>
              <a:t>// (Headers)</a:t>
            </a:r>
            <a:endParaRPr lang="en-US" altLang="en-US" sz="2300" dirty="0" err="1">
              <a:solidFill>
                <a:srgbClr val="00B050"/>
              </a:solidFill>
              <a:latin typeface="Arial" panose="020B0604020202020204" pitchFamily="34" charset="0"/>
            </a:endParaRPr>
          </a:p>
          <a:p>
            <a:pPr defTabSz="457200">
              <a:spcBef>
                <a:spcPts val="450"/>
              </a:spcBef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  <a:tab pos="9601200" algn="l"/>
                <a:tab pos="10058400" algn="l"/>
                <a:tab pos="10515600" algn="l"/>
              </a:tabLst>
            </a:pPr>
            <a:r>
              <a:rPr lang="en-US" altLang="en-US" sz="2300" b="1" dirty="0" err="1">
                <a:solidFill>
                  <a:srgbClr val="000000"/>
                </a:solidFill>
                <a:latin typeface="Arial" panose="020B0604020202020204" pitchFamily="34" charset="0"/>
              </a:rPr>
              <a:t>User-Agent</a:t>
            </a:r>
            <a:r>
              <a:rPr lang="en-US" altLang="en-US" sz="2300" dirty="0" err="1">
                <a:solidFill>
                  <a:srgbClr val="000000"/>
                </a:solidFill>
                <a:latin typeface="Arial" panose="020B0604020202020204" pitchFamily="34" charset="0"/>
              </a:rPr>
              <a:t>: Mozilla/5.0 (Windows NT 10.0; Win64; x64) AppleWebKit/537.36 (KHTML, like Gecko) Chrome/147.0.0.0 Safari/537.36</a:t>
            </a:r>
            <a:endParaRPr lang="en-US" altLang="en-US" sz="2300" dirty="0" err="1">
              <a:solidFill>
                <a:srgbClr val="000000"/>
              </a:solidFill>
              <a:latin typeface="Arial" panose="020B0604020202020204" pitchFamily="34" charset="0"/>
            </a:endParaRPr>
          </a:p>
          <a:p>
            <a:pPr defTabSz="457200">
              <a:spcBef>
                <a:spcPts val="450"/>
              </a:spcBef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  <a:tab pos="9601200" algn="l"/>
                <a:tab pos="10058400" algn="l"/>
                <a:tab pos="10515600" algn="l"/>
              </a:tabLst>
            </a:pPr>
            <a:r>
              <a:rPr lang="en-US" altLang="en-US" sz="2300" b="1" dirty="0" err="1">
                <a:solidFill>
                  <a:srgbClr val="000000"/>
                </a:solidFill>
                <a:latin typeface="Arial" panose="020B0604020202020204" pitchFamily="34" charset="0"/>
              </a:rPr>
              <a:t>Accept</a:t>
            </a:r>
            <a:r>
              <a:rPr lang="en-US" altLang="en-US" sz="2300" dirty="0" err="1">
                <a:solidFill>
                  <a:srgbClr val="000000"/>
                </a:solidFill>
                <a:latin typeface="Arial" panose="020B0604020202020204" pitchFamily="34" charset="0"/>
              </a:rPr>
              <a:t>: text/html</a:t>
            </a:r>
            <a:endParaRPr lang="en-US" altLang="en-US" sz="2300" dirty="0" err="1">
              <a:solidFill>
                <a:srgbClr val="000000"/>
              </a:solidFill>
              <a:latin typeface="Arial" panose="020B0604020202020204" pitchFamily="34" charset="0"/>
            </a:endParaRPr>
          </a:p>
          <a:p>
            <a:pPr defTabSz="457200">
              <a:spcBef>
                <a:spcPts val="450"/>
              </a:spcBef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  <a:tab pos="9601200" algn="l"/>
                <a:tab pos="10058400" algn="l"/>
                <a:tab pos="10515600" algn="l"/>
              </a:tabLst>
            </a:pPr>
            <a:r>
              <a:rPr lang="en-US" altLang="en-US" sz="2300" b="1" dirty="0" err="1">
                <a:solidFill>
                  <a:srgbClr val="000000"/>
                </a:solidFill>
                <a:latin typeface="Arial" panose="020B0604020202020204" pitchFamily="34" charset="0"/>
              </a:rPr>
              <a:t>Authorization</a:t>
            </a:r>
            <a:r>
              <a:rPr lang="en-US" altLang="en-US" sz="2300" dirty="0" err="1">
                <a:solidFill>
                  <a:srgbClr val="000000"/>
                </a:solidFill>
                <a:latin typeface="Arial" panose="020B0604020202020204" pitchFamily="34" charset="0"/>
              </a:rPr>
              <a:t>: Alex password1234</a:t>
            </a:r>
            <a:endParaRPr lang="en-US" altLang="en-US" sz="2300" dirty="0" err="1">
              <a:solidFill>
                <a:srgbClr val="000000"/>
              </a:solidFill>
              <a:latin typeface="Arial" panose="020B0604020202020204" pitchFamily="34" charset="0"/>
            </a:endParaRPr>
          </a:p>
          <a:p>
            <a:pPr defTabSz="457200">
              <a:spcBef>
                <a:spcPts val="450"/>
              </a:spcBef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  <a:tab pos="9601200" algn="l"/>
                <a:tab pos="10058400" algn="l"/>
                <a:tab pos="10515600" algn="l"/>
              </a:tabLst>
            </a:pPr>
            <a:endParaRPr lang="en-US" altLang="en-US" sz="2300" dirty="0" err="1">
              <a:solidFill>
                <a:srgbClr val="000000"/>
              </a:solidFill>
              <a:latin typeface="Arial" panose="020B0604020202020204" pitchFamily="34" charset="0"/>
            </a:endParaRPr>
          </a:p>
          <a:p>
            <a:pPr defTabSz="457200">
              <a:spcBef>
                <a:spcPts val="450"/>
              </a:spcBef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  <a:tab pos="9601200" algn="l"/>
                <a:tab pos="10058400" algn="l"/>
                <a:tab pos="10515600" algn="l"/>
              </a:tabLst>
            </a:pPr>
            <a:endParaRPr lang="en-US" altLang="en-US" sz="2300" dirty="0" err="1">
              <a:solidFill>
                <a:srgbClr val="000000"/>
              </a:solidFill>
              <a:latin typeface="Arial" panose="020B0604020202020204" pitchFamily="34" charset="0"/>
            </a:endParaRPr>
          </a:p>
          <a:p>
            <a:pPr algn="ctr" defTabSz="457200">
              <a:spcBef>
                <a:spcPts val="450"/>
              </a:spcBef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  <a:tab pos="9601200" algn="l"/>
                <a:tab pos="10058400" algn="l"/>
                <a:tab pos="10515600" algn="l"/>
              </a:tabLst>
            </a:pPr>
            <a:r>
              <a:rPr lang="en-US" altLang="en-US" sz="2300" b="1" dirty="0" err="1">
                <a:solidFill>
                  <a:srgbClr val="0070C0"/>
                </a:solidFill>
                <a:latin typeface="Arial" panose="020B0604020202020204" pitchFamily="34" charset="0"/>
                <a:hlinkClick r:id="rId1" tooltip="" action="ppaction://hlinkfile"/>
              </a:rPr>
              <a:t>https://www.whatismybrowser.com/</a:t>
            </a:r>
            <a:endParaRPr lang="en-US" altLang="en-US" sz="2300" b="1" dirty="0" err="1">
              <a:solidFill>
                <a:srgbClr val="0070C0"/>
              </a:solidFill>
              <a:latin typeface="Arial" panose="020B0604020202020204" pitchFamily="34" charset="0"/>
            </a:endParaRPr>
          </a:p>
        </p:txBody>
      </p:sp>
    </p:spTree>
  </p:cSld>
  <p:clrMapOvr>
    <a:masterClrMapping/>
  </p:clrMapOvr>
  <p:transition spd="med"/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7410" name="Text Box 10240"/>
          <p:cNvSpPr txBox="1"/>
          <p:nvPr/>
        </p:nvSpPr>
        <p:spPr>
          <a:xfrm>
            <a:off x="195263" y="228600"/>
            <a:ext cx="8015287" cy="914400"/>
          </a:xfrm>
          <a:prstGeom prst="rect">
            <a:avLst/>
          </a:prstGeom>
          <a:noFill/>
          <a:ln w="9525">
            <a:noFill/>
          </a:ln>
        </p:spPr>
        <p:txBody>
          <a:bodyPr wrap="square" lIns="91440" tIns="45720" rIns="91440" bIns="45720" anchor="ctr" anchorCtr="0"/>
          <a:p>
            <a:pPr defTabSz="457200">
              <a:buClrTx/>
              <a:buFontTx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</a:pPr>
            <a:r>
              <a:rPr lang="uk-UA" sz="4200" dirty="0" err="1">
                <a:solidFill>
                  <a:srgbClr val="FFFFFF"/>
                </a:solidFill>
                <a:latin typeface="Arial" panose="020B0604020202020204" pitchFamily="34" charset="0"/>
              </a:rPr>
              <a:t>Структура</a:t>
            </a:r>
            <a:r>
              <a:rPr lang="en-US" altLang="uk-UA" sz="4200" dirty="0" err="1">
                <a:solidFill>
                  <a:srgbClr val="FFFFFF"/>
                </a:solidFill>
                <a:latin typeface="Arial" panose="020B0604020202020204" pitchFamily="34" charset="0"/>
              </a:rPr>
              <a:t> </a:t>
            </a:r>
            <a:r>
              <a:rPr lang="en-US" sz="4200" dirty="0" err="1">
                <a:solidFill>
                  <a:srgbClr val="FFFFFF"/>
                </a:solidFill>
                <a:latin typeface="Arial" panose="020B0604020202020204" pitchFamily="34" charset="0"/>
              </a:rPr>
              <a:t>HTTP-</a:t>
            </a:r>
            <a:r>
              <a:rPr lang="uk-UA" sz="4200" dirty="0" err="1">
                <a:solidFill>
                  <a:srgbClr val="FFFFFF"/>
                </a:solidFill>
                <a:latin typeface="Arial" panose="020B0604020202020204" pitchFamily="34" charset="0"/>
              </a:rPr>
              <a:t>відповіді</a:t>
            </a:r>
            <a:endParaRPr lang="uk-UA" altLang="uk-UA" sz="4200" dirty="0" err="1">
              <a:solidFill>
                <a:srgbClr val="FFFFFF"/>
              </a:solidFill>
              <a:latin typeface="Arial" panose="020B0604020202020204" pitchFamily="34" charset="0"/>
            </a:endParaRPr>
          </a:p>
        </p:txBody>
      </p:sp>
      <p:sp>
        <p:nvSpPr>
          <p:cNvPr id="17411" name="Text Box 10241"/>
          <p:cNvSpPr txBox="1"/>
          <p:nvPr/>
        </p:nvSpPr>
        <p:spPr>
          <a:xfrm>
            <a:off x="468313" y="1412875"/>
            <a:ext cx="8135937" cy="4419600"/>
          </a:xfrm>
          <a:prstGeom prst="rect">
            <a:avLst/>
          </a:prstGeom>
          <a:noFill/>
          <a:ln w="9525">
            <a:noFill/>
          </a:ln>
        </p:spPr>
        <p:txBody>
          <a:bodyPr wrap="square" lIns="91440" tIns="45720" rIns="91440" bIns="45720" anchor="t" anchorCtr="0"/>
          <a:p>
            <a:pPr defTabSz="457200">
              <a:spcBef>
                <a:spcPts val="450"/>
              </a:spcBef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  <a:tab pos="9601200" algn="l"/>
                <a:tab pos="10058400" algn="l"/>
                <a:tab pos="10515600" algn="l"/>
              </a:tabLst>
            </a:pPr>
            <a:r>
              <a:rPr lang="en-US" altLang="en-US" sz="1800" b="1" dirty="0" err="1">
                <a:solidFill>
                  <a:schemeClr val="tx1"/>
                </a:solidFill>
                <a:latin typeface="Arial" panose="020B0604020202020204" pitchFamily="34" charset="0"/>
              </a:rPr>
              <a:t>HTTP/1.1 200 OK</a:t>
            </a:r>
            <a:endParaRPr lang="en-US" altLang="en-US" sz="1800" b="1" dirty="0" err="1">
              <a:solidFill>
                <a:schemeClr val="tx1"/>
              </a:solidFill>
              <a:latin typeface="Arial" panose="020B0604020202020204" pitchFamily="34" charset="0"/>
            </a:endParaRPr>
          </a:p>
          <a:p>
            <a:pPr defTabSz="457200">
              <a:spcBef>
                <a:spcPts val="450"/>
              </a:spcBef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  <a:tab pos="9601200" algn="l"/>
                <a:tab pos="10058400" algn="l"/>
                <a:tab pos="10515600" algn="l"/>
              </a:tabLst>
            </a:pPr>
            <a:r>
              <a:rPr lang="en-US" altLang="en-US" sz="1800" b="1" dirty="0" err="1">
                <a:solidFill>
                  <a:schemeClr val="tx1"/>
                </a:solidFill>
                <a:latin typeface="Arial" panose="020B0604020202020204" pitchFamily="34" charset="0"/>
              </a:rPr>
              <a:t>Content-Type: text/html; charset=UTF-8</a:t>
            </a:r>
            <a:endParaRPr lang="en-US" altLang="en-US" sz="1800" b="1" dirty="0" err="1">
              <a:solidFill>
                <a:schemeClr val="tx1"/>
              </a:solidFill>
              <a:latin typeface="Arial" panose="020B0604020202020204" pitchFamily="34" charset="0"/>
            </a:endParaRPr>
          </a:p>
          <a:p>
            <a:pPr defTabSz="457200">
              <a:spcBef>
                <a:spcPts val="450"/>
              </a:spcBef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  <a:tab pos="9601200" algn="l"/>
                <a:tab pos="10058400" algn="l"/>
                <a:tab pos="10515600" algn="l"/>
              </a:tabLst>
            </a:pPr>
            <a:r>
              <a:rPr lang="en-US" altLang="en-US" sz="1800" b="1" dirty="0" err="1">
                <a:solidFill>
                  <a:schemeClr val="tx1"/>
                </a:solidFill>
                <a:latin typeface="Arial" panose="020B0604020202020204" pitchFamily="34" charset="0"/>
              </a:rPr>
              <a:t>Content-Length: 1234</a:t>
            </a:r>
            <a:endParaRPr lang="en-US" altLang="en-US" sz="1800" b="1" dirty="0" err="1">
              <a:solidFill>
                <a:schemeClr val="tx1"/>
              </a:solidFill>
              <a:latin typeface="Arial" panose="020B0604020202020204" pitchFamily="34" charset="0"/>
            </a:endParaRPr>
          </a:p>
          <a:p>
            <a:pPr defTabSz="457200">
              <a:spcBef>
                <a:spcPts val="450"/>
              </a:spcBef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  <a:tab pos="9601200" algn="l"/>
                <a:tab pos="10058400" algn="l"/>
                <a:tab pos="10515600" algn="l"/>
              </a:tabLst>
            </a:pPr>
            <a:r>
              <a:rPr lang="en-US" altLang="en-US" sz="1800" b="1" dirty="0" err="1">
                <a:solidFill>
                  <a:schemeClr val="tx1"/>
                </a:solidFill>
                <a:latin typeface="Arial" panose="020B0604020202020204" pitchFamily="34" charset="0"/>
              </a:rPr>
              <a:t>Date: Sat, 2</a:t>
            </a:r>
            <a:r>
              <a:rPr lang="uk-UA" altLang="en-US" sz="1800" b="1" dirty="0" err="1">
                <a:solidFill>
                  <a:schemeClr val="tx1"/>
                </a:solidFill>
                <a:latin typeface="Arial" panose="020B0604020202020204" pitchFamily="34" charset="0"/>
              </a:rPr>
              <a:t>5</a:t>
            </a:r>
            <a:r>
              <a:rPr lang="en-US" altLang="en-US" sz="1800" b="1" dirty="0" err="1">
                <a:solidFill>
                  <a:schemeClr val="tx1"/>
                </a:solidFill>
                <a:latin typeface="Arial" panose="020B0604020202020204" pitchFamily="34" charset="0"/>
              </a:rPr>
              <a:t> Oct 2025 16:40:00 GMT</a:t>
            </a:r>
            <a:endParaRPr lang="en-US" altLang="en-US" sz="1800" b="1" dirty="0" err="1">
              <a:solidFill>
                <a:schemeClr val="tx1"/>
              </a:solidFill>
              <a:latin typeface="Arial" panose="020B0604020202020204" pitchFamily="34" charset="0"/>
            </a:endParaRPr>
          </a:p>
          <a:p>
            <a:pPr defTabSz="457200">
              <a:spcBef>
                <a:spcPts val="450"/>
              </a:spcBef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  <a:tab pos="9601200" algn="l"/>
                <a:tab pos="10058400" algn="l"/>
                <a:tab pos="10515600" algn="l"/>
              </a:tabLst>
            </a:pPr>
            <a:endParaRPr lang="en-US" altLang="en-US" sz="1800" b="1" dirty="0" err="1">
              <a:solidFill>
                <a:schemeClr val="tx1"/>
              </a:solidFill>
              <a:latin typeface="Arial" panose="020B0604020202020204" pitchFamily="34" charset="0"/>
            </a:endParaRPr>
          </a:p>
          <a:p>
            <a:pPr defTabSz="457200">
              <a:spcBef>
                <a:spcPts val="450"/>
              </a:spcBef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  <a:tab pos="9601200" algn="l"/>
                <a:tab pos="10058400" algn="l"/>
                <a:tab pos="10515600" algn="l"/>
              </a:tabLst>
            </a:pPr>
            <a:r>
              <a:rPr lang="en-US" altLang="en-US" sz="1800" b="1" dirty="0" err="1">
                <a:solidFill>
                  <a:schemeClr val="tx1"/>
                </a:solidFill>
                <a:latin typeface="Arial" panose="020B0604020202020204" pitchFamily="34" charset="0"/>
              </a:rPr>
              <a:t>&lt;html&gt;</a:t>
            </a:r>
            <a:endParaRPr lang="en-US" altLang="en-US" sz="1800" b="1" dirty="0" err="1">
              <a:solidFill>
                <a:schemeClr val="tx1"/>
              </a:solidFill>
              <a:latin typeface="Arial" panose="020B0604020202020204" pitchFamily="34" charset="0"/>
            </a:endParaRPr>
          </a:p>
          <a:p>
            <a:pPr defTabSz="457200">
              <a:spcBef>
                <a:spcPts val="450"/>
              </a:spcBef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  <a:tab pos="9601200" algn="l"/>
                <a:tab pos="10058400" algn="l"/>
                <a:tab pos="10515600" algn="l"/>
              </a:tabLst>
            </a:pPr>
            <a:r>
              <a:rPr lang="en-US" altLang="en-US" sz="1800" b="1" dirty="0" err="1">
                <a:solidFill>
                  <a:schemeClr val="tx1"/>
                </a:solidFill>
                <a:latin typeface="Arial" panose="020B0604020202020204" pitchFamily="34" charset="0"/>
              </a:rPr>
              <a:t>  &lt;head&gt;&lt;title&gt;Google&lt;/title&gt;&lt;/head&gt;</a:t>
            </a:r>
            <a:endParaRPr lang="en-US" altLang="en-US" sz="1800" b="1" dirty="0" err="1">
              <a:solidFill>
                <a:schemeClr val="tx1"/>
              </a:solidFill>
              <a:latin typeface="Arial" panose="020B0604020202020204" pitchFamily="34" charset="0"/>
            </a:endParaRPr>
          </a:p>
          <a:p>
            <a:pPr defTabSz="457200">
              <a:spcBef>
                <a:spcPts val="450"/>
              </a:spcBef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  <a:tab pos="9601200" algn="l"/>
                <a:tab pos="10058400" algn="l"/>
                <a:tab pos="10515600" algn="l"/>
              </a:tabLst>
            </a:pPr>
            <a:r>
              <a:rPr lang="en-US" altLang="en-US" sz="1800" b="1" dirty="0" err="1">
                <a:solidFill>
                  <a:schemeClr val="tx1"/>
                </a:solidFill>
                <a:latin typeface="Arial" panose="020B0604020202020204" pitchFamily="34" charset="0"/>
              </a:rPr>
              <a:t>  &lt;body&gt;&lt;h1&gt;Welcome to Google&lt;/h1&gt;&lt;/body&gt;</a:t>
            </a:r>
            <a:endParaRPr lang="en-US" altLang="en-US" sz="1800" b="1" dirty="0" err="1">
              <a:solidFill>
                <a:schemeClr val="tx1"/>
              </a:solidFill>
              <a:latin typeface="Arial" panose="020B0604020202020204" pitchFamily="34" charset="0"/>
            </a:endParaRPr>
          </a:p>
          <a:p>
            <a:pPr defTabSz="457200">
              <a:spcBef>
                <a:spcPts val="450"/>
              </a:spcBef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  <a:tab pos="9601200" algn="l"/>
                <a:tab pos="10058400" algn="l"/>
                <a:tab pos="10515600" algn="l"/>
              </a:tabLst>
            </a:pPr>
            <a:r>
              <a:rPr lang="en-US" altLang="en-US" sz="1800" b="1" dirty="0" err="1">
                <a:solidFill>
                  <a:schemeClr val="tx1"/>
                </a:solidFill>
                <a:latin typeface="Arial" panose="020B0604020202020204" pitchFamily="34" charset="0"/>
              </a:rPr>
              <a:t>&lt;/html&gt;</a:t>
            </a:r>
            <a:endParaRPr lang="en-US" altLang="en-US" sz="1800" b="1" dirty="0" err="1">
              <a:solidFill>
                <a:schemeClr val="tx1"/>
              </a:solidFill>
              <a:latin typeface="Arial" panose="020B0604020202020204" pitchFamily="34" charset="0"/>
            </a:endParaRPr>
          </a:p>
        </p:txBody>
      </p:sp>
      <p:pic>
        <p:nvPicPr>
          <p:cNvPr id="2" name="Picture 1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2852420" y="4104005"/>
            <a:ext cx="3439160" cy="2779395"/>
          </a:xfrm>
          <a:prstGeom prst="rect">
            <a:avLst/>
          </a:prstGeom>
        </p:spPr>
      </p:pic>
    </p:spTree>
  </p:cSld>
  <p:clrMapOvr>
    <a:masterClrMapping/>
  </p:clrMapOvr>
  <p:transition spd="med"/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72706" name="Text Box 36864"/>
          <p:cNvSpPr txBox="1"/>
          <p:nvPr/>
        </p:nvSpPr>
        <p:spPr>
          <a:xfrm>
            <a:off x="195263" y="228600"/>
            <a:ext cx="8015287" cy="914400"/>
          </a:xfrm>
          <a:prstGeom prst="rect">
            <a:avLst/>
          </a:prstGeom>
          <a:noFill/>
          <a:ln w="9525">
            <a:noFill/>
          </a:ln>
        </p:spPr>
        <p:txBody>
          <a:bodyPr wrap="square" lIns="91440" tIns="45720" rIns="91440" bIns="45720" anchor="ctr" anchorCtr="0"/>
          <a:p>
            <a:pPr defTabSz="457200">
              <a:spcBef>
                <a:spcPts val="450"/>
              </a:spcBef>
              <a:buClrTx/>
              <a:buFontTx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  <a:tab pos="9601200" algn="l"/>
                <a:tab pos="10058400" algn="l"/>
                <a:tab pos="10515600" algn="l"/>
              </a:tabLst>
            </a:pPr>
            <a:r>
              <a:rPr lang="en-US" altLang="ru-RU" sz="4200" dirty="0" err="1">
                <a:solidFill>
                  <a:srgbClr val="FFFFFF"/>
                </a:solidFill>
                <a:latin typeface="Arial" panose="020B0604020202020204" pitchFamily="34" charset="0"/>
              </a:rPr>
              <a:t>GET </a:t>
            </a:r>
            <a:r>
              <a:rPr lang="uk-UA" altLang="ru-RU" sz="4200" dirty="0" err="1">
                <a:solidFill>
                  <a:srgbClr val="FFFFFF"/>
                </a:solidFill>
                <a:latin typeface="Arial" panose="020B0604020202020204" pitchFamily="34" charset="0"/>
              </a:rPr>
              <a:t>та </a:t>
            </a:r>
            <a:r>
              <a:rPr lang="en-US" altLang="ru-RU" sz="4200" dirty="0" err="1">
                <a:solidFill>
                  <a:srgbClr val="FFFFFF"/>
                </a:solidFill>
                <a:latin typeface="Arial" panose="020B0604020202020204" pitchFamily="34" charset="0"/>
              </a:rPr>
              <a:t>POST</a:t>
            </a:r>
            <a:endParaRPr lang="en-US" altLang="ru-RU" sz="4200" dirty="0" err="1">
              <a:solidFill>
                <a:srgbClr val="FFFFFF"/>
              </a:solidFill>
              <a:latin typeface="Arial" panose="020B0604020202020204" pitchFamily="34" charset="0"/>
            </a:endParaRPr>
          </a:p>
        </p:txBody>
      </p:sp>
      <p:sp>
        <p:nvSpPr>
          <p:cNvPr id="72707" name="Text Box 36865"/>
          <p:cNvSpPr txBox="1"/>
          <p:nvPr/>
        </p:nvSpPr>
        <p:spPr>
          <a:xfrm>
            <a:off x="468313" y="1412875"/>
            <a:ext cx="8135937" cy="4419600"/>
          </a:xfrm>
          <a:prstGeom prst="rect">
            <a:avLst/>
          </a:prstGeom>
          <a:noFill/>
          <a:ln w="9525">
            <a:noFill/>
          </a:ln>
        </p:spPr>
        <p:txBody>
          <a:bodyPr wrap="square" lIns="91440" tIns="45720" rIns="91440" bIns="45720" anchor="t" anchorCtr="0"/>
          <a:p>
            <a:pPr marL="342900" indent="-342900" defTabSz="457200">
              <a:spcBef>
                <a:spcPts val="450"/>
              </a:spcBef>
              <a:buClrTx/>
              <a:buFont typeface="Arial" panose="020B0604020202020204" pitchFamily="34" charset="0"/>
              <a:buChar char="•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  <a:tab pos="9601200" algn="l"/>
                <a:tab pos="10058400" algn="l"/>
                <a:tab pos="10515600" algn="l"/>
              </a:tabLst>
            </a:pPr>
            <a:r>
              <a:rPr lang="en-US" altLang="en-US" sz="2500" b="1" dirty="0" err="1">
                <a:solidFill>
                  <a:srgbClr val="000000"/>
                </a:solidFill>
                <a:latin typeface="Arial" panose="020B0604020202020204" pitchFamily="34" charset="0"/>
              </a:rPr>
              <a:t>GET </a:t>
            </a:r>
            <a:r>
              <a:rPr lang="en-US" altLang="en-US" sz="2500" dirty="0" err="1">
                <a:solidFill>
                  <a:srgbClr val="000000"/>
                </a:solidFill>
                <a:latin typeface="Arial" panose="020B0604020202020204" pitchFamily="34" charset="0"/>
              </a:rPr>
              <a:t>— це HTTP-метод, який використовується  для запиту даних з сервера. Все, що передається за допомогою GET, </a:t>
            </a:r>
            <a:r>
              <a:rPr lang="en-US" altLang="en-US" sz="2500" u="sng" dirty="0" err="1">
                <a:solidFill>
                  <a:srgbClr val="000000"/>
                </a:solidFill>
                <a:latin typeface="Arial" panose="020B0604020202020204" pitchFamily="34" charset="0"/>
              </a:rPr>
              <a:t>відображається в URL запиту</a:t>
            </a:r>
            <a:r>
              <a:rPr lang="en-US" altLang="en-US" sz="2500" dirty="0" err="1">
                <a:solidFill>
                  <a:srgbClr val="000000"/>
                </a:solidFill>
                <a:latin typeface="Arial" panose="020B0604020202020204" pitchFamily="34" charset="0"/>
              </a:rPr>
              <a:t>. Цей метод підходить для отримання інформації без зміни стану сервера</a:t>
            </a:r>
            <a:endParaRPr lang="en-US" altLang="en-US" sz="2500" dirty="0" err="1">
              <a:solidFill>
                <a:srgbClr val="000000"/>
              </a:solidFill>
              <a:latin typeface="Arial" panose="020B0604020202020204" pitchFamily="34" charset="0"/>
            </a:endParaRPr>
          </a:p>
          <a:p>
            <a:pPr marL="342900" indent="-342900" defTabSz="457200">
              <a:spcBef>
                <a:spcPts val="450"/>
              </a:spcBef>
              <a:buClrTx/>
              <a:buFont typeface="Arial" panose="020B0604020202020204" pitchFamily="34" charset="0"/>
              <a:buChar char="•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  <a:tab pos="9601200" algn="l"/>
                <a:tab pos="10058400" algn="l"/>
                <a:tab pos="10515600" algn="l"/>
              </a:tabLst>
            </a:pPr>
            <a:r>
              <a:rPr lang="en-US" altLang="en-US" sz="2500" b="1" dirty="0" err="1">
                <a:solidFill>
                  <a:srgbClr val="000000"/>
                </a:solidFill>
                <a:latin typeface="Arial" panose="020B0604020202020204" pitchFamily="34" charset="0"/>
              </a:rPr>
              <a:t>POST </a:t>
            </a:r>
            <a:r>
              <a:rPr lang="en-US" altLang="en-US" sz="2500" dirty="0" err="1">
                <a:solidFill>
                  <a:srgbClr val="000000"/>
                </a:solidFill>
                <a:latin typeface="Arial" panose="020B0604020202020204" pitchFamily="34" charset="0"/>
              </a:rPr>
              <a:t>— це HTTP-метод, який використовується для відправки даних на сервер, наприклад, </a:t>
            </a:r>
            <a:r>
              <a:rPr lang="uk-UA" altLang="en-US" sz="2500" dirty="0" err="1">
                <a:solidFill>
                  <a:srgbClr val="000000"/>
                </a:solidFill>
                <a:latin typeface="Arial" panose="020B0604020202020204" pitchFamily="34" charset="0"/>
              </a:rPr>
              <a:t>       </a:t>
            </a:r>
            <a:r>
              <a:rPr lang="en-US" altLang="en-US" sz="2500" dirty="0" err="1">
                <a:solidFill>
                  <a:srgbClr val="000000"/>
                </a:solidFill>
                <a:latin typeface="Arial" panose="020B0604020202020204" pitchFamily="34" charset="0"/>
              </a:rPr>
              <a:t>для створення нових ресурсів або оновлення існуючих. Дані, що передаються через POST, </a:t>
            </a:r>
            <a:r>
              <a:rPr lang="uk-UA" altLang="en-US" sz="2500" dirty="0" err="1">
                <a:solidFill>
                  <a:srgbClr val="000000"/>
                </a:solidFill>
                <a:latin typeface="Arial" panose="020B0604020202020204" pitchFamily="34" charset="0"/>
              </a:rPr>
              <a:t>      </a:t>
            </a:r>
            <a:r>
              <a:rPr lang="en-US" altLang="en-US" sz="2500" u="sng" dirty="0" err="1">
                <a:solidFill>
                  <a:srgbClr val="000000"/>
                </a:solidFill>
                <a:latin typeface="Arial" panose="020B0604020202020204" pitchFamily="34" charset="0"/>
              </a:rPr>
              <a:t>не відображаються в URL і знаходяться в тілі запиту</a:t>
            </a:r>
            <a:endParaRPr lang="en-US" altLang="en-US" sz="2500" u="sng" dirty="0" err="1">
              <a:solidFill>
                <a:srgbClr val="000000"/>
              </a:solidFill>
              <a:latin typeface="Arial" panose="020B0604020202020204" pitchFamily="34" charset="0"/>
            </a:endParaRPr>
          </a:p>
        </p:txBody>
      </p:sp>
    </p:spTree>
  </p:cSld>
  <p:clrMapOvr>
    <a:masterClrMapping/>
  </p:clrMapOvr>
  <p:transition spd="med"/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72706" name="Text Box 36864"/>
          <p:cNvSpPr txBox="1"/>
          <p:nvPr/>
        </p:nvSpPr>
        <p:spPr>
          <a:xfrm>
            <a:off x="195263" y="228600"/>
            <a:ext cx="8015287" cy="914400"/>
          </a:xfrm>
          <a:prstGeom prst="rect">
            <a:avLst/>
          </a:prstGeom>
          <a:noFill/>
          <a:ln w="9525">
            <a:noFill/>
          </a:ln>
        </p:spPr>
        <p:txBody>
          <a:bodyPr wrap="square" lIns="91440" tIns="45720" rIns="91440" bIns="45720" anchor="ctr" anchorCtr="0"/>
          <a:p>
            <a:pPr defTabSz="457200">
              <a:spcBef>
                <a:spcPts val="450"/>
              </a:spcBef>
              <a:buClrTx/>
              <a:buFontTx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  <a:tab pos="9601200" algn="l"/>
                <a:tab pos="10058400" algn="l"/>
                <a:tab pos="10515600" algn="l"/>
              </a:tabLst>
            </a:pPr>
            <a:r>
              <a:rPr lang="uk-UA" sz="4200" dirty="0" err="1">
                <a:solidFill>
                  <a:srgbClr val="FFFFFF"/>
                </a:solidFill>
                <a:latin typeface="Arial" panose="020B0604020202020204" pitchFamily="34" charset="0"/>
              </a:rPr>
              <a:t>Відмінності </a:t>
            </a:r>
            <a:r>
              <a:rPr lang="en-US" altLang="ru-RU" sz="4200" dirty="0" err="1">
                <a:solidFill>
                  <a:srgbClr val="FFFFFF"/>
                </a:solidFill>
                <a:latin typeface="Arial" panose="020B0604020202020204" pitchFamily="34" charset="0"/>
              </a:rPr>
              <a:t>GET </a:t>
            </a:r>
            <a:r>
              <a:rPr lang="uk-UA" altLang="en-US" sz="4200" dirty="0" err="1">
                <a:solidFill>
                  <a:srgbClr val="FFFFFF"/>
                </a:solidFill>
                <a:latin typeface="Arial" panose="020B0604020202020204" pitchFamily="34" charset="0"/>
              </a:rPr>
              <a:t>та</a:t>
            </a:r>
            <a:r>
              <a:rPr lang="uk-UA" altLang="ru-RU" sz="4200" dirty="0" err="1">
                <a:solidFill>
                  <a:srgbClr val="FFFFFF"/>
                </a:solidFill>
                <a:latin typeface="Arial" panose="020B0604020202020204" pitchFamily="34" charset="0"/>
              </a:rPr>
              <a:t> </a:t>
            </a:r>
            <a:r>
              <a:rPr lang="en-US" altLang="ru-RU" sz="4200" dirty="0" err="1">
                <a:solidFill>
                  <a:srgbClr val="FFFFFF"/>
                </a:solidFill>
                <a:latin typeface="Arial" panose="020B0604020202020204" pitchFamily="34" charset="0"/>
              </a:rPr>
              <a:t>POST</a:t>
            </a:r>
            <a:endParaRPr lang="en-US" altLang="ru-RU" sz="4200" dirty="0" err="1">
              <a:solidFill>
                <a:srgbClr val="FFFFFF"/>
              </a:solidFill>
              <a:latin typeface="Arial" panose="020B0604020202020204" pitchFamily="34" charset="0"/>
            </a:endParaRPr>
          </a:p>
        </p:txBody>
      </p:sp>
      <p:sp>
        <p:nvSpPr>
          <p:cNvPr id="72707" name="Text Box 36865"/>
          <p:cNvSpPr txBox="1"/>
          <p:nvPr/>
        </p:nvSpPr>
        <p:spPr>
          <a:xfrm>
            <a:off x="468313" y="1412875"/>
            <a:ext cx="8135937" cy="4419600"/>
          </a:xfrm>
          <a:prstGeom prst="rect">
            <a:avLst/>
          </a:prstGeom>
          <a:noFill/>
          <a:ln w="9525">
            <a:noFill/>
          </a:ln>
        </p:spPr>
        <p:txBody>
          <a:bodyPr wrap="square" lIns="91440" tIns="45720" rIns="91440" bIns="45720" anchor="t" anchorCtr="0"/>
          <a:p>
            <a:pPr marL="342900" indent="-342900" defTabSz="457200">
              <a:spcBef>
                <a:spcPts val="450"/>
              </a:spcBef>
              <a:buClrTx/>
              <a:buFont typeface="Arial" panose="020B0604020202020204" pitchFamily="34" charset="0"/>
              <a:buChar char="•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  <a:tab pos="9601200" algn="l"/>
                <a:tab pos="10058400" algn="l"/>
                <a:tab pos="10515600" algn="l"/>
              </a:tabLst>
            </a:pPr>
            <a:r>
              <a:rPr lang="en-US" altLang="en-US" sz="1900" dirty="0" err="1">
                <a:solidFill>
                  <a:srgbClr val="000000"/>
                </a:solidFill>
                <a:latin typeface="Arial" panose="020B0604020202020204" pitchFamily="34" charset="0"/>
              </a:rPr>
              <a:t>GET використовується для отримання даних з сервера, POST — для відправки даних на сервер (наприклад, для створення або оновлення ресурсів)</a:t>
            </a:r>
            <a:endParaRPr lang="en-US" altLang="en-US" sz="1900" dirty="0" err="1">
              <a:solidFill>
                <a:srgbClr val="000000"/>
              </a:solidFill>
              <a:latin typeface="Arial" panose="020B0604020202020204" pitchFamily="34" charset="0"/>
            </a:endParaRPr>
          </a:p>
          <a:p>
            <a:pPr marL="342900" indent="-342900" defTabSz="457200">
              <a:spcBef>
                <a:spcPts val="450"/>
              </a:spcBef>
              <a:buClrTx/>
              <a:buFont typeface="Arial" panose="020B0604020202020204" pitchFamily="34" charset="0"/>
              <a:buChar char="•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  <a:tab pos="9601200" algn="l"/>
                <a:tab pos="10058400" algn="l"/>
                <a:tab pos="10515600" algn="l"/>
              </a:tabLst>
            </a:pPr>
            <a:r>
              <a:rPr lang="en-US" altLang="en-US" sz="1900" dirty="0" err="1">
                <a:solidFill>
                  <a:srgbClr val="000000"/>
                </a:solidFill>
                <a:latin typeface="Arial" panose="020B0604020202020204" pitchFamily="34" charset="0"/>
              </a:rPr>
              <a:t>GET передає дані в URL, що обмежує їх обсяг (зазвичай до 2048 символів), а також робить їх видимими в адресному рядку</a:t>
            </a:r>
            <a:endParaRPr lang="en-US" altLang="en-US" sz="1900" dirty="0" err="1">
              <a:solidFill>
                <a:srgbClr val="000000"/>
              </a:solidFill>
              <a:latin typeface="Arial" panose="020B0604020202020204" pitchFamily="34" charset="0"/>
            </a:endParaRPr>
          </a:p>
          <a:p>
            <a:pPr marL="342900" indent="-342900" defTabSz="457200">
              <a:spcBef>
                <a:spcPts val="450"/>
              </a:spcBef>
              <a:buClrTx/>
              <a:buFont typeface="Arial" panose="020B0604020202020204" pitchFamily="34" charset="0"/>
              <a:buChar char="•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  <a:tab pos="9601200" algn="l"/>
                <a:tab pos="10058400" algn="l"/>
                <a:tab pos="10515600" algn="l"/>
              </a:tabLst>
            </a:pPr>
            <a:r>
              <a:rPr lang="en-US" altLang="en-US" sz="1900" dirty="0" err="1">
                <a:solidFill>
                  <a:srgbClr val="000000"/>
                </a:solidFill>
                <a:latin typeface="Arial" panose="020B0604020202020204" pitchFamily="34" charset="0"/>
              </a:rPr>
              <a:t>POST передає дані в тілі запиту, що дозволяє передавати набагато більше інформації і не відображати її в URL</a:t>
            </a:r>
            <a:endParaRPr lang="en-US" altLang="en-US" sz="1900" dirty="0" err="1">
              <a:solidFill>
                <a:srgbClr val="000000"/>
              </a:solidFill>
              <a:latin typeface="Arial" panose="020B0604020202020204" pitchFamily="34" charset="0"/>
            </a:endParaRPr>
          </a:p>
          <a:p>
            <a:pPr marL="342900" indent="-342900" defTabSz="457200">
              <a:spcBef>
                <a:spcPts val="450"/>
              </a:spcBef>
              <a:buClrTx/>
              <a:buFont typeface="Arial" panose="020B0604020202020204" pitchFamily="34" charset="0"/>
              <a:buChar char="•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  <a:tab pos="9601200" algn="l"/>
                <a:tab pos="10058400" algn="l"/>
                <a:tab pos="10515600" algn="l"/>
              </a:tabLst>
            </a:pPr>
            <a:r>
              <a:rPr lang="en-US" altLang="en-US" sz="1900" dirty="0" err="1">
                <a:solidFill>
                  <a:srgbClr val="000000"/>
                </a:solidFill>
                <a:latin typeface="Arial" panose="020B0604020202020204" pitchFamily="34" charset="0"/>
              </a:rPr>
              <a:t>GET менш безпечний, оскільки дані відображаються в адресному рядку і можуть зберігатися в браузерах або логах сервера</a:t>
            </a:r>
            <a:endParaRPr lang="en-US" altLang="en-US" sz="1900" dirty="0" err="1">
              <a:solidFill>
                <a:srgbClr val="000000"/>
              </a:solidFill>
              <a:latin typeface="Arial" panose="020B0604020202020204" pitchFamily="34" charset="0"/>
            </a:endParaRPr>
          </a:p>
          <a:p>
            <a:pPr marL="342900" indent="-342900" defTabSz="457200">
              <a:spcBef>
                <a:spcPts val="450"/>
              </a:spcBef>
              <a:buClrTx/>
              <a:buFont typeface="Arial" panose="020B0604020202020204" pitchFamily="34" charset="0"/>
              <a:buChar char="•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  <a:tab pos="9601200" algn="l"/>
                <a:tab pos="10058400" algn="l"/>
                <a:tab pos="10515600" algn="l"/>
              </a:tabLst>
            </a:pPr>
            <a:r>
              <a:rPr lang="en-US" altLang="en-US" sz="1900" dirty="0" err="1">
                <a:solidFill>
                  <a:srgbClr val="000000"/>
                </a:solidFill>
                <a:latin typeface="Arial" panose="020B0604020202020204" pitchFamily="34" charset="0"/>
              </a:rPr>
              <a:t>POST більш безпечний, оскільки дані приховані в тілі запиту </a:t>
            </a:r>
            <a:endParaRPr lang="en-US" altLang="en-US" sz="1900" dirty="0" err="1">
              <a:solidFill>
                <a:srgbClr val="000000"/>
              </a:solidFill>
              <a:latin typeface="Arial" panose="020B0604020202020204" pitchFamily="34" charset="0"/>
            </a:endParaRPr>
          </a:p>
          <a:p>
            <a:pPr marL="342900" indent="-342900" defTabSz="457200">
              <a:spcBef>
                <a:spcPts val="450"/>
              </a:spcBef>
              <a:buClrTx/>
              <a:buFont typeface="Arial" panose="020B0604020202020204" pitchFamily="34" charset="0"/>
              <a:buChar char="•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  <a:tab pos="9601200" algn="l"/>
                <a:tab pos="10058400" algn="l"/>
                <a:tab pos="10515600" algn="l"/>
              </a:tabLst>
            </a:pPr>
            <a:r>
              <a:rPr lang="en-US" altLang="en-US" sz="1900" dirty="0" err="1">
                <a:solidFill>
                  <a:srgbClr val="000000"/>
                </a:solidFill>
                <a:latin typeface="Arial" panose="020B0604020202020204" pitchFamily="34" charset="0"/>
              </a:rPr>
              <a:t>Повторні запити GET не змінюють стан сервера</a:t>
            </a:r>
            <a:endParaRPr lang="en-US" altLang="en-US" sz="1900" dirty="0" err="1">
              <a:solidFill>
                <a:srgbClr val="000000"/>
              </a:solidFill>
              <a:latin typeface="Arial" panose="020B0604020202020204" pitchFamily="34" charset="0"/>
            </a:endParaRPr>
          </a:p>
          <a:p>
            <a:pPr marL="342900" indent="-342900" defTabSz="457200">
              <a:spcBef>
                <a:spcPts val="450"/>
              </a:spcBef>
              <a:buClrTx/>
              <a:buFont typeface="Arial" panose="020B0604020202020204" pitchFamily="34" charset="0"/>
              <a:buChar char="•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  <a:tab pos="9601200" algn="l"/>
                <a:tab pos="10058400" algn="l"/>
                <a:tab pos="10515600" algn="l"/>
              </a:tabLst>
            </a:pPr>
            <a:r>
              <a:rPr lang="en-US" altLang="en-US" sz="1900" dirty="0" err="1">
                <a:solidFill>
                  <a:srgbClr val="000000"/>
                </a:solidFill>
                <a:latin typeface="Arial" panose="020B0604020202020204" pitchFamily="34" charset="0"/>
              </a:rPr>
              <a:t>POST може змінювати стан сервер</a:t>
            </a:r>
            <a:r>
              <a:rPr lang="uk-UA" altLang="en-US" sz="1900" dirty="0" err="1">
                <a:solidFill>
                  <a:srgbClr val="000000"/>
                </a:solidFill>
                <a:latin typeface="Arial" panose="020B0604020202020204" pitchFamily="34" charset="0"/>
              </a:rPr>
              <a:t>а (а може й не змінювати)</a:t>
            </a:r>
            <a:endParaRPr lang="uk-UA" altLang="en-US" sz="1900" dirty="0" err="1">
              <a:solidFill>
                <a:srgbClr val="000000"/>
              </a:solidFill>
              <a:latin typeface="Arial" panose="020B0604020202020204" pitchFamily="34" charset="0"/>
            </a:endParaRPr>
          </a:p>
          <a:p>
            <a:pPr marL="342900" indent="-342900" defTabSz="457200">
              <a:spcBef>
                <a:spcPts val="450"/>
              </a:spcBef>
              <a:buClrTx/>
              <a:buFont typeface="Arial" panose="020B0604020202020204" pitchFamily="34" charset="0"/>
              <a:buChar char="•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  <a:tab pos="9601200" algn="l"/>
                <a:tab pos="10058400" algn="l"/>
                <a:tab pos="10515600" algn="l"/>
              </a:tabLst>
            </a:pPr>
            <a:r>
              <a:rPr lang="en-US" altLang="en-US" sz="1900" dirty="0" err="1">
                <a:solidFill>
                  <a:srgbClr val="000000"/>
                </a:solidFill>
                <a:latin typeface="Arial" panose="020B0604020202020204" pitchFamily="34" charset="0"/>
              </a:rPr>
              <a:t>GET-запити можуть кешуватис</a:t>
            </a:r>
            <a:r>
              <a:rPr lang="uk-UA" altLang="en-US" sz="1900" dirty="0" err="1">
                <a:solidFill>
                  <a:srgbClr val="000000"/>
                </a:solidFill>
                <a:latin typeface="Arial" panose="020B0604020202020204" pitchFamily="34" charset="0"/>
              </a:rPr>
              <a:t>я,</a:t>
            </a:r>
            <a:r>
              <a:rPr lang="en-US" altLang="en-US" sz="1900" dirty="0" err="1">
                <a:solidFill>
                  <a:srgbClr val="000000"/>
                </a:solidFill>
                <a:latin typeface="Arial" panose="020B0604020202020204" pitchFamily="34" charset="0"/>
              </a:rPr>
              <a:t> POST-запити не кешуються</a:t>
            </a:r>
            <a:endParaRPr lang="en-US" altLang="en-US" sz="1900" dirty="0" err="1">
              <a:solidFill>
                <a:srgbClr val="000000"/>
              </a:solidFill>
              <a:latin typeface="Arial" panose="020B0604020202020204" pitchFamily="34" charset="0"/>
            </a:endParaRPr>
          </a:p>
        </p:txBody>
      </p:sp>
    </p:spTree>
  </p:cSld>
  <p:clrMapOvr>
    <a:masterClrMapping/>
  </p:clrMapOvr>
  <p:transition spd="med"/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72706" name="Text Box 36864"/>
          <p:cNvSpPr txBox="1"/>
          <p:nvPr/>
        </p:nvSpPr>
        <p:spPr>
          <a:xfrm>
            <a:off x="195263" y="228600"/>
            <a:ext cx="8015287" cy="914400"/>
          </a:xfrm>
          <a:prstGeom prst="rect">
            <a:avLst/>
          </a:prstGeom>
          <a:noFill/>
          <a:ln w="9525">
            <a:noFill/>
          </a:ln>
        </p:spPr>
        <p:txBody>
          <a:bodyPr wrap="square" lIns="91440" tIns="45720" rIns="91440" bIns="45720" anchor="ctr" anchorCtr="0"/>
          <a:p>
            <a:pPr defTabSz="457200">
              <a:spcBef>
                <a:spcPts val="450"/>
              </a:spcBef>
              <a:buClrTx/>
              <a:buFontTx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  <a:tab pos="9601200" algn="l"/>
                <a:tab pos="10058400" algn="l"/>
                <a:tab pos="10515600" algn="l"/>
              </a:tabLst>
            </a:pPr>
            <a:r>
              <a:rPr lang="en-US" sz="4200" dirty="0" err="1">
                <a:solidFill>
                  <a:srgbClr val="FFFFFF"/>
                </a:solidFill>
                <a:latin typeface="Arial" panose="020B0604020202020204" pitchFamily="34" charset="0"/>
              </a:rPr>
              <a:t>PUT, DELETE </a:t>
            </a:r>
            <a:r>
              <a:rPr lang="uk-UA" altLang="en-US" sz="4200" dirty="0" err="1">
                <a:solidFill>
                  <a:srgbClr val="FFFFFF"/>
                </a:solidFill>
                <a:latin typeface="Arial" panose="020B0604020202020204" pitchFamily="34" charset="0"/>
              </a:rPr>
              <a:t>та</a:t>
            </a:r>
            <a:r>
              <a:rPr lang="uk-UA" sz="4200" dirty="0" err="1">
                <a:solidFill>
                  <a:srgbClr val="FFFFFF"/>
                </a:solidFill>
                <a:latin typeface="Arial" panose="020B0604020202020204" pitchFamily="34" charset="0"/>
              </a:rPr>
              <a:t> </a:t>
            </a:r>
            <a:r>
              <a:rPr lang="en-US" sz="4200" dirty="0" err="1">
                <a:solidFill>
                  <a:srgbClr val="FFFFFF"/>
                </a:solidFill>
                <a:latin typeface="Arial" panose="020B0604020202020204" pitchFamily="34" charset="0"/>
              </a:rPr>
              <a:t>PATCH</a:t>
            </a:r>
            <a:endParaRPr lang="en-US" sz="4200" dirty="0" err="1">
              <a:solidFill>
                <a:srgbClr val="FFFFFF"/>
              </a:solidFill>
              <a:latin typeface="Arial" panose="020B0604020202020204" pitchFamily="34" charset="0"/>
            </a:endParaRPr>
          </a:p>
        </p:txBody>
      </p:sp>
      <p:sp>
        <p:nvSpPr>
          <p:cNvPr id="72707" name="Text Box 36865"/>
          <p:cNvSpPr txBox="1"/>
          <p:nvPr/>
        </p:nvSpPr>
        <p:spPr>
          <a:xfrm>
            <a:off x="468313" y="1412875"/>
            <a:ext cx="8135937" cy="4419600"/>
          </a:xfrm>
          <a:prstGeom prst="rect">
            <a:avLst/>
          </a:prstGeom>
          <a:noFill/>
          <a:ln w="9525">
            <a:noFill/>
          </a:ln>
        </p:spPr>
        <p:txBody>
          <a:bodyPr wrap="square" lIns="91440" tIns="45720" rIns="91440" bIns="45720" anchor="t" anchorCtr="0"/>
          <a:p>
            <a:pPr defTabSz="457200">
              <a:spcBef>
                <a:spcPts val="450"/>
              </a:spcBef>
              <a:buClrTx/>
              <a:buFont typeface="Arial" panose="020B0604020202020204" pitchFamily="34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  <a:tab pos="9601200" algn="l"/>
                <a:tab pos="10058400" algn="l"/>
                <a:tab pos="10515600" algn="l"/>
              </a:tabLst>
            </a:pPr>
            <a:r>
              <a:rPr lang="en-US" altLang="en-US" sz="2000" b="1" dirty="0" err="1">
                <a:solidFill>
                  <a:srgbClr val="000000"/>
                </a:solidFill>
                <a:latin typeface="Arial" panose="020B0604020202020204" pitchFamily="34" charset="0"/>
              </a:rPr>
              <a:t>PUT</a:t>
            </a:r>
            <a:r>
              <a:rPr lang="en-US" altLang="en-US" sz="2000" dirty="0" err="1">
                <a:solidFill>
                  <a:srgbClr val="000000"/>
                </a:solidFill>
                <a:latin typeface="Arial" panose="020B0604020202020204" pitchFamily="34" charset="0"/>
              </a:rPr>
              <a:t>:</a:t>
            </a:r>
            <a:endParaRPr lang="en-US" altLang="en-US" sz="2000" dirty="0" err="1">
              <a:solidFill>
                <a:srgbClr val="000000"/>
              </a:solidFill>
              <a:latin typeface="Arial" panose="020B0604020202020204" pitchFamily="34" charset="0"/>
            </a:endParaRPr>
          </a:p>
          <a:p>
            <a:pPr marL="342900" indent="-342900" defTabSz="457200">
              <a:spcBef>
                <a:spcPts val="450"/>
              </a:spcBef>
              <a:buClrTx/>
              <a:buFont typeface="Arial" panose="020B0604020202020204" pitchFamily="34" charset="0"/>
              <a:buChar char="•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  <a:tab pos="9601200" algn="l"/>
                <a:tab pos="10058400" algn="l"/>
                <a:tab pos="10515600" algn="l"/>
              </a:tabLst>
            </a:pPr>
            <a:r>
              <a:rPr lang="en-US" altLang="en-US" sz="2000" dirty="0" err="1">
                <a:solidFill>
                  <a:srgbClr val="000000"/>
                </a:solidFill>
                <a:latin typeface="Arial" panose="020B0604020202020204" pitchFamily="34" charset="0"/>
              </a:rPr>
              <a:t>Використовується для оновлення існуючого ресурсу</a:t>
            </a:r>
            <a:endParaRPr lang="en-US" altLang="en-US" sz="2000" dirty="0" err="1">
              <a:solidFill>
                <a:srgbClr val="000000"/>
              </a:solidFill>
              <a:latin typeface="Arial" panose="020B0604020202020204" pitchFamily="34" charset="0"/>
            </a:endParaRPr>
          </a:p>
          <a:p>
            <a:pPr marL="342900" indent="-342900" defTabSz="457200">
              <a:spcBef>
                <a:spcPts val="450"/>
              </a:spcBef>
              <a:buClrTx/>
              <a:buFont typeface="Arial" panose="020B0604020202020204" pitchFamily="34" charset="0"/>
              <a:buChar char="•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  <a:tab pos="9601200" algn="l"/>
                <a:tab pos="10058400" algn="l"/>
                <a:tab pos="10515600" algn="l"/>
              </a:tabLst>
            </a:pPr>
            <a:r>
              <a:rPr lang="en-US" altLang="en-US" sz="2000" dirty="0" err="1">
                <a:solidFill>
                  <a:srgbClr val="000000"/>
                </a:solidFill>
                <a:latin typeface="Arial" panose="020B0604020202020204" pitchFamily="34" charset="0"/>
              </a:rPr>
              <a:t>Дані передаються в тілі запиту</a:t>
            </a:r>
            <a:endParaRPr lang="en-US" altLang="en-US" sz="2000" dirty="0" err="1">
              <a:solidFill>
                <a:srgbClr val="000000"/>
              </a:solidFill>
              <a:latin typeface="Arial" panose="020B0604020202020204" pitchFamily="34" charset="0"/>
            </a:endParaRPr>
          </a:p>
          <a:p>
            <a:pPr marL="342900" indent="-342900" defTabSz="457200">
              <a:spcBef>
                <a:spcPts val="450"/>
              </a:spcBef>
              <a:buClrTx/>
              <a:buFont typeface="Arial" panose="020B0604020202020204" pitchFamily="34" charset="0"/>
              <a:buChar char="•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  <a:tab pos="9601200" algn="l"/>
                <a:tab pos="10058400" algn="l"/>
                <a:tab pos="10515600" algn="l"/>
              </a:tabLst>
            </a:pPr>
            <a:r>
              <a:rPr lang="en-US" altLang="en-US" sz="2000" dirty="0" err="1">
                <a:solidFill>
                  <a:srgbClr val="000000"/>
                </a:solidFill>
                <a:latin typeface="Arial" panose="020B0604020202020204" pitchFamily="34" charset="0"/>
              </a:rPr>
              <a:t>Замінює весь ресурс новими даними</a:t>
            </a:r>
            <a:endParaRPr lang="en-US" altLang="en-US" sz="2000" dirty="0" err="1">
              <a:solidFill>
                <a:srgbClr val="000000"/>
              </a:solidFill>
              <a:latin typeface="Arial" panose="020B0604020202020204" pitchFamily="34" charset="0"/>
            </a:endParaRPr>
          </a:p>
          <a:p>
            <a:pPr marL="342900" indent="-342900" defTabSz="457200">
              <a:spcBef>
                <a:spcPts val="450"/>
              </a:spcBef>
              <a:buClrTx/>
              <a:buFont typeface="Arial" panose="020B0604020202020204" pitchFamily="34" charset="0"/>
              <a:buChar char="•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  <a:tab pos="9601200" algn="l"/>
                <a:tab pos="10058400" algn="l"/>
                <a:tab pos="10515600" algn="l"/>
              </a:tabLst>
            </a:pPr>
            <a:r>
              <a:rPr lang="en-US" altLang="en-US" sz="2000" dirty="0" err="1">
                <a:solidFill>
                  <a:srgbClr val="000000"/>
                </a:solidFill>
                <a:latin typeface="Arial" panose="020B0604020202020204" pitchFamily="34" charset="0"/>
              </a:rPr>
              <a:t>Приклад: оновлення профілю користувач</a:t>
            </a:r>
            <a:r>
              <a:rPr lang="uk-UA" altLang="en-US" sz="2000" dirty="0" err="1">
                <a:solidFill>
                  <a:srgbClr val="000000"/>
                </a:solidFill>
                <a:latin typeface="Arial" panose="020B0604020202020204" pitchFamily="34" charset="0"/>
              </a:rPr>
              <a:t>а</a:t>
            </a:r>
            <a:endParaRPr lang="en-US" altLang="en-US" sz="2000" dirty="0" err="1">
              <a:solidFill>
                <a:srgbClr val="000000"/>
              </a:solidFill>
              <a:latin typeface="Arial" panose="020B0604020202020204" pitchFamily="34" charset="0"/>
            </a:endParaRPr>
          </a:p>
          <a:p>
            <a:pPr defTabSz="457200">
              <a:spcBef>
                <a:spcPts val="450"/>
              </a:spcBef>
              <a:buClrTx/>
              <a:buFont typeface="Arial" panose="020B0604020202020204" pitchFamily="34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  <a:tab pos="9601200" algn="l"/>
                <a:tab pos="10058400" algn="l"/>
                <a:tab pos="10515600" algn="l"/>
              </a:tabLst>
            </a:pPr>
            <a:r>
              <a:rPr lang="en-US" altLang="en-US" sz="2000" b="1" dirty="0" err="1">
                <a:solidFill>
                  <a:srgbClr val="000000"/>
                </a:solidFill>
                <a:latin typeface="Arial" panose="020B0604020202020204" pitchFamily="34" charset="0"/>
              </a:rPr>
              <a:t>DELETE</a:t>
            </a:r>
            <a:r>
              <a:rPr lang="en-US" altLang="en-US" sz="2000" dirty="0" err="1">
                <a:solidFill>
                  <a:srgbClr val="000000"/>
                </a:solidFill>
                <a:latin typeface="Arial" panose="020B0604020202020204" pitchFamily="34" charset="0"/>
              </a:rPr>
              <a:t>:</a:t>
            </a:r>
            <a:endParaRPr lang="en-US" altLang="en-US" sz="2000" dirty="0" err="1">
              <a:solidFill>
                <a:srgbClr val="000000"/>
              </a:solidFill>
              <a:latin typeface="Arial" panose="020B0604020202020204" pitchFamily="34" charset="0"/>
            </a:endParaRPr>
          </a:p>
          <a:p>
            <a:pPr marL="342900" indent="-342900" defTabSz="457200">
              <a:spcBef>
                <a:spcPts val="450"/>
              </a:spcBef>
              <a:buClrTx/>
              <a:buFont typeface="Arial" panose="020B0604020202020204" pitchFamily="34" charset="0"/>
              <a:buChar char="•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  <a:tab pos="9601200" algn="l"/>
                <a:tab pos="10058400" algn="l"/>
                <a:tab pos="10515600" algn="l"/>
              </a:tabLst>
            </a:pPr>
            <a:r>
              <a:rPr lang="en-US" altLang="en-US" sz="2000" dirty="0" err="1">
                <a:solidFill>
                  <a:srgbClr val="000000"/>
                </a:solidFill>
                <a:latin typeface="Arial" panose="020B0604020202020204" pitchFamily="34" charset="0"/>
              </a:rPr>
              <a:t>Використовується для видалення ресурсу на сервері</a:t>
            </a:r>
            <a:endParaRPr lang="en-US" altLang="en-US" sz="2000" dirty="0" err="1">
              <a:solidFill>
                <a:srgbClr val="000000"/>
              </a:solidFill>
              <a:latin typeface="Arial" panose="020B0604020202020204" pitchFamily="34" charset="0"/>
            </a:endParaRPr>
          </a:p>
          <a:p>
            <a:pPr marL="342900" indent="-342900" defTabSz="457200">
              <a:spcBef>
                <a:spcPts val="450"/>
              </a:spcBef>
              <a:buClrTx/>
              <a:buFont typeface="Arial" panose="020B0604020202020204" pitchFamily="34" charset="0"/>
              <a:buChar char="•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  <a:tab pos="9601200" algn="l"/>
                <a:tab pos="10058400" algn="l"/>
                <a:tab pos="10515600" algn="l"/>
              </a:tabLst>
            </a:pPr>
            <a:r>
              <a:rPr lang="en-US" altLang="en-US" sz="2000" dirty="0" err="1">
                <a:solidFill>
                  <a:srgbClr val="000000"/>
                </a:solidFill>
                <a:latin typeface="Arial" panose="020B0604020202020204" pitchFamily="34" charset="0"/>
              </a:rPr>
              <a:t>Приклад: видалення поста в </a:t>
            </a:r>
            <a:r>
              <a:rPr lang="uk-UA" altLang="en-US" sz="2000" dirty="0" err="1">
                <a:solidFill>
                  <a:srgbClr val="000000"/>
                </a:solidFill>
                <a:latin typeface="Arial" panose="020B0604020202020204" pitchFamily="34" charset="0"/>
              </a:rPr>
              <a:t>будь-якій соцмережі</a:t>
            </a:r>
            <a:endParaRPr lang="en-US" altLang="en-US" sz="2000" dirty="0" err="1">
              <a:solidFill>
                <a:srgbClr val="000000"/>
              </a:solidFill>
              <a:latin typeface="Arial" panose="020B0604020202020204" pitchFamily="34" charset="0"/>
            </a:endParaRPr>
          </a:p>
          <a:p>
            <a:pPr defTabSz="457200">
              <a:spcBef>
                <a:spcPts val="450"/>
              </a:spcBef>
              <a:buClrTx/>
              <a:buFont typeface="Arial" panose="020B0604020202020204" pitchFamily="34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  <a:tab pos="9601200" algn="l"/>
                <a:tab pos="10058400" algn="l"/>
                <a:tab pos="10515600" algn="l"/>
              </a:tabLst>
            </a:pPr>
            <a:r>
              <a:rPr lang="en-US" altLang="en-US" sz="2000" b="1" dirty="0" err="1">
                <a:solidFill>
                  <a:srgbClr val="000000"/>
                </a:solidFill>
                <a:latin typeface="Arial" panose="020B0604020202020204" pitchFamily="34" charset="0"/>
              </a:rPr>
              <a:t>PATCH</a:t>
            </a:r>
            <a:r>
              <a:rPr lang="en-US" altLang="en-US" sz="2000" dirty="0" err="1">
                <a:solidFill>
                  <a:srgbClr val="000000"/>
                </a:solidFill>
                <a:latin typeface="Arial" panose="020B0604020202020204" pitchFamily="34" charset="0"/>
              </a:rPr>
              <a:t>:</a:t>
            </a:r>
            <a:endParaRPr lang="en-US" altLang="en-US" sz="2000" dirty="0" err="1">
              <a:solidFill>
                <a:srgbClr val="000000"/>
              </a:solidFill>
              <a:latin typeface="Arial" panose="020B0604020202020204" pitchFamily="34" charset="0"/>
            </a:endParaRPr>
          </a:p>
          <a:p>
            <a:pPr marL="342900" indent="-342900" defTabSz="457200">
              <a:spcBef>
                <a:spcPts val="450"/>
              </a:spcBef>
              <a:buClrTx/>
              <a:buFont typeface="Arial" panose="020B0604020202020204" pitchFamily="34" charset="0"/>
              <a:buChar char="•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  <a:tab pos="9601200" algn="l"/>
                <a:tab pos="10058400" algn="l"/>
                <a:tab pos="10515600" algn="l"/>
              </a:tabLst>
            </a:pPr>
            <a:r>
              <a:rPr lang="en-US" altLang="en-US" sz="2000" dirty="0" err="1">
                <a:solidFill>
                  <a:srgbClr val="000000"/>
                </a:solidFill>
                <a:latin typeface="Arial" panose="020B0604020202020204" pitchFamily="34" charset="0"/>
              </a:rPr>
              <a:t>Використовується для часткового оновлення ресурсу</a:t>
            </a:r>
            <a:endParaRPr lang="en-US" altLang="en-US" sz="2000" dirty="0" err="1">
              <a:solidFill>
                <a:srgbClr val="000000"/>
              </a:solidFill>
              <a:latin typeface="Arial" panose="020B0604020202020204" pitchFamily="34" charset="0"/>
            </a:endParaRPr>
          </a:p>
          <a:p>
            <a:pPr marL="342900" indent="-342900" defTabSz="457200">
              <a:spcBef>
                <a:spcPts val="450"/>
              </a:spcBef>
              <a:buClrTx/>
              <a:buFont typeface="Arial" panose="020B0604020202020204" pitchFamily="34" charset="0"/>
              <a:buChar char="•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  <a:tab pos="9601200" algn="l"/>
                <a:tab pos="10058400" algn="l"/>
                <a:tab pos="10515600" algn="l"/>
              </a:tabLst>
            </a:pPr>
            <a:r>
              <a:rPr lang="en-US" altLang="en-US" sz="2000" dirty="0" err="1">
                <a:solidFill>
                  <a:srgbClr val="000000"/>
                </a:solidFill>
                <a:latin typeface="Arial" panose="020B0604020202020204" pitchFamily="34" charset="0"/>
              </a:rPr>
              <a:t>Передає тільки змінені дані</a:t>
            </a:r>
            <a:endParaRPr lang="en-US" altLang="en-US" sz="2000" dirty="0" err="1">
              <a:solidFill>
                <a:srgbClr val="000000"/>
              </a:solidFill>
              <a:latin typeface="Arial" panose="020B0604020202020204" pitchFamily="34" charset="0"/>
            </a:endParaRPr>
          </a:p>
          <a:p>
            <a:pPr marL="342900" indent="-342900" defTabSz="457200">
              <a:spcBef>
                <a:spcPts val="450"/>
              </a:spcBef>
              <a:buClrTx/>
              <a:buFont typeface="Arial" panose="020B0604020202020204" pitchFamily="34" charset="0"/>
              <a:buChar char="•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  <a:tab pos="9601200" algn="l"/>
                <a:tab pos="10058400" algn="l"/>
                <a:tab pos="10515600" algn="l"/>
              </a:tabLst>
            </a:pPr>
            <a:r>
              <a:rPr lang="en-US" altLang="en-US" sz="2000" dirty="0" err="1">
                <a:solidFill>
                  <a:srgbClr val="000000"/>
                </a:solidFill>
                <a:latin typeface="Arial" panose="020B0604020202020204" pitchFamily="34" charset="0"/>
              </a:rPr>
              <a:t>Приклад: зміна одного поля в профілі користувача</a:t>
            </a:r>
            <a:endParaRPr lang="en-US" altLang="en-US" sz="2000" dirty="0" err="1">
              <a:solidFill>
                <a:srgbClr val="000000"/>
              </a:solidFill>
              <a:latin typeface="Arial" panose="020B0604020202020204" pitchFamily="34" charset="0"/>
            </a:endParaRPr>
          </a:p>
        </p:txBody>
      </p:sp>
    </p:spTree>
  </p:cSld>
  <p:clrMapOvr>
    <a:masterClrMapping/>
  </p:clrMapOvr>
  <p:transition spd="med"/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7410" name="Text Box 10240"/>
          <p:cNvSpPr txBox="1"/>
          <p:nvPr/>
        </p:nvSpPr>
        <p:spPr>
          <a:xfrm>
            <a:off x="195263" y="228600"/>
            <a:ext cx="8015287" cy="914400"/>
          </a:xfrm>
          <a:prstGeom prst="rect">
            <a:avLst/>
          </a:prstGeom>
          <a:noFill/>
          <a:ln w="9525">
            <a:noFill/>
          </a:ln>
        </p:spPr>
        <p:txBody>
          <a:bodyPr wrap="square" lIns="91440" tIns="45720" rIns="91440" bIns="45720" anchor="ctr" anchorCtr="0"/>
          <a:p>
            <a:pPr defTabSz="457200">
              <a:buClrTx/>
              <a:buFontTx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</a:pPr>
            <a:r>
              <a:rPr lang="en-US" altLang="ru-RU" sz="4200" dirty="0" err="1">
                <a:solidFill>
                  <a:srgbClr val="FFFFFF"/>
                </a:solidFill>
                <a:latin typeface="Arial" panose="020B0604020202020204" pitchFamily="34" charset="0"/>
              </a:rPr>
              <a:t>fetch API</a:t>
            </a:r>
            <a:endParaRPr lang="en-US" altLang="ru-RU" sz="4200" dirty="0" err="1">
              <a:solidFill>
                <a:srgbClr val="FFFFFF"/>
              </a:solidFill>
              <a:latin typeface="Arial" panose="020B0604020202020204" pitchFamily="34" charset="0"/>
            </a:endParaRPr>
          </a:p>
        </p:txBody>
      </p:sp>
      <p:sp>
        <p:nvSpPr>
          <p:cNvPr id="17411" name="Text Box 10241"/>
          <p:cNvSpPr txBox="1"/>
          <p:nvPr/>
        </p:nvSpPr>
        <p:spPr>
          <a:xfrm>
            <a:off x="468313" y="1412875"/>
            <a:ext cx="8135937" cy="4419600"/>
          </a:xfrm>
          <a:prstGeom prst="rect">
            <a:avLst/>
          </a:prstGeom>
          <a:noFill/>
          <a:ln w="9525">
            <a:noFill/>
          </a:ln>
        </p:spPr>
        <p:txBody>
          <a:bodyPr wrap="square" lIns="91440" tIns="45720" rIns="91440" bIns="45720" anchor="t" anchorCtr="0"/>
          <a:p>
            <a:pPr defTabSz="457200">
              <a:spcBef>
                <a:spcPts val="450"/>
              </a:spcBef>
              <a:buFont typeface="Arial" panose="020B0604020202020204" pitchFamily="34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  <a:tab pos="9601200" algn="l"/>
                <a:tab pos="10058400" algn="l"/>
                <a:tab pos="10515600" algn="l"/>
              </a:tabLst>
            </a:pPr>
            <a:r>
              <a:rPr lang="en-US" altLang="en-US" sz="1800" dirty="0" err="1">
                <a:solidFill>
                  <a:srgbClr val="000000"/>
                </a:solidFill>
                <a:latin typeface="Arial" panose="020B0604020202020204" pitchFamily="34" charset="0"/>
              </a:rPr>
              <a:t>Сучасний стандарт </a:t>
            </a:r>
            <a:r>
              <a:rPr lang="uk-UA" altLang="en-US" sz="1800" dirty="0" err="1">
                <a:solidFill>
                  <a:srgbClr val="000000"/>
                </a:solidFill>
                <a:latin typeface="Arial" panose="020B0604020202020204" pitchFamily="34" charset="0"/>
              </a:rPr>
              <a:t>відправки мережевих запитів </a:t>
            </a:r>
            <a:r>
              <a:rPr lang="en-US" altLang="en-US" sz="1800" dirty="0" err="1">
                <a:solidFill>
                  <a:srgbClr val="000000"/>
                </a:solidFill>
                <a:latin typeface="Arial" panose="020B0604020202020204" pitchFamily="34" charset="0"/>
              </a:rPr>
              <a:t>- це </a:t>
            </a:r>
            <a:r>
              <a:rPr lang="en-US" altLang="en-US" sz="1800" b="1" dirty="0" err="1">
                <a:solidFill>
                  <a:srgbClr val="000000"/>
                </a:solidFill>
                <a:latin typeface="Arial" panose="020B0604020202020204" pitchFamily="34" charset="0"/>
              </a:rPr>
              <a:t>fetch API</a:t>
            </a:r>
            <a:r>
              <a:rPr lang="en-US" altLang="en-US" sz="1800" dirty="0" err="1">
                <a:solidFill>
                  <a:srgbClr val="000000"/>
                </a:solidFill>
                <a:latin typeface="Arial" panose="020B0604020202020204" pitchFamily="34" charset="0"/>
              </a:rPr>
              <a:t>.</a:t>
            </a:r>
            <a:endParaRPr lang="en-US" altLang="en-US" sz="1800" dirty="0" err="1">
              <a:solidFill>
                <a:srgbClr val="000000"/>
              </a:solidFill>
              <a:latin typeface="Arial" panose="020B0604020202020204" pitchFamily="34" charset="0"/>
            </a:endParaRPr>
          </a:p>
          <a:p>
            <a:pPr defTabSz="457200">
              <a:spcBef>
                <a:spcPts val="450"/>
              </a:spcBef>
              <a:buFont typeface="Arial" panose="020B0604020202020204" pitchFamily="34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  <a:tab pos="9601200" algn="l"/>
                <a:tab pos="10058400" algn="l"/>
                <a:tab pos="10515600" algn="l"/>
              </a:tabLst>
            </a:pPr>
            <a:r>
              <a:rPr lang="en-US" altLang="en-US" sz="1800" dirty="0" err="1">
                <a:solidFill>
                  <a:srgbClr val="000000"/>
                </a:solidFill>
                <a:latin typeface="Arial" panose="020B0604020202020204" pitchFamily="34" charset="0"/>
              </a:rPr>
              <a:t>Плюси:</a:t>
            </a:r>
            <a:endParaRPr lang="en-US" altLang="en-US" sz="1800" dirty="0" err="1">
              <a:solidFill>
                <a:srgbClr val="000000"/>
              </a:solidFill>
              <a:latin typeface="Arial" panose="020B0604020202020204" pitchFamily="34" charset="0"/>
            </a:endParaRPr>
          </a:p>
          <a:p>
            <a:pPr marL="285750" indent="-285750" defTabSz="457200">
              <a:spcBef>
                <a:spcPts val="450"/>
              </a:spcBef>
              <a:buFont typeface="Arial" panose="020B0604020202020204" pitchFamily="34" charset="0"/>
              <a:buChar char="•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  <a:tab pos="9601200" algn="l"/>
                <a:tab pos="10058400" algn="l"/>
                <a:tab pos="10515600" algn="l"/>
              </a:tabLst>
            </a:pPr>
            <a:r>
              <a:rPr lang="en-US" altLang="en-US" sz="1800" b="1" dirty="0" err="1">
                <a:solidFill>
                  <a:srgbClr val="000000"/>
                </a:solidFill>
                <a:latin typeface="Arial" panose="020B0604020202020204" pitchFamily="34" charset="0"/>
              </a:rPr>
              <a:t>Простий API </a:t>
            </a:r>
            <a:r>
              <a:rPr lang="en-US" altLang="en-US" sz="1800" dirty="0" err="1">
                <a:solidFill>
                  <a:srgbClr val="000000"/>
                </a:solidFill>
                <a:latin typeface="Arial" panose="020B0604020202020204" pitchFamily="34" charset="0"/>
              </a:rPr>
              <a:t>- пром</a:t>
            </a:r>
            <a:r>
              <a:rPr lang="uk-UA" altLang="en-US" sz="1800" dirty="0" err="1">
                <a:solidFill>
                  <a:srgbClr val="000000"/>
                </a:solidFill>
                <a:latin typeface="Arial" panose="020B0604020202020204" pitchFamily="34" charset="0"/>
              </a:rPr>
              <a:t>і</a:t>
            </a:r>
            <a:r>
              <a:rPr lang="en-US" altLang="en-US" sz="1800" dirty="0" err="1">
                <a:solidFill>
                  <a:srgbClr val="000000"/>
                </a:solidFill>
                <a:latin typeface="Arial" panose="020B0604020202020204" pitchFamily="34" charset="0"/>
              </a:rPr>
              <a:t>си замість стародавнього onreadystatechange </a:t>
            </a:r>
            <a:endParaRPr lang="en-US" altLang="en-US" sz="1800" dirty="0" err="1">
              <a:solidFill>
                <a:srgbClr val="000000"/>
              </a:solidFill>
              <a:latin typeface="Arial" panose="020B0604020202020204" pitchFamily="34" charset="0"/>
            </a:endParaRPr>
          </a:p>
          <a:p>
            <a:pPr marL="285750" indent="-285750" defTabSz="457200">
              <a:spcBef>
                <a:spcPts val="450"/>
              </a:spcBef>
              <a:buFont typeface="Arial" panose="020B0604020202020204" pitchFamily="34" charset="0"/>
              <a:buChar char="•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  <a:tab pos="9601200" algn="l"/>
                <a:tab pos="10058400" algn="l"/>
                <a:tab pos="10515600" algn="l"/>
              </a:tabLst>
            </a:pPr>
            <a:r>
              <a:rPr lang="en-US" altLang="en-US" sz="1800" b="1" dirty="0" err="1">
                <a:solidFill>
                  <a:srgbClr val="000000"/>
                </a:solidFill>
                <a:latin typeface="Arial" panose="020B0604020202020204" pitchFamily="34" charset="0"/>
              </a:rPr>
              <a:t>Читабельність </a:t>
            </a:r>
            <a:r>
              <a:rPr lang="en-US" altLang="en-US" sz="1800" dirty="0" err="1">
                <a:solidFill>
                  <a:srgbClr val="000000"/>
                </a:solidFill>
                <a:latin typeface="Arial" panose="020B0604020202020204" pitchFamily="34" charset="0"/>
              </a:rPr>
              <a:t>- менше коду, краще читається, легше налагоджувати </a:t>
            </a:r>
            <a:endParaRPr lang="en-US" altLang="en-US" sz="1800" dirty="0" err="1">
              <a:solidFill>
                <a:srgbClr val="000000"/>
              </a:solidFill>
              <a:latin typeface="Arial" panose="020B0604020202020204" pitchFamily="34" charset="0"/>
            </a:endParaRPr>
          </a:p>
          <a:p>
            <a:pPr marL="285750" indent="-285750" defTabSz="457200">
              <a:spcBef>
                <a:spcPts val="450"/>
              </a:spcBef>
              <a:buFont typeface="Arial" panose="020B0604020202020204" pitchFamily="34" charset="0"/>
              <a:buChar char="•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  <a:tab pos="9601200" algn="l"/>
                <a:tab pos="10058400" algn="l"/>
                <a:tab pos="10515600" algn="l"/>
              </a:tabLst>
            </a:pPr>
            <a:r>
              <a:rPr lang="en-US" altLang="en-US" sz="1800" b="1" dirty="0" err="1">
                <a:solidFill>
                  <a:srgbClr val="000000"/>
                </a:solidFill>
                <a:latin typeface="Arial" panose="020B0604020202020204" pitchFamily="34" charset="0"/>
              </a:rPr>
              <a:t>Підтримка async/await </a:t>
            </a:r>
            <a:r>
              <a:rPr lang="en-US" altLang="en-US" sz="1800" dirty="0" err="1">
                <a:solidFill>
                  <a:srgbClr val="000000"/>
                </a:solidFill>
                <a:latin typeface="Arial" panose="020B0604020202020204" pitchFamily="34" charset="0"/>
              </a:rPr>
              <a:t>- код стає лінійним, як ніби синхронний</a:t>
            </a:r>
            <a:endParaRPr lang="en-US" altLang="en-US" sz="1800" dirty="0" err="1">
              <a:solidFill>
                <a:srgbClr val="000000"/>
              </a:solidFill>
              <a:latin typeface="Arial" panose="020B0604020202020204" pitchFamily="34" charset="0"/>
            </a:endParaRPr>
          </a:p>
          <a:p>
            <a:pPr marL="285750" indent="-285750" defTabSz="457200">
              <a:spcBef>
                <a:spcPts val="450"/>
              </a:spcBef>
              <a:buFont typeface="Arial" panose="020B0604020202020204" pitchFamily="34" charset="0"/>
              <a:buChar char="•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  <a:tab pos="9601200" algn="l"/>
                <a:tab pos="10058400" algn="l"/>
                <a:tab pos="10515600" algn="l"/>
              </a:tabLst>
            </a:pPr>
            <a:r>
              <a:rPr lang="en-US" altLang="en-US" sz="1800" b="1" dirty="0" err="1">
                <a:solidFill>
                  <a:srgbClr val="000000"/>
                </a:solidFill>
                <a:latin typeface="Arial" panose="020B0604020202020204" pitchFamily="34" charset="0"/>
              </a:rPr>
              <a:t>Стрімінг </a:t>
            </a:r>
            <a:r>
              <a:rPr lang="en-US" altLang="en-US" sz="1800" dirty="0" err="1">
                <a:solidFill>
                  <a:srgbClr val="000000"/>
                </a:solidFill>
                <a:latin typeface="Arial" panose="020B0604020202020204" pitchFamily="34" charset="0"/>
              </a:rPr>
              <a:t>і ReadableStream - якщо треба читати потоками</a:t>
            </a:r>
            <a:endParaRPr lang="en-US" altLang="en-US" sz="1800" dirty="0" err="1">
              <a:solidFill>
                <a:srgbClr val="000000"/>
              </a:solidFill>
              <a:latin typeface="Arial" panose="020B0604020202020204" pitchFamily="34" charset="0"/>
            </a:endParaRPr>
          </a:p>
          <a:p>
            <a:pPr marL="285750" indent="-285750" defTabSz="457200">
              <a:spcBef>
                <a:spcPts val="450"/>
              </a:spcBef>
              <a:buFont typeface="Arial" panose="020B0604020202020204" pitchFamily="34" charset="0"/>
              <a:buChar char="•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  <a:tab pos="9601200" algn="l"/>
                <a:tab pos="10058400" algn="l"/>
                <a:tab pos="10515600" algn="l"/>
              </a:tabLst>
            </a:pPr>
            <a:r>
              <a:rPr lang="en-US" altLang="en-US" sz="1800" dirty="0" err="1">
                <a:solidFill>
                  <a:srgbClr val="000000"/>
                </a:solidFill>
                <a:latin typeface="Arial" panose="020B0604020202020204" pitchFamily="34" charset="0"/>
              </a:rPr>
              <a:t>Підтримує </a:t>
            </a:r>
            <a:r>
              <a:rPr lang="en-US" altLang="en-US" sz="1800" b="1" dirty="0" err="1">
                <a:solidFill>
                  <a:srgbClr val="000000"/>
                </a:solidFill>
                <a:latin typeface="Arial" panose="020B0604020202020204" pitchFamily="34" charset="0"/>
              </a:rPr>
              <a:t>CORS</a:t>
            </a:r>
            <a:r>
              <a:rPr lang="en-US" altLang="en-US" sz="1800" dirty="0" err="1">
                <a:solidFill>
                  <a:srgbClr val="000000"/>
                </a:solidFill>
                <a:latin typeface="Arial" panose="020B0604020202020204" pitchFamily="34" charset="0"/>
              </a:rPr>
              <a:t>, </a:t>
            </a:r>
            <a:r>
              <a:rPr lang="en-US" altLang="en-US" sz="1800" b="1" dirty="0" err="1">
                <a:solidFill>
                  <a:srgbClr val="000000"/>
                </a:solidFill>
                <a:latin typeface="Arial" panose="020B0604020202020204" pitchFamily="34" charset="0"/>
              </a:rPr>
              <a:t>Headers</a:t>
            </a:r>
            <a:r>
              <a:rPr lang="en-US" altLang="en-US" sz="1800" dirty="0" err="1">
                <a:solidFill>
                  <a:srgbClr val="000000"/>
                </a:solidFill>
                <a:latin typeface="Arial" panose="020B0604020202020204" pitchFamily="34" charset="0"/>
              </a:rPr>
              <a:t>, </a:t>
            </a:r>
            <a:r>
              <a:rPr lang="en-US" altLang="en-US" sz="1800" b="1" dirty="0" err="1">
                <a:solidFill>
                  <a:srgbClr val="000000"/>
                </a:solidFill>
                <a:latin typeface="Arial" panose="020B0604020202020204" pitchFamily="34" charset="0"/>
              </a:rPr>
              <a:t>Request/Response </a:t>
            </a:r>
            <a:r>
              <a:rPr lang="en-US" altLang="en-US" sz="1800" dirty="0" err="1">
                <a:solidFill>
                  <a:srgbClr val="000000"/>
                </a:solidFill>
                <a:latin typeface="Arial" panose="020B0604020202020204" pitchFamily="34" charset="0"/>
              </a:rPr>
              <a:t>об'єкти як повноцінні сутності</a:t>
            </a:r>
            <a:endParaRPr lang="en-US" altLang="en-US" sz="1800" dirty="0" err="1">
              <a:solidFill>
                <a:srgbClr val="000000"/>
              </a:solidFill>
              <a:latin typeface="Arial" panose="020B0604020202020204" pitchFamily="34" charset="0"/>
            </a:endParaRPr>
          </a:p>
          <a:p>
            <a:pPr marL="285750" indent="-285750" defTabSz="457200">
              <a:spcBef>
                <a:spcPts val="450"/>
              </a:spcBef>
              <a:buFont typeface="Arial" panose="020B0604020202020204" pitchFamily="34" charset="0"/>
              <a:buChar char="•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  <a:tab pos="9601200" algn="l"/>
                <a:tab pos="10058400" algn="l"/>
                <a:tab pos="10515600" algn="l"/>
              </a:tabLst>
            </a:pPr>
            <a:r>
              <a:rPr lang="en-US" altLang="en-US" sz="1800" b="1" dirty="0" err="1">
                <a:solidFill>
                  <a:srgbClr val="000000"/>
                </a:solidFill>
                <a:latin typeface="Arial" panose="020B0604020202020204" pitchFamily="34" charset="0"/>
              </a:rPr>
              <a:t>Сумісний з багатьма бібліотеками і фреймворками</a:t>
            </a:r>
            <a:endParaRPr lang="en-US" altLang="en-US" sz="1800" b="1" dirty="0" err="1">
              <a:solidFill>
                <a:srgbClr val="000000"/>
              </a:solidFill>
              <a:latin typeface="Arial" panose="020B0604020202020204" pitchFamily="34" charset="0"/>
            </a:endParaRPr>
          </a:p>
          <a:p>
            <a:pPr defTabSz="457200">
              <a:spcBef>
                <a:spcPts val="450"/>
              </a:spcBef>
              <a:buFont typeface="Arial" panose="020B0604020202020204" pitchFamily="34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  <a:tab pos="9601200" algn="l"/>
                <a:tab pos="10058400" algn="l"/>
                <a:tab pos="10515600" algn="l"/>
              </a:tabLst>
            </a:pPr>
            <a:r>
              <a:rPr lang="en-US" altLang="en-US" sz="1800" dirty="0" err="1">
                <a:solidFill>
                  <a:srgbClr val="000000"/>
                </a:solidFill>
                <a:latin typeface="Arial" panose="020B0604020202020204" pitchFamily="34" charset="0"/>
              </a:rPr>
              <a:t>Мінуси:</a:t>
            </a:r>
            <a:endParaRPr lang="en-US" altLang="en-US" sz="1800" dirty="0" err="1">
              <a:solidFill>
                <a:srgbClr val="000000"/>
              </a:solidFill>
              <a:latin typeface="Arial" panose="020B0604020202020204" pitchFamily="34" charset="0"/>
            </a:endParaRPr>
          </a:p>
          <a:p>
            <a:pPr marL="285750" indent="-285750" defTabSz="457200">
              <a:spcBef>
                <a:spcPts val="450"/>
              </a:spcBef>
              <a:buFont typeface="Arial" panose="020B0604020202020204" pitchFamily="34" charset="0"/>
              <a:buChar char="•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  <a:tab pos="9601200" algn="l"/>
                <a:tab pos="10058400" algn="l"/>
                <a:tab pos="10515600" algn="l"/>
              </a:tabLst>
            </a:pPr>
            <a:r>
              <a:rPr lang="en-US" altLang="en-US" sz="1800" dirty="0" err="1">
                <a:solidFill>
                  <a:srgbClr val="000000"/>
                </a:solidFill>
                <a:latin typeface="Arial" panose="020B0604020202020204" pitchFamily="34" charset="0"/>
              </a:rPr>
              <a:t>Немає прямої підтримки скасування запиту (але є варіант </a:t>
            </a:r>
            <a:r>
              <a:rPr lang="uk-UA" altLang="en-US" sz="1800" dirty="0" err="1">
                <a:solidFill>
                  <a:srgbClr val="000000"/>
                </a:solidFill>
                <a:latin typeface="Arial" panose="020B0604020202020204" pitchFamily="34" charset="0"/>
              </a:rPr>
              <a:t>                   </a:t>
            </a:r>
            <a:r>
              <a:rPr lang="en-US" altLang="en-US" sz="1800" dirty="0" err="1">
                <a:solidFill>
                  <a:srgbClr val="000000"/>
                </a:solidFill>
                <a:latin typeface="Arial" panose="020B0604020202020204" pitchFamily="34" charset="0"/>
              </a:rPr>
              <a:t>за допомогою </a:t>
            </a:r>
            <a:r>
              <a:rPr lang="uk-UA" altLang="en-US" sz="1800" dirty="0" err="1">
                <a:solidFill>
                  <a:srgbClr val="000000"/>
                </a:solidFill>
                <a:latin typeface="Arial" panose="020B0604020202020204" pitchFamily="34" charset="0"/>
              </a:rPr>
              <a:t>додаткового </a:t>
            </a:r>
            <a:r>
              <a:rPr lang="en-US" altLang="en-US" sz="1800" dirty="0" err="1">
                <a:solidFill>
                  <a:srgbClr val="000000"/>
                </a:solidFill>
                <a:latin typeface="Arial" panose="020B0604020202020204" pitchFamily="34" charset="0"/>
              </a:rPr>
              <a:t>типу AbortController)</a:t>
            </a:r>
            <a:endParaRPr lang="en-US" altLang="en-US" sz="1800" dirty="0" err="1">
              <a:solidFill>
                <a:srgbClr val="000000"/>
              </a:solidFill>
              <a:latin typeface="Arial" panose="020B0604020202020204" pitchFamily="34" charset="0"/>
            </a:endParaRPr>
          </a:p>
          <a:p>
            <a:pPr marL="285750" indent="-285750" defTabSz="457200">
              <a:spcBef>
                <a:spcPts val="450"/>
              </a:spcBef>
              <a:buFont typeface="Arial" panose="020B0604020202020204" pitchFamily="34" charset="0"/>
              <a:buChar char="•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  <a:tab pos="9601200" algn="l"/>
                <a:tab pos="10058400" algn="l"/>
                <a:tab pos="10515600" algn="l"/>
              </a:tabLst>
            </a:pPr>
            <a:r>
              <a:rPr lang="en-US" altLang="en-US" sz="1800" dirty="0" err="1">
                <a:solidFill>
                  <a:srgbClr val="000000"/>
                </a:solidFill>
                <a:latin typeface="Arial" panose="020B0604020202020204" pitchFamily="34" charset="0"/>
              </a:rPr>
              <a:t>Помилки мережеві і HTTP обробляються по-різному — треба вручну перевіряти response.ok</a:t>
            </a:r>
            <a:endParaRPr lang="en-US" altLang="en-US" sz="1800" dirty="0" err="1">
              <a:solidFill>
                <a:srgbClr val="000000"/>
              </a:solidFill>
              <a:latin typeface="Arial" panose="020B0604020202020204" pitchFamily="34" charset="0"/>
            </a:endParaRPr>
          </a:p>
        </p:txBody>
      </p:sp>
    </p:spTree>
  </p:cSld>
  <p:clrMapOvr>
    <a:masterClrMapping/>
  </p:clrMapOvr>
  <p:transition spd="med"/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7410" name="Text Box 10240"/>
          <p:cNvSpPr txBox="1"/>
          <p:nvPr/>
        </p:nvSpPr>
        <p:spPr>
          <a:xfrm>
            <a:off x="195263" y="228600"/>
            <a:ext cx="8015287" cy="914400"/>
          </a:xfrm>
          <a:prstGeom prst="rect">
            <a:avLst/>
          </a:prstGeom>
          <a:noFill/>
          <a:ln w="9525">
            <a:noFill/>
          </a:ln>
        </p:spPr>
        <p:txBody>
          <a:bodyPr wrap="square" lIns="91440" tIns="45720" rIns="91440" bIns="45720" anchor="ctr" anchorCtr="0"/>
          <a:p>
            <a:pPr defTabSz="457200">
              <a:buClrTx/>
              <a:buFontTx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</a:pPr>
            <a:r>
              <a:rPr lang="en-US" altLang="en-US" sz="4200" dirty="0" err="1">
                <a:solidFill>
                  <a:srgbClr val="FFFFFF"/>
                </a:solidFill>
                <a:latin typeface="Arial" panose="020B0604020202020204" pitchFamily="34" charset="0"/>
              </a:rPr>
              <a:t>fetch API</a:t>
            </a:r>
            <a:endParaRPr lang="en-US" altLang="en-US" sz="4200" dirty="0" err="1">
              <a:solidFill>
                <a:srgbClr val="FFFFFF"/>
              </a:solidFill>
              <a:latin typeface="Arial" panose="020B0604020202020204" pitchFamily="34" charset="0"/>
            </a:endParaRPr>
          </a:p>
        </p:txBody>
      </p:sp>
      <p:sp>
        <p:nvSpPr>
          <p:cNvPr id="17411" name="Text Box 10241"/>
          <p:cNvSpPr txBox="1"/>
          <p:nvPr/>
        </p:nvSpPr>
        <p:spPr>
          <a:xfrm>
            <a:off x="512763" y="1412875"/>
            <a:ext cx="8135937" cy="4419600"/>
          </a:xfrm>
          <a:prstGeom prst="rect">
            <a:avLst/>
          </a:prstGeom>
          <a:noFill/>
          <a:ln w="9525">
            <a:noFill/>
          </a:ln>
        </p:spPr>
        <p:txBody>
          <a:bodyPr wrap="square" lIns="91440" tIns="45720" rIns="91440" bIns="45720" anchor="t" anchorCtr="0"/>
          <a:p>
            <a:pPr defTabSz="457200">
              <a:spcBef>
                <a:spcPts val="450"/>
              </a:spcBef>
              <a:buFont typeface="Arial" panose="020B0604020202020204" pitchFamily="34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  <a:tab pos="9601200" algn="l"/>
                <a:tab pos="10058400" algn="l"/>
                <a:tab pos="10515600" algn="l"/>
              </a:tabLst>
            </a:pPr>
            <a:r>
              <a:rPr lang="en-US" altLang="en-US" sz="2400" b="1" dirty="0" err="1">
                <a:solidFill>
                  <a:srgbClr val="000000"/>
                </a:solidFill>
                <a:latin typeface="Arial" panose="020B0604020202020204" pitchFamily="34" charset="0"/>
              </a:rPr>
              <a:t>fetch API </a:t>
            </a:r>
            <a:r>
              <a:rPr lang="en-US" altLang="en-US" sz="2400" dirty="0" err="1">
                <a:solidFill>
                  <a:srgbClr val="000000"/>
                </a:solidFill>
                <a:latin typeface="Arial" panose="020B0604020202020204" pitchFamily="34" charset="0"/>
              </a:rPr>
              <a:t>— це сучасний інтерфейс JavaScript </a:t>
            </a:r>
            <a:r>
              <a:rPr lang="uk-UA" altLang="en-US" sz="2400" dirty="0" err="1">
                <a:solidFill>
                  <a:srgbClr val="000000"/>
                </a:solidFill>
                <a:latin typeface="Arial" panose="020B0604020202020204" pitchFamily="34" charset="0"/>
              </a:rPr>
              <a:t>          </a:t>
            </a:r>
            <a:r>
              <a:rPr lang="en-US" altLang="en-US" sz="2400" dirty="0" err="1">
                <a:solidFill>
                  <a:srgbClr val="000000"/>
                </a:solidFill>
                <a:latin typeface="Arial" panose="020B0604020202020204" pitchFamily="34" charset="0"/>
              </a:rPr>
              <a:t>для виконання HTTP-запитів,</a:t>
            </a:r>
            <a:r>
              <a:rPr lang="uk-UA" altLang="en-US" sz="2400" dirty="0" err="1">
                <a:solidFill>
                  <a:srgbClr val="000000"/>
                </a:solidFill>
                <a:latin typeface="Arial" panose="020B0604020202020204" pitchFamily="34" charset="0"/>
              </a:rPr>
              <a:t> </a:t>
            </a:r>
            <a:r>
              <a:rPr lang="en-US" altLang="en-US" sz="2400" dirty="0" err="1">
                <a:solidFill>
                  <a:srgbClr val="000000"/>
                </a:solidFill>
                <a:latin typeface="Arial" panose="020B0604020202020204" pitchFamily="34" charset="0"/>
              </a:rPr>
              <a:t>зручний і гнучкий. </a:t>
            </a:r>
            <a:r>
              <a:rPr lang="uk-UA" altLang="en-US" sz="2400" dirty="0" err="1">
                <a:solidFill>
                  <a:srgbClr val="000000"/>
                </a:solidFill>
                <a:latin typeface="Arial" panose="020B0604020202020204" pitchFamily="34" charset="0"/>
              </a:rPr>
              <a:t>        </a:t>
            </a:r>
            <a:r>
              <a:rPr lang="en-US" altLang="en-US" sz="2400" dirty="0" err="1">
                <a:solidFill>
                  <a:srgbClr val="000000"/>
                </a:solidFill>
                <a:latin typeface="Arial" panose="020B0604020202020204" pitchFamily="34" charset="0"/>
              </a:rPr>
              <a:t>Він заснований на промісах, що спрощує обробку асинхронних операцій.</a:t>
            </a:r>
            <a:endParaRPr lang="en-US" altLang="en-US" sz="2400" dirty="0" err="1">
              <a:solidFill>
                <a:srgbClr val="000000"/>
              </a:solidFill>
              <a:latin typeface="Arial" panose="020B0604020202020204" pitchFamily="34" charset="0"/>
            </a:endParaRPr>
          </a:p>
          <a:p>
            <a:pPr defTabSz="457200">
              <a:spcBef>
                <a:spcPts val="450"/>
              </a:spcBef>
              <a:buFont typeface="Arial" panose="020B0604020202020204" pitchFamily="34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  <a:tab pos="9601200" algn="l"/>
                <a:tab pos="10058400" algn="l"/>
                <a:tab pos="10515600" algn="l"/>
              </a:tabLst>
            </a:pPr>
            <a:endParaRPr lang="en-US" altLang="en-US" sz="2400" dirty="0" err="1">
              <a:solidFill>
                <a:srgbClr val="000000"/>
              </a:solidFill>
              <a:latin typeface="Arial" panose="020B0604020202020204" pitchFamily="34" charset="0"/>
            </a:endParaRPr>
          </a:p>
          <a:p>
            <a:pPr defTabSz="457200">
              <a:spcBef>
                <a:spcPts val="450"/>
              </a:spcBef>
              <a:buFont typeface="Arial" panose="020B0604020202020204" pitchFamily="34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  <a:tab pos="9601200" algn="l"/>
                <a:tab pos="10058400" algn="l"/>
                <a:tab pos="10515600" algn="l"/>
              </a:tabLst>
            </a:pPr>
            <a:r>
              <a:rPr lang="en-US" altLang="en-US" sz="2400" dirty="0" err="1">
                <a:solidFill>
                  <a:srgbClr val="000000"/>
                </a:solidFill>
                <a:latin typeface="Arial" panose="020B0604020202020204" pitchFamily="34" charset="0"/>
              </a:rPr>
              <a:t>Цілі та завдання fetch API:</a:t>
            </a:r>
            <a:endParaRPr lang="en-US" altLang="en-US" sz="2400" dirty="0" err="1">
              <a:solidFill>
                <a:srgbClr val="000000"/>
              </a:solidFill>
              <a:latin typeface="Arial" panose="020B0604020202020204" pitchFamily="34" charset="0"/>
            </a:endParaRPr>
          </a:p>
          <a:p>
            <a:pPr marL="342900" indent="-342900" defTabSz="457200">
              <a:spcBef>
                <a:spcPts val="450"/>
              </a:spcBef>
              <a:buFont typeface="Arial" panose="020B0604020202020204" pitchFamily="34" charset="0"/>
              <a:buChar char="•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  <a:tab pos="9601200" algn="l"/>
                <a:tab pos="10058400" algn="l"/>
                <a:tab pos="10515600" algn="l"/>
              </a:tabLst>
            </a:pPr>
            <a:r>
              <a:rPr lang="en-US" altLang="en-US" sz="2400" dirty="0" err="1">
                <a:solidFill>
                  <a:srgbClr val="000000"/>
                </a:solidFill>
                <a:latin typeface="Arial" panose="020B0604020202020204" pitchFamily="34" charset="0"/>
              </a:rPr>
              <a:t>Спрощення відправки HTTP-запитів</a:t>
            </a:r>
            <a:endParaRPr lang="en-US" altLang="en-US" sz="2400" dirty="0" err="1">
              <a:solidFill>
                <a:srgbClr val="000000"/>
              </a:solidFill>
              <a:latin typeface="Arial" panose="020B0604020202020204" pitchFamily="34" charset="0"/>
            </a:endParaRPr>
          </a:p>
          <a:p>
            <a:pPr marL="342900" indent="-342900" defTabSz="457200">
              <a:spcBef>
                <a:spcPts val="450"/>
              </a:spcBef>
              <a:buFont typeface="Arial" panose="020B0604020202020204" pitchFamily="34" charset="0"/>
              <a:buChar char="•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  <a:tab pos="9601200" algn="l"/>
                <a:tab pos="10058400" algn="l"/>
                <a:tab pos="10515600" algn="l"/>
              </a:tabLst>
            </a:pPr>
            <a:r>
              <a:rPr lang="en-US" altLang="en-US" sz="2400" dirty="0" err="1">
                <a:solidFill>
                  <a:srgbClr val="000000"/>
                </a:solidFill>
                <a:latin typeface="Arial" panose="020B0604020202020204" pitchFamily="34" charset="0"/>
              </a:rPr>
              <a:t>Підтримка всіх HTTP-методів і форматів даних</a:t>
            </a:r>
            <a:endParaRPr lang="en-US" altLang="en-US" sz="2400" dirty="0" err="1">
              <a:solidFill>
                <a:srgbClr val="000000"/>
              </a:solidFill>
              <a:latin typeface="Arial" panose="020B0604020202020204" pitchFamily="34" charset="0"/>
            </a:endParaRPr>
          </a:p>
          <a:p>
            <a:pPr marL="342900" indent="-342900" defTabSz="457200">
              <a:spcBef>
                <a:spcPts val="450"/>
              </a:spcBef>
              <a:buFont typeface="Arial" panose="020B0604020202020204" pitchFamily="34" charset="0"/>
              <a:buChar char="•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  <a:tab pos="9601200" algn="l"/>
                <a:tab pos="10058400" algn="l"/>
                <a:tab pos="10515600" algn="l"/>
              </a:tabLst>
            </a:pPr>
            <a:r>
              <a:rPr lang="en-US" altLang="en-US" sz="2400" dirty="0" err="1">
                <a:solidFill>
                  <a:srgbClr val="000000"/>
                </a:solidFill>
                <a:latin typeface="Arial" panose="020B0604020202020204" pitchFamily="34" charset="0"/>
              </a:rPr>
              <a:t>Робота з потоками даних (наприклад, </a:t>
            </a:r>
            <a:r>
              <a:rPr lang="uk-UA" altLang="en-US" sz="2400" dirty="0" err="1">
                <a:solidFill>
                  <a:srgbClr val="000000"/>
                </a:solidFill>
                <a:latin typeface="Arial" panose="020B0604020202020204" pitchFamily="34" charset="0"/>
              </a:rPr>
              <a:t>                    </a:t>
            </a:r>
            <a:r>
              <a:rPr lang="en-US" altLang="en-US" sz="2400" dirty="0" err="1">
                <a:solidFill>
                  <a:srgbClr val="000000"/>
                </a:solidFill>
                <a:latin typeface="Arial" panose="020B0604020202020204" pitchFamily="34" charset="0"/>
              </a:rPr>
              <a:t>для завантаження великих файлів)</a:t>
            </a:r>
            <a:endParaRPr lang="en-US" altLang="en-US" sz="2400" dirty="0" err="1">
              <a:solidFill>
                <a:srgbClr val="000000"/>
              </a:solidFill>
              <a:latin typeface="Arial" panose="020B0604020202020204" pitchFamily="34" charset="0"/>
            </a:endParaRPr>
          </a:p>
          <a:p>
            <a:pPr marL="342900" indent="-342900" defTabSz="457200">
              <a:spcBef>
                <a:spcPts val="450"/>
              </a:spcBef>
              <a:buFont typeface="Arial" panose="020B0604020202020204" pitchFamily="34" charset="0"/>
              <a:buChar char="•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  <a:tab pos="9601200" algn="l"/>
                <a:tab pos="10058400" algn="l"/>
                <a:tab pos="10515600" algn="l"/>
              </a:tabLst>
            </a:pPr>
            <a:r>
              <a:rPr lang="en-US" altLang="en-US" sz="2400" dirty="0" err="1">
                <a:solidFill>
                  <a:srgbClr val="000000"/>
                </a:solidFill>
                <a:latin typeface="Arial" panose="020B0604020202020204" pitchFamily="34" charset="0"/>
              </a:rPr>
              <a:t>Інтеграція з async/await</a:t>
            </a:r>
            <a:endParaRPr lang="en-US" altLang="en-US" sz="2400" dirty="0" err="1">
              <a:solidFill>
                <a:srgbClr val="000000"/>
              </a:solidFill>
              <a:latin typeface="Arial" panose="020B0604020202020204" pitchFamily="34" charset="0"/>
            </a:endParaRPr>
          </a:p>
        </p:txBody>
      </p:sp>
    </p:spTree>
  </p:cSld>
  <p:clrMapOvr>
    <a:masterClrMapping/>
  </p:clrMapOvr>
  <p:transition spd="med"/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7410" name="Text Box 10240"/>
          <p:cNvSpPr txBox="1"/>
          <p:nvPr/>
        </p:nvSpPr>
        <p:spPr>
          <a:xfrm>
            <a:off x="195263" y="228600"/>
            <a:ext cx="8015287" cy="914400"/>
          </a:xfrm>
          <a:prstGeom prst="rect">
            <a:avLst/>
          </a:prstGeom>
          <a:noFill/>
          <a:ln w="9525">
            <a:noFill/>
          </a:ln>
        </p:spPr>
        <p:txBody>
          <a:bodyPr wrap="square" lIns="91440" tIns="45720" rIns="91440" bIns="45720" anchor="ctr" anchorCtr="0"/>
          <a:p>
            <a:pPr defTabSz="457200">
              <a:buClrTx/>
              <a:buFontTx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</a:pPr>
            <a:r>
              <a:rPr lang="uk-UA" altLang="ru-RU" sz="4200" dirty="0" err="1">
                <a:solidFill>
                  <a:srgbClr val="FFFFFF"/>
                </a:solidFill>
                <a:latin typeface="Arial" panose="020B0604020202020204" pitchFamily="34" charset="0"/>
              </a:rPr>
              <a:t>Відправка </a:t>
            </a:r>
            <a:r>
              <a:rPr lang="en-US" altLang="ru-RU" sz="4200" dirty="0" err="1">
                <a:solidFill>
                  <a:srgbClr val="FFFFFF"/>
                </a:solidFill>
                <a:latin typeface="Arial" panose="020B0604020202020204" pitchFamily="34" charset="0"/>
              </a:rPr>
              <a:t>GET-</a:t>
            </a:r>
            <a:r>
              <a:rPr lang="uk-UA" altLang="ru-RU" sz="4200" dirty="0" err="1">
                <a:solidFill>
                  <a:srgbClr val="FFFFFF"/>
                </a:solidFill>
                <a:latin typeface="Arial" panose="020B0604020202020204" pitchFamily="34" charset="0"/>
              </a:rPr>
              <a:t>запиту </a:t>
            </a:r>
            <a:r>
              <a:rPr lang="uk-UA" altLang="ru-RU" sz="4200" dirty="0" err="1">
                <a:solidFill>
                  <a:srgbClr val="FFFFFF"/>
                </a:solidFill>
                <a:latin typeface="Arial" panose="020B0604020202020204" pitchFamily="34" charset="0"/>
              </a:rPr>
              <a:t>(</a:t>
            </a:r>
            <a:r>
              <a:rPr lang="en-US" altLang="ru-RU" sz="4200" dirty="0" err="1">
                <a:solidFill>
                  <a:srgbClr val="FFFFFF"/>
                </a:solidFill>
                <a:latin typeface="Arial" panose="020B0604020202020204" pitchFamily="34" charset="0"/>
              </a:rPr>
              <a:t>fetch)</a:t>
            </a:r>
            <a:endParaRPr lang="en-US" altLang="ru-RU" sz="4200" dirty="0" err="1">
              <a:solidFill>
                <a:srgbClr val="FFFFFF"/>
              </a:solidFill>
              <a:latin typeface="Arial" panose="020B0604020202020204" pitchFamily="34" charset="0"/>
            </a:endParaRPr>
          </a:p>
        </p:txBody>
      </p:sp>
      <p:sp>
        <p:nvSpPr>
          <p:cNvPr id="17411" name="Text Box 10241"/>
          <p:cNvSpPr txBox="1"/>
          <p:nvPr/>
        </p:nvSpPr>
        <p:spPr>
          <a:xfrm>
            <a:off x="468313" y="1412875"/>
            <a:ext cx="8135937" cy="4419600"/>
          </a:xfrm>
          <a:prstGeom prst="rect">
            <a:avLst/>
          </a:prstGeom>
          <a:noFill/>
          <a:ln w="9525">
            <a:noFill/>
          </a:ln>
        </p:spPr>
        <p:txBody>
          <a:bodyPr wrap="square" lIns="91440" tIns="45720" rIns="91440" bIns="45720" anchor="t" anchorCtr="0"/>
          <a:p>
            <a:pPr defTabSz="457200">
              <a:spcBef>
                <a:spcPts val="450"/>
              </a:spcBef>
              <a:buFont typeface="Arial" panose="020B0604020202020204" pitchFamily="34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  <a:tab pos="9601200" algn="l"/>
                <a:tab pos="10058400" algn="l"/>
                <a:tab pos="10515600" algn="l"/>
              </a:tabLst>
            </a:pPr>
            <a:r>
              <a:rPr lang="en-US" altLang="en-US" sz="2200" b="1" dirty="0" err="1">
                <a:solidFill>
                  <a:srgbClr val="000000"/>
                </a:solidFill>
                <a:latin typeface="Arial" panose="020B0604020202020204" pitchFamily="34" charset="0"/>
              </a:rPr>
              <a:t>fetch('https://api.example.com/data')</a:t>
            </a:r>
            <a:endParaRPr lang="en-US" altLang="en-US" sz="2200" b="1" dirty="0" err="1">
              <a:solidFill>
                <a:srgbClr val="000000"/>
              </a:solidFill>
              <a:latin typeface="Arial" panose="020B0604020202020204" pitchFamily="34" charset="0"/>
            </a:endParaRPr>
          </a:p>
          <a:p>
            <a:pPr defTabSz="457200">
              <a:spcBef>
                <a:spcPts val="450"/>
              </a:spcBef>
              <a:buFont typeface="Arial" panose="020B0604020202020204" pitchFamily="34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  <a:tab pos="9601200" algn="l"/>
                <a:tab pos="10058400" algn="l"/>
                <a:tab pos="10515600" algn="l"/>
              </a:tabLst>
            </a:pPr>
            <a:r>
              <a:rPr lang="en-US" altLang="en-US" sz="2200" b="1" dirty="0" err="1">
                <a:solidFill>
                  <a:srgbClr val="000000"/>
                </a:solidFill>
                <a:latin typeface="Arial" panose="020B0604020202020204" pitchFamily="34" charset="0"/>
              </a:rPr>
              <a:t>    .then(response =&gt; response.json())</a:t>
            </a:r>
            <a:endParaRPr lang="en-US" altLang="en-US" sz="2200" b="1" dirty="0" err="1">
              <a:solidFill>
                <a:srgbClr val="000000"/>
              </a:solidFill>
              <a:latin typeface="Arial" panose="020B0604020202020204" pitchFamily="34" charset="0"/>
            </a:endParaRPr>
          </a:p>
          <a:p>
            <a:pPr defTabSz="457200">
              <a:spcBef>
                <a:spcPts val="450"/>
              </a:spcBef>
              <a:buFont typeface="Arial" panose="020B0604020202020204" pitchFamily="34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  <a:tab pos="9601200" algn="l"/>
                <a:tab pos="10058400" algn="l"/>
                <a:tab pos="10515600" algn="l"/>
              </a:tabLst>
            </a:pPr>
            <a:r>
              <a:rPr lang="en-US" altLang="en-US" sz="2200" b="1" dirty="0" err="1">
                <a:solidFill>
                  <a:srgbClr val="000000"/>
                </a:solidFill>
                <a:latin typeface="Arial" panose="020B0604020202020204" pitchFamily="34" charset="0"/>
              </a:rPr>
              <a:t>    .then(data =&gt; console.log(data))</a:t>
            </a:r>
            <a:endParaRPr lang="en-US" altLang="en-US" sz="2200" b="1" dirty="0" err="1">
              <a:solidFill>
                <a:srgbClr val="000000"/>
              </a:solidFill>
              <a:latin typeface="Arial" panose="020B0604020202020204" pitchFamily="34" charset="0"/>
            </a:endParaRPr>
          </a:p>
          <a:p>
            <a:pPr defTabSz="457200">
              <a:spcBef>
                <a:spcPts val="450"/>
              </a:spcBef>
              <a:buFont typeface="Arial" panose="020B0604020202020204" pitchFamily="34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  <a:tab pos="9601200" algn="l"/>
                <a:tab pos="10058400" algn="l"/>
                <a:tab pos="10515600" algn="l"/>
              </a:tabLst>
            </a:pPr>
            <a:r>
              <a:rPr lang="en-US" altLang="en-US" sz="2200" b="1" dirty="0" err="1">
                <a:solidFill>
                  <a:srgbClr val="000000"/>
                </a:solidFill>
                <a:latin typeface="Arial" panose="020B0604020202020204" pitchFamily="34" charset="0"/>
              </a:rPr>
              <a:t>    .catch(error =&gt; console.error('Error:', error));</a:t>
            </a:r>
            <a:endParaRPr lang="en-US" altLang="en-US" sz="2200" b="1" dirty="0" err="1">
              <a:solidFill>
                <a:srgbClr val="000000"/>
              </a:solidFill>
              <a:latin typeface="Arial" panose="020B0604020202020204" pitchFamily="34" charset="0"/>
            </a:endParaRPr>
          </a:p>
        </p:txBody>
      </p:sp>
      <p:sp>
        <p:nvSpPr>
          <p:cNvPr id="2" name="Text Box 1"/>
          <p:cNvSpPr txBox="1"/>
          <p:nvPr/>
        </p:nvSpPr>
        <p:spPr>
          <a:xfrm>
            <a:off x="558165" y="3550920"/>
            <a:ext cx="7945755" cy="116840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algn="ctr"/>
            <a:r>
              <a:rPr lang="en-US" altLang="en-US" sz="3500" b="1">
                <a:solidFill>
                  <a:srgbClr val="0070C0"/>
                </a:solidFill>
                <a:hlinkClick r:id="rId1" tooltip="" action="ppaction://hlinkfile"/>
              </a:rPr>
              <a:t>https://gist.github.com/sunmeat/1a0c81c0b27c840df9fddebc17b727b7</a:t>
            </a:r>
            <a:endParaRPr lang="en-US" altLang="en-US" sz="3500" b="1">
              <a:solidFill>
                <a:srgbClr val="0070C0"/>
              </a:solidFill>
            </a:endParaRPr>
          </a:p>
        </p:txBody>
      </p:sp>
    </p:spTree>
  </p:cSld>
  <p:clrMapOvr>
    <a:masterClrMapping/>
  </p:clrMapOvr>
  <p:transition spd="med"/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7410" name="Text Box 10240"/>
          <p:cNvSpPr txBox="1"/>
          <p:nvPr/>
        </p:nvSpPr>
        <p:spPr>
          <a:xfrm>
            <a:off x="195263" y="228600"/>
            <a:ext cx="8015287" cy="914400"/>
          </a:xfrm>
          <a:prstGeom prst="rect">
            <a:avLst/>
          </a:prstGeom>
          <a:noFill/>
          <a:ln w="9525">
            <a:noFill/>
          </a:ln>
        </p:spPr>
        <p:txBody>
          <a:bodyPr wrap="square" lIns="91440" tIns="45720" rIns="91440" bIns="45720" anchor="ctr" anchorCtr="0"/>
          <a:p>
            <a:pPr defTabSz="457200">
              <a:buClrTx/>
              <a:buFontTx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</a:pPr>
            <a:r>
              <a:rPr lang="uk-UA" sz="4200" dirty="0" err="1">
                <a:solidFill>
                  <a:srgbClr val="FFFFFF"/>
                </a:solidFill>
                <a:latin typeface="Arial" panose="020B0604020202020204" pitchFamily="34" charset="0"/>
              </a:rPr>
              <a:t>Чи завжди потрібен </a:t>
            </a:r>
            <a:r>
              <a:rPr lang="en-US" sz="4200" dirty="0" err="1">
                <a:solidFill>
                  <a:srgbClr val="FFFFFF"/>
                </a:solidFill>
                <a:latin typeface="Arial" panose="020B0604020202020204" pitchFamily="34" charset="0"/>
              </a:rPr>
              <a:t>useEffect </a:t>
            </a:r>
            <a:endParaRPr lang="en-US" sz="4200" dirty="0" err="1">
              <a:solidFill>
                <a:srgbClr val="FFFFFF"/>
              </a:solidFill>
              <a:latin typeface="Arial" panose="020B0604020202020204" pitchFamily="34" charset="0"/>
            </a:endParaRPr>
          </a:p>
        </p:txBody>
      </p:sp>
      <p:sp>
        <p:nvSpPr>
          <p:cNvPr id="17411" name="Text Box 10241"/>
          <p:cNvSpPr txBox="1"/>
          <p:nvPr/>
        </p:nvSpPr>
        <p:spPr>
          <a:xfrm>
            <a:off x="468313" y="1412875"/>
            <a:ext cx="8135937" cy="4419600"/>
          </a:xfrm>
          <a:prstGeom prst="rect">
            <a:avLst/>
          </a:prstGeom>
          <a:noFill/>
          <a:ln w="9525">
            <a:noFill/>
          </a:ln>
        </p:spPr>
        <p:txBody>
          <a:bodyPr wrap="square" lIns="91440" tIns="45720" rIns="91440" bIns="45720" anchor="t" anchorCtr="0"/>
          <a:p>
            <a:pPr defTabSz="457200">
              <a:spcBef>
                <a:spcPts val="450"/>
              </a:spcBef>
              <a:buFont typeface="Arial" panose="020B0604020202020204" pitchFamily="34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  <a:tab pos="9601200" algn="l"/>
                <a:tab pos="10058400" algn="l"/>
                <a:tab pos="10515600" algn="l"/>
              </a:tabLst>
            </a:pPr>
            <a:r>
              <a:rPr lang="en-US" altLang="en-US" sz="2200" dirty="0" err="1">
                <a:solidFill>
                  <a:srgbClr val="000000"/>
                </a:solidFill>
                <a:latin typeface="Arial" panose="020B0604020202020204" pitchFamily="34" charset="0"/>
              </a:rPr>
              <a:t>Коли користувач натискає кнопку, і потрібно зробити запит на подію - як у попередньому прикладі (onClick по кнопці) - </a:t>
            </a:r>
            <a:r>
              <a:rPr lang="en-US" altLang="en-US" sz="2200" u="sng" dirty="0" err="1">
                <a:solidFill>
                  <a:srgbClr val="000000"/>
                </a:solidFill>
                <a:latin typeface="Arial" panose="020B0604020202020204" pitchFamily="34" charset="0"/>
              </a:rPr>
              <a:t>то ні, не потрібен.</a:t>
            </a:r>
            <a:endParaRPr lang="en-US" altLang="en-US" sz="2200" dirty="0" err="1">
              <a:solidFill>
                <a:srgbClr val="000000"/>
              </a:solidFill>
              <a:latin typeface="Arial" panose="020B0604020202020204" pitchFamily="34" charset="0"/>
            </a:endParaRPr>
          </a:p>
          <a:p>
            <a:pPr defTabSz="457200">
              <a:spcBef>
                <a:spcPts val="450"/>
              </a:spcBef>
              <a:buFont typeface="Arial" panose="020B0604020202020204" pitchFamily="34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  <a:tab pos="9601200" algn="l"/>
                <a:tab pos="10058400" algn="l"/>
                <a:tab pos="10515600" algn="l"/>
              </a:tabLst>
            </a:pPr>
            <a:r>
              <a:rPr lang="en-US" altLang="en-US" sz="2200" b="1" dirty="0" err="1">
                <a:solidFill>
                  <a:srgbClr val="000000"/>
                </a:solidFill>
                <a:latin typeface="Arial" panose="020B0604020202020204" pitchFamily="34" charset="0"/>
              </a:rPr>
              <a:t>&lt;button onClick={searchImages}&gt;Пошук&lt;/button&gt;</a:t>
            </a:r>
            <a:endParaRPr lang="en-US" altLang="en-US" sz="2200" b="1" dirty="0" err="1">
              <a:solidFill>
                <a:srgbClr val="000000"/>
              </a:solidFill>
              <a:latin typeface="Arial" panose="020B0604020202020204" pitchFamily="34" charset="0"/>
            </a:endParaRPr>
          </a:p>
          <a:p>
            <a:pPr defTabSz="457200">
              <a:spcBef>
                <a:spcPts val="450"/>
              </a:spcBef>
              <a:buFont typeface="Arial" panose="020B0604020202020204" pitchFamily="34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  <a:tab pos="9601200" algn="l"/>
                <a:tab pos="10058400" algn="l"/>
                <a:tab pos="10515600" algn="l"/>
              </a:tabLst>
            </a:pPr>
            <a:r>
              <a:rPr lang="en-US" altLang="en-US" sz="2200" dirty="0" err="1">
                <a:solidFill>
                  <a:srgbClr val="000000"/>
                </a:solidFill>
                <a:latin typeface="Arial" panose="020B0604020202020204" pitchFamily="34" charset="0"/>
              </a:rPr>
              <a:t>Тут ми самі викликаємо функцію запиту.</a:t>
            </a:r>
            <a:endParaRPr lang="en-US" altLang="en-US" sz="2200" dirty="0" err="1">
              <a:solidFill>
                <a:srgbClr val="000000"/>
              </a:solidFill>
              <a:latin typeface="Arial" panose="020B0604020202020204" pitchFamily="34" charset="0"/>
            </a:endParaRPr>
          </a:p>
          <a:p>
            <a:pPr defTabSz="457200">
              <a:spcBef>
                <a:spcPts val="450"/>
              </a:spcBef>
              <a:buFont typeface="Arial" panose="020B0604020202020204" pitchFamily="34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  <a:tab pos="9601200" algn="l"/>
                <a:tab pos="10058400" algn="l"/>
                <a:tab pos="10515600" algn="l"/>
              </a:tabLst>
            </a:pPr>
            <a:endParaRPr lang="en-US" altLang="en-US" sz="2200" dirty="0" err="1">
              <a:solidFill>
                <a:srgbClr val="000000"/>
              </a:solidFill>
              <a:latin typeface="Arial" panose="020B0604020202020204" pitchFamily="34" charset="0"/>
            </a:endParaRPr>
          </a:p>
          <a:p>
            <a:pPr defTabSz="457200">
              <a:spcBef>
                <a:spcPts val="450"/>
              </a:spcBef>
              <a:buFont typeface="Arial" panose="020B0604020202020204" pitchFamily="34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  <a:tab pos="9601200" algn="l"/>
                <a:tab pos="10058400" algn="l"/>
                <a:tab pos="10515600" algn="l"/>
              </a:tabLst>
            </a:pPr>
            <a:r>
              <a:rPr lang="en-US" altLang="en-US" sz="2200" b="1" dirty="0" err="1">
                <a:solidFill>
                  <a:srgbClr val="000000"/>
                </a:solidFill>
                <a:latin typeface="Arial" panose="020B0604020202020204" pitchFamily="34" charset="0"/>
              </a:rPr>
              <a:t>useEffect </a:t>
            </a:r>
            <a:r>
              <a:rPr lang="uk-UA" altLang="en-US" sz="2200" b="1" dirty="0" err="1">
                <a:solidFill>
                  <a:srgbClr val="000000"/>
                </a:solidFill>
                <a:latin typeface="Arial" panose="020B0604020202020204" pitchFamily="34" charset="0"/>
              </a:rPr>
              <a:t>п</a:t>
            </a:r>
            <a:r>
              <a:rPr lang="en-US" altLang="en-US" sz="2200" b="1" dirty="0" err="1">
                <a:solidFill>
                  <a:srgbClr val="000000"/>
                </a:solidFill>
                <a:latin typeface="Arial" panose="020B0604020202020204" pitchFamily="34" charset="0"/>
              </a:rPr>
              <a:t>отрібен, коли необхідно:</a:t>
            </a:r>
            <a:endParaRPr lang="en-US" altLang="en-US" sz="2200" b="1" dirty="0" err="1">
              <a:solidFill>
                <a:srgbClr val="000000"/>
              </a:solidFill>
              <a:latin typeface="Arial" panose="020B0604020202020204" pitchFamily="34" charset="0"/>
            </a:endParaRPr>
          </a:p>
          <a:p>
            <a:pPr marL="342900" indent="-342900" defTabSz="457200">
              <a:spcBef>
                <a:spcPts val="450"/>
              </a:spcBef>
              <a:buFont typeface="Arial" panose="020B0604020202020204" pitchFamily="34" charset="0"/>
              <a:buChar char="•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  <a:tab pos="9601200" algn="l"/>
                <a:tab pos="10058400" algn="l"/>
                <a:tab pos="10515600" algn="l"/>
              </a:tabLst>
            </a:pPr>
            <a:r>
              <a:rPr lang="en-US" altLang="en-US" sz="2200" dirty="0" err="1">
                <a:solidFill>
                  <a:srgbClr val="000000"/>
                </a:solidFill>
                <a:latin typeface="Arial" panose="020B0604020202020204" pitchFamily="34" charset="0"/>
              </a:rPr>
              <a:t>Виконати запит при монтуванні компонента (наприклад, завантаження даних одразу після відкриття сторінки)</a:t>
            </a:r>
            <a:endParaRPr lang="en-US" altLang="en-US" sz="2200" dirty="0" err="1">
              <a:solidFill>
                <a:srgbClr val="000000"/>
              </a:solidFill>
              <a:latin typeface="Arial" panose="020B0604020202020204" pitchFamily="34" charset="0"/>
            </a:endParaRPr>
          </a:p>
          <a:p>
            <a:pPr marL="342900" indent="-342900" defTabSz="457200">
              <a:spcBef>
                <a:spcPts val="450"/>
              </a:spcBef>
              <a:buFont typeface="Arial" panose="020B0604020202020204" pitchFamily="34" charset="0"/>
              <a:buChar char="•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  <a:tab pos="9601200" algn="l"/>
                <a:tab pos="10058400" algn="l"/>
                <a:tab pos="10515600" algn="l"/>
              </a:tabLst>
            </a:pPr>
            <a:r>
              <a:rPr lang="en-US" altLang="en-US" sz="2200" dirty="0" err="1">
                <a:solidFill>
                  <a:srgbClr val="000000"/>
                </a:solidFill>
                <a:latin typeface="Arial" panose="020B0604020202020204" pitchFamily="34" charset="0"/>
              </a:rPr>
              <a:t>Слухати щось у фоновому режимі (вебсокети, таймери)</a:t>
            </a:r>
            <a:endParaRPr lang="en-US" altLang="en-US" sz="2200" dirty="0" err="1">
              <a:solidFill>
                <a:srgbClr val="000000"/>
              </a:solidFill>
              <a:latin typeface="Arial" panose="020B0604020202020204" pitchFamily="34" charset="0"/>
            </a:endParaRPr>
          </a:p>
        </p:txBody>
      </p:sp>
    </p:spTree>
  </p:cSld>
  <p:clrMapOvr>
    <a:masterClrMapping/>
  </p:clrMapOvr>
  <p:transition spd="med"/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7410" name="Text Box 10240"/>
          <p:cNvSpPr txBox="1"/>
          <p:nvPr/>
        </p:nvSpPr>
        <p:spPr>
          <a:xfrm>
            <a:off x="195263" y="228600"/>
            <a:ext cx="8015287" cy="914400"/>
          </a:xfrm>
          <a:prstGeom prst="rect">
            <a:avLst/>
          </a:prstGeom>
          <a:noFill/>
          <a:ln w="9525">
            <a:noFill/>
          </a:ln>
        </p:spPr>
        <p:txBody>
          <a:bodyPr wrap="square" lIns="91440" tIns="45720" rIns="91440" bIns="45720" anchor="ctr" anchorCtr="0"/>
          <a:p>
            <a:pPr defTabSz="457200">
              <a:buClrTx/>
              <a:buFontTx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</a:pPr>
            <a:r>
              <a:rPr lang="en-US" sz="4200" dirty="0" err="1">
                <a:solidFill>
                  <a:srgbClr val="FFFFFF"/>
                </a:solidFill>
                <a:latin typeface="Arial" panose="020B0604020202020204" pitchFamily="34" charset="0"/>
              </a:rPr>
              <a:t>Jokes API + fetch (GET)</a:t>
            </a:r>
            <a:endParaRPr lang="en-US" sz="4200" dirty="0" err="1">
              <a:solidFill>
                <a:srgbClr val="FFFFFF"/>
              </a:solidFill>
              <a:latin typeface="Arial" panose="020B0604020202020204" pitchFamily="34" charset="0"/>
            </a:endParaRPr>
          </a:p>
        </p:txBody>
      </p:sp>
      <p:sp>
        <p:nvSpPr>
          <p:cNvPr id="17411" name="Text Box 10241"/>
          <p:cNvSpPr txBox="1"/>
          <p:nvPr/>
        </p:nvSpPr>
        <p:spPr>
          <a:xfrm>
            <a:off x="468313" y="1412875"/>
            <a:ext cx="8135937" cy="4419600"/>
          </a:xfrm>
          <a:prstGeom prst="rect">
            <a:avLst/>
          </a:prstGeom>
          <a:noFill/>
          <a:ln w="9525">
            <a:noFill/>
          </a:ln>
        </p:spPr>
        <p:txBody>
          <a:bodyPr wrap="square" lIns="91440" tIns="45720" rIns="91440" bIns="45720" anchor="t" anchorCtr="0"/>
          <a:p>
            <a:pPr algn="ctr" defTabSz="457200">
              <a:spcBef>
                <a:spcPts val="450"/>
              </a:spcBef>
              <a:buFont typeface="Arial" panose="020B0604020202020204" pitchFamily="34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  <a:tab pos="9601200" algn="l"/>
                <a:tab pos="10058400" algn="l"/>
                <a:tab pos="10515600" algn="l"/>
              </a:tabLst>
            </a:pPr>
            <a:r>
              <a:rPr lang="en-US" altLang="en-US" sz="3500" b="1" dirty="0" err="1">
                <a:solidFill>
                  <a:srgbClr val="0070C0"/>
                </a:solidFill>
                <a:latin typeface="Arial" panose="020B0604020202020204" pitchFamily="34" charset="0"/>
                <a:hlinkClick r:id="rId1" tooltip="" action="ppaction://hlinkfile"/>
              </a:rPr>
              <a:t>https://gist.github.com/sunmeat/0bd5d4a5fcf82b0344564029d521cd59</a:t>
            </a:r>
            <a:endParaRPr lang="en-US" altLang="en-US" sz="3500" b="1" dirty="0" err="1">
              <a:solidFill>
                <a:srgbClr val="0070C0"/>
              </a:solidFill>
              <a:latin typeface="Arial" panose="020B0604020202020204" pitchFamily="34" charset="0"/>
            </a:endParaRPr>
          </a:p>
        </p:txBody>
      </p:sp>
      <p:pic>
        <p:nvPicPr>
          <p:cNvPr id="3" name="Picture 2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872615" y="2575560"/>
            <a:ext cx="5372100" cy="4829175"/>
          </a:xfrm>
          <a:prstGeom prst="rect">
            <a:avLst/>
          </a:prstGeom>
        </p:spPr>
      </p:pic>
    </p:spTree>
  </p:cSld>
  <p:clrMapOvr>
    <a:masterClrMapping/>
  </p:clrMapOvr>
  <p:transition spd="med"/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7410" name="Text Box 10240"/>
          <p:cNvSpPr txBox="1"/>
          <p:nvPr/>
        </p:nvSpPr>
        <p:spPr>
          <a:xfrm>
            <a:off x="195263" y="228600"/>
            <a:ext cx="8015287" cy="914400"/>
          </a:xfrm>
          <a:prstGeom prst="rect">
            <a:avLst/>
          </a:prstGeom>
          <a:noFill/>
          <a:ln w="9525">
            <a:noFill/>
          </a:ln>
        </p:spPr>
        <p:txBody>
          <a:bodyPr wrap="square" lIns="91440" tIns="45720" rIns="91440" bIns="45720" anchor="ctr" anchorCtr="0"/>
          <a:p>
            <a:pPr defTabSz="457200">
              <a:buClrTx/>
              <a:buFontTx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</a:pPr>
            <a:r>
              <a:rPr lang="uk-UA" altLang="ru-RU" sz="4200" dirty="0" err="1">
                <a:solidFill>
                  <a:srgbClr val="FFFFFF"/>
                </a:solidFill>
                <a:latin typeface="Arial" panose="020B0604020202020204" pitchFamily="34" charset="0"/>
              </a:rPr>
              <a:t>Відправка </a:t>
            </a:r>
            <a:r>
              <a:rPr lang="en-US" altLang="ru-RU" sz="4200" dirty="0" err="1">
                <a:solidFill>
                  <a:srgbClr val="FFFFFF"/>
                </a:solidFill>
                <a:latin typeface="Arial" panose="020B0604020202020204" pitchFamily="34" charset="0"/>
              </a:rPr>
              <a:t>POST-</a:t>
            </a:r>
            <a:r>
              <a:rPr lang="uk-UA" altLang="ru-RU" sz="4200" dirty="0" err="1">
                <a:solidFill>
                  <a:srgbClr val="FFFFFF"/>
                </a:solidFill>
                <a:latin typeface="Arial" panose="020B0604020202020204" pitchFamily="34" charset="0"/>
              </a:rPr>
              <a:t>запиту </a:t>
            </a:r>
            <a:r>
              <a:rPr lang="uk-UA" altLang="ru-RU" sz="4200" dirty="0" err="1">
                <a:solidFill>
                  <a:srgbClr val="FFFFFF"/>
                </a:solidFill>
                <a:latin typeface="Arial" panose="020B0604020202020204" pitchFamily="34" charset="0"/>
              </a:rPr>
              <a:t>(</a:t>
            </a:r>
            <a:r>
              <a:rPr lang="en-US" altLang="ru-RU" sz="4200" dirty="0" err="1">
                <a:solidFill>
                  <a:srgbClr val="FFFFFF"/>
                </a:solidFill>
                <a:latin typeface="Arial" panose="020B0604020202020204" pitchFamily="34" charset="0"/>
              </a:rPr>
              <a:t>fetch)</a:t>
            </a:r>
            <a:endParaRPr lang="en-US" altLang="ru-RU" sz="4200" dirty="0" err="1">
              <a:solidFill>
                <a:srgbClr val="FFFFFF"/>
              </a:solidFill>
              <a:latin typeface="Arial" panose="020B0604020202020204" pitchFamily="34" charset="0"/>
            </a:endParaRPr>
          </a:p>
        </p:txBody>
      </p:sp>
      <p:sp>
        <p:nvSpPr>
          <p:cNvPr id="17411" name="Text Box 10241"/>
          <p:cNvSpPr txBox="1"/>
          <p:nvPr/>
        </p:nvSpPr>
        <p:spPr>
          <a:xfrm>
            <a:off x="468313" y="1412875"/>
            <a:ext cx="8135937" cy="4419600"/>
          </a:xfrm>
          <a:prstGeom prst="rect">
            <a:avLst/>
          </a:prstGeom>
          <a:noFill/>
          <a:ln w="9525">
            <a:noFill/>
          </a:ln>
        </p:spPr>
        <p:txBody>
          <a:bodyPr wrap="square" lIns="91440" tIns="45720" rIns="91440" bIns="45720" anchor="t" anchorCtr="0"/>
          <a:p>
            <a:pPr defTabSz="457200">
              <a:spcBef>
                <a:spcPts val="450"/>
              </a:spcBef>
              <a:buFont typeface="Arial" panose="020B0604020202020204" pitchFamily="34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  <a:tab pos="9601200" algn="l"/>
                <a:tab pos="10058400" algn="l"/>
                <a:tab pos="10515600" algn="l"/>
              </a:tabLst>
            </a:pPr>
            <a:r>
              <a:rPr lang="en-US" altLang="en-US" sz="1900" b="1" dirty="0" err="1">
                <a:solidFill>
                  <a:srgbClr val="000000"/>
                </a:solidFill>
                <a:latin typeface="Arial" panose="020B0604020202020204" pitchFamily="34" charset="0"/>
              </a:rPr>
              <a:t>fetch('https://api.example.com/submit', {</a:t>
            </a:r>
            <a:endParaRPr lang="en-US" altLang="en-US" sz="1900" b="1" dirty="0" err="1">
              <a:solidFill>
                <a:srgbClr val="000000"/>
              </a:solidFill>
              <a:latin typeface="Arial" panose="020B0604020202020204" pitchFamily="34" charset="0"/>
            </a:endParaRPr>
          </a:p>
          <a:p>
            <a:pPr defTabSz="457200">
              <a:spcBef>
                <a:spcPts val="450"/>
              </a:spcBef>
              <a:buFont typeface="Arial" panose="020B0604020202020204" pitchFamily="34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  <a:tab pos="9601200" algn="l"/>
                <a:tab pos="10058400" algn="l"/>
                <a:tab pos="10515600" algn="l"/>
              </a:tabLst>
            </a:pPr>
            <a:r>
              <a:rPr lang="en-US" altLang="en-US" sz="1900" b="1" dirty="0" err="1">
                <a:solidFill>
                  <a:srgbClr val="000000"/>
                </a:solidFill>
                <a:latin typeface="Arial" panose="020B0604020202020204" pitchFamily="34" charset="0"/>
              </a:rPr>
              <a:t>    method: 'POST',</a:t>
            </a:r>
            <a:endParaRPr lang="en-US" altLang="en-US" sz="1900" b="1" dirty="0" err="1">
              <a:solidFill>
                <a:srgbClr val="000000"/>
              </a:solidFill>
              <a:latin typeface="Arial" panose="020B0604020202020204" pitchFamily="34" charset="0"/>
            </a:endParaRPr>
          </a:p>
          <a:p>
            <a:pPr defTabSz="457200">
              <a:spcBef>
                <a:spcPts val="450"/>
              </a:spcBef>
              <a:buFont typeface="Arial" panose="020B0604020202020204" pitchFamily="34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  <a:tab pos="9601200" algn="l"/>
                <a:tab pos="10058400" algn="l"/>
                <a:tab pos="10515600" algn="l"/>
              </a:tabLst>
            </a:pPr>
            <a:r>
              <a:rPr lang="en-US" altLang="en-US" sz="1900" b="1" dirty="0" err="1">
                <a:solidFill>
                  <a:srgbClr val="000000"/>
                </a:solidFill>
                <a:latin typeface="Arial" panose="020B0604020202020204" pitchFamily="34" charset="0"/>
              </a:rPr>
              <a:t>    headers: {</a:t>
            </a:r>
            <a:endParaRPr lang="en-US" altLang="en-US" sz="1900" b="1" dirty="0" err="1">
              <a:solidFill>
                <a:srgbClr val="000000"/>
              </a:solidFill>
              <a:latin typeface="Arial" panose="020B0604020202020204" pitchFamily="34" charset="0"/>
            </a:endParaRPr>
          </a:p>
          <a:p>
            <a:pPr defTabSz="457200">
              <a:spcBef>
                <a:spcPts val="450"/>
              </a:spcBef>
              <a:buFont typeface="Arial" panose="020B0604020202020204" pitchFamily="34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  <a:tab pos="9601200" algn="l"/>
                <a:tab pos="10058400" algn="l"/>
                <a:tab pos="10515600" algn="l"/>
              </a:tabLst>
            </a:pPr>
            <a:r>
              <a:rPr lang="en-US" altLang="en-US" sz="1900" b="1" dirty="0" err="1">
                <a:solidFill>
                  <a:srgbClr val="000000"/>
                </a:solidFill>
                <a:latin typeface="Arial" panose="020B0604020202020204" pitchFamily="34" charset="0"/>
              </a:rPr>
              <a:t>        'Content-Type': 'application/json'</a:t>
            </a:r>
            <a:endParaRPr lang="en-US" altLang="en-US" sz="1900" b="1" dirty="0" err="1">
              <a:solidFill>
                <a:srgbClr val="000000"/>
              </a:solidFill>
              <a:latin typeface="Arial" panose="020B0604020202020204" pitchFamily="34" charset="0"/>
            </a:endParaRPr>
          </a:p>
          <a:p>
            <a:pPr defTabSz="457200">
              <a:spcBef>
                <a:spcPts val="450"/>
              </a:spcBef>
              <a:buFont typeface="Arial" panose="020B0604020202020204" pitchFamily="34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  <a:tab pos="9601200" algn="l"/>
                <a:tab pos="10058400" algn="l"/>
                <a:tab pos="10515600" algn="l"/>
              </a:tabLst>
            </a:pPr>
            <a:r>
              <a:rPr lang="en-US" altLang="en-US" sz="1900" b="1" dirty="0" err="1">
                <a:solidFill>
                  <a:srgbClr val="000000"/>
                </a:solidFill>
                <a:latin typeface="Arial" panose="020B0604020202020204" pitchFamily="34" charset="0"/>
              </a:rPr>
              <a:t>    },</a:t>
            </a:r>
            <a:endParaRPr lang="en-US" altLang="en-US" sz="1900" b="1" dirty="0" err="1">
              <a:solidFill>
                <a:srgbClr val="000000"/>
              </a:solidFill>
              <a:latin typeface="Arial" panose="020B0604020202020204" pitchFamily="34" charset="0"/>
            </a:endParaRPr>
          </a:p>
          <a:p>
            <a:pPr defTabSz="457200">
              <a:spcBef>
                <a:spcPts val="450"/>
              </a:spcBef>
              <a:buFont typeface="Arial" panose="020B0604020202020204" pitchFamily="34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  <a:tab pos="9601200" algn="l"/>
                <a:tab pos="10058400" algn="l"/>
                <a:tab pos="10515600" algn="l"/>
              </a:tabLst>
            </a:pPr>
            <a:r>
              <a:rPr lang="en-US" altLang="en-US" sz="1900" b="1" dirty="0" err="1">
                <a:solidFill>
                  <a:srgbClr val="000000"/>
                </a:solidFill>
                <a:latin typeface="Arial" panose="020B0604020202020204" pitchFamily="34" charset="0"/>
              </a:rPr>
              <a:t>    body: JSON.stringify({ name: 'Alex', age: 36 })</a:t>
            </a:r>
            <a:endParaRPr lang="en-US" altLang="en-US" sz="1900" b="1" dirty="0" err="1">
              <a:solidFill>
                <a:srgbClr val="000000"/>
              </a:solidFill>
              <a:latin typeface="Arial" panose="020B0604020202020204" pitchFamily="34" charset="0"/>
            </a:endParaRPr>
          </a:p>
          <a:p>
            <a:pPr defTabSz="457200">
              <a:spcBef>
                <a:spcPts val="450"/>
              </a:spcBef>
              <a:buFont typeface="Arial" panose="020B0604020202020204" pitchFamily="34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  <a:tab pos="9601200" algn="l"/>
                <a:tab pos="10058400" algn="l"/>
                <a:tab pos="10515600" algn="l"/>
              </a:tabLst>
            </a:pPr>
            <a:r>
              <a:rPr lang="en-US" altLang="en-US" sz="1900" b="1" dirty="0" err="1">
                <a:solidFill>
                  <a:srgbClr val="000000"/>
                </a:solidFill>
                <a:latin typeface="Arial" panose="020B0604020202020204" pitchFamily="34" charset="0"/>
              </a:rPr>
              <a:t>})</a:t>
            </a:r>
            <a:endParaRPr lang="en-US" altLang="en-US" sz="1900" b="1" dirty="0" err="1">
              <a:solidFill>
                <a:srgbClr val="000000"/>
              </a:solidFill>
              <a:latin typeface="Arial" panose="020B0604020202020204" pitchFamily="34" charset="0"/>
            </a:endParaRPr>
          </a:p>
          <a:p>
            <a:pPr defTabSz="457200">
              <a:spcBef>
                <a:spcPts val="450"/>
              </a:spcBef>
              <a:buFont typeface="Arial" panose="020B0604020202020204" pitchFamily="34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  <a:tab pos="9601200" algn="l"/>
                <a:tab pos="10058400" algn="l"/>
                <a:tab pos="10515600" algn="l"/>
              </a:tabLst>
            </a:pPr>
            <a:r>
              <a:rPr lang="en-US" altLang="en-US" sz="1900" b="1" dirty="0" err="1">
                <a:solidFill>
                  <a:srgbClr val="000000"/>
                </a:solidFill>
                <a:latin typeface="Arial" panose="020B0604020202020204" pitchFamily="34" charset="0"/>
              </a:rPr>
              <a:t>    .then(response =&gt; response.json())</a:t>
            </a:r>
            <a:endParaRPr lang="en-US" altLang="en-US" sz="1900" b="1" dirty="0" err="1">
              <a:solidFill>
                <a:srgbClr val="000000"/>
              </a:solidFill>
              <a:latin typeface="Arial" panose="020B0604020202020204" pitchFamily="34" charset="0"/>
            </a:endParaRPr>
          </a:p>
          <a:p>
            <a:pPr defTabSz="457200">
              <a:spcBef>
                <a:spcPts val="450"/>
              </a:spcBef>
              <a:buFont typeface="Arial" panose="020B0604020202020204" pitchFamily="34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  <a:tab pos="9601200" algn="l"/>
                <a:tab pos="10058400" algn="l"/>
                <a:tab pos="10515600" algn="l"/>
              </a:tabLst>
            </a:pPr>
            <a:r>
              <a:rPr lang="en-US" altLang="en-US" sz="1900" b="1" dirty="0" err="1">
                <a:solidFill>
                  <a:srgbClr val="000000"/>
                </a:solidFill>
                <a:latin typeface="Arial" panose="020B0604020202020204" pitchFamily="34" charset="0"/>
              </a:rPr>
              <a:t>    .then(data =&gt; console.log(data))</a:t>
            </a:r>
            <a:endParaRPr lang="en-US" altLang="en-US" sz="1900" b="1" dirty="0" err="1">
              <a:solidFill>
                <a:srgbClr val="000000"/>
              </a:solidFill>
              <a:latin typeface="Arial" panose="020B0604020202020204" pitchFamily="34" charset="0"/>
            </a:endParaRPr>
          </a:p>
          <a:p>
            <a:pPr defTabSz="457200">
              <a:spcBef>
                <a:spcPts val="450"/>
              </a:spcBef>
              <a:buFont typeface="Arial" panose="020B0604020202020204" pitchFamily="34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  <a:tab pos="9601200" algn="l"/>
                <a:tab pos="10058400" algn="l"/>
                <a:tab pos="10515600" algn="l"/>
              </a:tabLst>
            </a:pPr>
            <a:r>
              <a:rPr lang="en-US" altLang="en-US" sz="1900" b="1" dirty="0" err="1">
                <a:solidFill>
                  <a:srgbClr val="000000"/>
                </a:solidFill>
                <a:latin typeface="Arial" panose="020B0604020202020204" pitchFamily="34" charset="0"/>
              </a:rPr>
              <a:t>    .catch(error =&gt; console.error('Error:', error));</a:t>
            </a:r>
            <a:endParaRPr lang="en-US" altLang="en-US" sz="1900" b="1" dirty="0" err="1">
              <a:solidFill>
                <a:srgbClr val="000000"/>
              </a:solidFill>
              <a:latin typeface="Arial" panose="020B0604020202020204" pitchFamily="34" charset="0"/>
            </a:endParaRPr>
          </a:p>
          <a:p>
            <a:pPr defTabSz="457200">
              <a:spcBef>
                <a:spcPts val="450"/>
              </a:spcBef>
              <a:buFont typeface="Arial" panose="020B0604020202020204" pitchFamily="34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  <a:tab pos="9601200" algn="l"/>
                <a:tab pos="10058400" algn="l"/>
                <a:tab pos="10515600" algn="l"/>
              </a:tabLst>
            </a:pPr>
            <a:endParaRPr lang="en-US" altLang="en-US" sz="2200" dirty="0" err="1">
              <a:solidFill>
                <a:srgbClr val="000000"/>
              </a:solidFill>
              <a:latin typeface="Arial" panose="020B0604020202020204" pitchFamily="34" charset="0"/>
            </a:endParaRPr>
          </a:p>
          <a:p>
            <a:pPr algn="ctr" defTabSz="457200">
              <a:spcBef>
                <a:spcPts val="450"/>
              </a:spcBef>
              <a:buFont typeface="Arial" panose="020B0604020202020204" pitchFamily="34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  <a:tab pos="9601200" algn="l"/>
                <a:tab pos="10058400" algn="l"/>
                <a:tab pos="10515600" algn="l"/>
              </a:tabLst>
            </a:pPr>
            <a:r>
              <a:rPr lang="en-US" altLang="en-US" sz="2500" b="1" dirty="0" err="1">
                <a:solidFill>
                  <a:srgbClr val="0070C0"/>
                </a:solidFill>
                <a:latin typeface="Arial" panose="020B0604020202020204" pitchFamily="34" charset="0"/>
                <a:hlinkClick r:id="rId1" tooltip="" action="ppaction://hlinkfile"/>
              </a:rPr>
              <a:t>https://gist.github.com/sunmeat/6261bbe91909893b400e25f9ad72ad72</a:t>
            </a:r>
            <a:endParaRPr lang="en-US" altLang="en-US" sz="2500" b="1" dirty="0" err="1">
              <a:solidFill>
                <a:srgbClr val="0070C0"/>
              </a:solidFill>
              <a:latin typeface="Arial" panose="020B0604020202020204" pitchFamily="34" charset="0"/>
            </a:endParaRPr>
          </a:p>
        </p:txBody>
      </p:sp>
    </p:spTree>
  </p:cSld>
  <p:clrMapOvr>
    <a:masterClrMapping/>
  </p:clrMapOvr>
  <p:transition spd="med"/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52225" name="Text Box 52224"/>
          <p:cNvSpPr txBox="1"/>
          <p:nvPr/>
        </p:nvSpPr>
        <p:spPr>
          <a:xfrm>
            <a:off x="195263" y="228600"/>
            <a:ext cx="8015287" cy="914400"/>
          </a:xfrm>
          <a:prstGeom prst="rect">
            <a:avLst/>
          </a:prstGeom>
          <a:noFill/>
          <a:ln w="9525">
            <a:noFill/>
          </a:ln>
        </p:spPr>
        <p:txBody>
          <a:bodyPr wrap="square" lIns="91440" tIns="45720" rIns="91440" bIns="45720" anchor="ctr" anchorCtr="0"/>
          <a:p>
            <a:pPr defTabSz="457200">
              <a:buClrTx/>
              <a:buSzPct val="100000"/>
              <a:buFontTx/>
              <a:buNone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</a:pPr>
            <a:r>
              <a:rPr lang="en-US" altLang="en-US" sz="4200" dirty="0" err="1">
                <a:solidFill>
                  <a:srgbClr val="FFFFFF"/>
                </a:solidFill>
                <a:ea typeface="Microsoft YaHei" panose="020B0503020204020204" charset="-122"/>
              </a:rPr>
              <a:t>Правила </a:t>
            </a:r>
            <a:r>
              <a:rPr lang="uk-UA" altLang="en-US" sz="4200" dirty="0" err="1">
                <a:solidFill>
                  <a:srgbClr val="FFFFFF"/>
                </a:solidFill>
                <a:ea typeface="Microsoft YaHei" panose="020B0503020204020204" charset="-122"/>
              </a:rPr>
              <a:t>від</a:t>
            </a:r>
            <a:r>
              <a:rPr lang="en-US" altLang="en-US" sz="4200" dirty="0" err="1">
                <a:solidFill>
                  <a:srgbClr val="FFFFFF"/>
                </a:solidFill>
                <a:ea typeface="Microsoft YaHei" panose="020B0503020204020204" charset="-122"/>
              </a:rPr>
              <a:t>правки зап</a:t>
            </a:r>
            <a:r>
              <a:rPr lang="uk-UA" altLang="en-US" sz="4200" dirty="0" err="1">
                <a:solidFill>
                  <a:srgbClr val="FFFFFF"/>
                </a:solidFill>
                <a:ea typeface="Microsoft YaHei" panose="020B0503020204020204" charset="-122"/>
              </a:rPr>
              <a:t>итів</a:t>
            </a:r>
            <a:endParaRPr lang="uk-UA" altLang="en-US" sz="4200" dirty="0" err="1">
              <a:solidFill>
                <a:srgbClr val="FFFFFF"/>
              </a:solidFill>
              <a:ea typeface="Microsoft YaHei" panose="020B0503020204020204" charset="-122"/>
            </a:endParaRPr>
          </a:p>
        </p:txBody>
      </p:sp>
      <p:sp>
        <p:nvSpPr>
          <p:cNvPr id="52226" name="Text Box 52225"/>
          <p:cNvSpPr txBox="1"/>
          <p:nvPr/>
        </p:nvSpPr>
        <p:spPr>
          <a:xfrm>
            <a:off x="526415" y="1430655"/>
            <a:ext cx="8033385" cy="4419600"/>
          </a:xfrm>
          <a:prstGeom prst="rect">
            <a:avLst/>
          </a:prstGeom>
          <a:noFill/>
          <a:ln w="9525">
            <a:noFill/>
          </a:ln>
        </p:spPr>
        <p:txBody>
          <a:bodyPr wrap="square" lIns="91440" tIns="45720" rIns="91440" bIns="45720" anchor="t" anchorCtr="0"/>
          <a:p>
            <a:pPr marL="342900" indent="-342900" defTabSz="457200">
              <a:spcBef>
                <a:spcPts val="800"/>
              </a:spcBef>
              <a:buClrTx/>
              <a:buSzPct val="100000"/>
              <a:buFont typeface="Arial" panose="020B0604020202020204" pitchFamily="34" charset="0"/>
              <a:buChar char="•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</a:pPr>
            <a:r>
              <a:rPr lang="en-US" altLang="en-US" sz="1800" b="1" dirty="0" err="1">
                <a:solidFill>
                  <a:schemeClr val="tx1"/>
                </a:solidFill>
                <a:ea typeface="Microsoft YaHei" panose="020B0503020204020204" charset="-122"/>
              </a:rPr>
              <a:t>Компонентний підхід</a:t>
            </a:r>
            <a:r>
              <a:rPr lang="en-US" altLang="en-US" sz="1800" dirty="0" err="1">
                <a:solidFill>
                  <a:schemeClr val="tx1"/>
                </a:solidFill>
                <a:ea typeface="Microsoft YaHei" panose="020B0503020204020204" charset="-122"/>
              </a:rPr>
              <a:t>: Мережеві запити React зазвичай виконуються у функціональних компонентах з використанням хуків (useEffect, useState </a:t>
            </a:r>
            <a:r>
              <a:rPr lang="uk-UA" altLang="en-US" sz="1800" dirty="0" err="1">
                <a:solidFill>
                  <a:schemeClr val="tx1"/>
                </a:solidFill>
                <a:ea typeface="Microsoft YaHei" panose="020B0503020204020204" charset="-122"/>
              </a:rPr>
              <a:t>тощо</a:t>
            </a:r>
            <a:r>
              <a:rPr lang="en-US" altLang="en-US" sz="1800" dirty="0" err="1">
                <a:solidFill>
                  <a:schemeClr val="tx1"/>
                </a:solidFill>
                <a:ea typeface="Microsoft YaHei" panose="020B0503020204020204" charset="-122"/>
              </a:rPr>
              <a:t>). Запити повинні бути прив'язані до життєвого циклу компонент</a:t>
            </a:r>
            <a:r>
              <a:rPr lang="uk-UA" altLang="en-US" sz="1800" dirty="0" err="1">
                <a:solidFill>
                  <a:schemeClr val="tx1"/>
                </a:solidFill>
                <a:ea typeface="Microsoft YaHei" panose="020B0503020204020204" charset="-122"/>
              </a:rPr>
              <a:t>и</a:t>
            </a:r>
            <a:r>
              <a:rPr lang="en-US" altLang="en-US" sz="1800" dirty="0" err="1">
                <a:solidFill>
                  <a:schemeClr val="tx1"/>
                </a:solidFill>
                <a:ea typeface="Microsoft YaHei" panose="020B0503020204020204" charset="-122"/>
              </a:rPr>
              <a:t>, щоб уникнути витоку пам'яті. Наприклад, ситуація:</a:t>
            </a:r>
            <a:endParaRPr lang="en-US" altLang="en-US" sz="1800" dirty="0" err="1">
              <a:solidFill>
                <a:schemeClr val="tx1"/>
              </a:solidFill>
              <a:ea typeface="Microsoft YaHei" panose="020B0503020204020204" charset="-122"/>
            </a:endParaRPr>
          </a:p>
          <a:p>
            <a:pPr marL="800100" lvl="1" indent="-342900" defTabSz="457200">
              <a:spcBef>
                <a:spcPts val="800"/>
              </a:spcBef>
              <a:buClrTx/>
              <a:buSzPct val="100000"/>
              <a:buFont typeface="Arial" panose="020B0604020202020204" pitchFamily="34" charset="0"/>
              <a:buChar char="•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</a:pPr>
            <a:r>
              <a:rPr lang="en-US" altLang="en-US" sz="1800" dirty="0" err="1">
                <a:solidFill>
                  <a:schemeClr val="tx1"/>
                </a:solidFill>
                <a:ea typeface="Microsoft YaHei" panose="020B0503020204020204" charset="-122"/>
              </a:rPr>
              <a:t>Компонент</a:t>
            </a:r>
            <a:r>
              <a:rPr lang="uk-UA" altLang="en-US" sz="1800" dirty="0" err="1">
                <a:solidFill>
                  <a:schemeClr val="tx1"/>
                </a:solidFill>
                <a:ea typeface="Microsoft YaHei" panose="020B0503020204020204" charset="-122"/>
              </a:rPr>
              <a:t>а</a:t>
            </a:r>
            <a:r>
              <a:rPr lang="en-US" altLang="en-US" sz="1800" dirty="0" err="1">
                <a:solidFill>
                  <a:schemeClr val="tx1"/>
                </a:solidFill>
                <a:ea typeface="Microsoft YaHei" panose="020B0503020204020204" charset="-122"/>
              </a:rPr>
              <a:t> монтується → запускається запит (в useEffect </a:t>
            </a:r>
            <a:r>
              <a:rPr lang="uk-UA" altLang="en-US" sz="1800" dirty="0" err="1">
                <a:solidFill>
                  <a:schemeClr val="tx1"/>
                </a:solidFill>
                <a:ea typeface="Microsoft YaHei" panose="020B0503020204020204" charset="-122"/>
              </a:rPr>
              <a:t>при</a:t>
            </a:r>
            <a:r>
              <a:rPr lang="en-US" altLang="en-US" sz="1800" dirty="0" err="1">
                <a:solidFill>
                  <a:schemeClr val="tx1"/>
                </a:solidFill>
                <a:ea typeface="Microsoft YaHei" panose="020B0503020204020204" charset="-122"/>
              </a:rPr>
              <a:t>пустимо)</a:t>
            </a:r>
            <a:endParaRPr lang="en-US" altLang="en-US" sz="1800" dirty="0" err="1">
              <a:solidFill>
                <a:schemeClr val="tx1"/>
              </a:solidFill>
              <a:ea typeface="Microsoft YaHei" panose="020B0503020204020204" charset="-122"/>
            </a:endParaRPr>
          </a:p>
          <a:p>
            <a:pPr marL="800100" lvl="1" indent="-342900" defTabSz="457200">
              <a:spcBef>
                <a:spcPts val="800"/>
              </a:spcBef>
              <a:buClrTx/>
              <a:buSzPct val="100000"/>
              <a:buFont typeface="Arial" panose="020B0604020202020204" pitchFamily="34" charset="0"/>
              <a:buChar char="•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</a:pPr>
            <a:r>
              <a:rPr lang="en-US" altLang="en-US" sz="1800" dirty="0" err="1">
                <a:solidFill>
                  <a:schemeClr val="tx1"/>
                </a:solidFill>
                <a:ea typeface="Microsoft YaHei" panose="020B0503020204020204" charset="-122"/>
              </a:rPr>
              <a:t>Користувач переходить на іншу сторінку → компонент</a:t>
            </a:r>
            <a:r>
              <a:rPr lang="uk-UA" altLang="en-US" sz="1800" dirty="0" err="1">
                <a:solidFill>
                  <a:schemeClr val="tx1"/>
                </a:solidFill>
                <a:ea typeface="Microsoft YaHei" panose="020B0503020204020204" charset="-122"/>
              </a:rPr>
              <a:t>а</a:t>
            </a:r>
            <a:r>
              <a:rPr lang="en-US" altLang="en-US" sz="1800" dirty="0" err="1">
                <a:solidFill>
                  <a:schemeClr val="tx1"/>
                </a:solidFill>
                <a:ea typeface="Microsoft YaHei" panose="020B0503020204020204" charset="-122"/>
              </a:rPr>
              <a:t> розмонт</a:t>
            </a:r>
            <a:r>
              <a:rPr lang="uk-UA" altLang="en-US" sz="1800" dirty="0" err="1">
                <a:solidFill>
                  <a:schemeClr val="tx1"/>
                </a:solidFill>
                <a:ea typeface="Microsoft YaHei" panose="020B0503020204020204" charset="-122"/>
              </a:rPr>
              <a:t>ову</a:t>
            </a:r>
            <a:r>
              <a:rPr lang="en-US" altLang="en-US" sz="1800" dirty="0" err="1">
                <a:solidFill>
                  <a:schemeClr val="tx1"/>
                </a:solidFill>
                <a:ea typeface="Microsoft YaHei" panose="020B0503020204020204" charset="-122"/>
              </a:rPr>
              <a:t>ється</a:t>
            </a:r>
            <a:endParaRPr lang="en-US" altLang="en-US" sz="1800" dirty="0" err="1">
              <a:solidFill>
                <a:schemeClr val="tx1"/>
              </a:solidFill>
              <a:ea typeface="Microsoft YaHei" panose="020B0503020204020204" charset="-122"/>
            </a:endParaRPr>
          </a:p>
          <a:p>
            <a:pPr marL="800100" lvl="1" indent="-342900" defTabSz="457200">
              <a:spcBef>
                <a:spcPts val="800"/>
              </a:spcBef>
              <a:buClrTx/>
              <a:buSzPct val="100000"/>
              <a:buFont typeface="Arial" panose="020B0604020202020204" pitchFamily="34" charset="0"/>
              <a:buChar char="•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</a:pPr>
            <a:r>
              <a:rPr lang="en-US" altLang="en-US" sz="1800" dirty="0" err="1">
                <a:solidFill>
                  <a:schemeClr val="tx1"/>
                </a:solidFill>
                <a:ea typeface="Microsoft YaHei" panose="020B0503020204020204" charset="-122"/>
              </a:rPr>
              <a:t>Запит завершується → React намагається оновити стан компонент</a:t>
            </a:r>
            <a:r>
              <a:rPr lang="uk-UA" altLang="en-US" sz="1800" dirty="0" err="1">
                <a:solidFill>
                  <a:schemeClr val="tx1"/>
                </a:solidFill>
                <a:ea typeface="Microsoft YaHei" panose="020B0503020204020204" charset="-122"/>
              </a:rPr>
              <a:t>и</a:t>
            </a:r>
            <a:r>
              <a:rPr lang="en-US" altLang="en-US" sz="1800" dirty="0" err="1">
                <a:solidFill>
                  <a:schemeClr val="tx1"/>
                </a:solidFill>
                <a:ea typeface="Microsoft YaHei" panose="020B0503020204020204" charset="-122"/>
              </a:rPr>
              <a:t>, що вже не існує.</a:t>
            </a:r>
            <a:endParaRPr lang="en-US" altLang="en-US" sz="1800" dirty="0" err="1">
              <a:solidFill>
                <a:schemeClr val="tx1"/>
              </a:solidFill>
              <a:ea typeface="Microsoft YaHei" panose="020B0503020204020204" charset="-122"/>
            </a:endParaRPr>
          </a:p>
          <a:p>
            <a:pPr defTabSz="457200">
              <a:spcBef>
                <a:spcPts val="800"/>
              </a:spcBef>
              <a:buClrTx/>
              <a:buSzPct val="100000"/>
              <a:buFont typeface="Arial" panose="020B0604020202020204" pitchFamily="34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</a:pPr>
            <a:r>
              <a:rPr lang="en-US" altLang="en-US" sz="1800" dirty="0" err="1">
                <a:solidFill>
                  <a:schemeClr val="tx1"/>
                </a:solidFill>
                <a:ea typeface="Microsoft YaHei" panose="020B0503020204020204" charset="-122"/>
              </a:rPr>
              <a:t>Це призводить до попереджень у консолі типу "Can't perform a React state update on an unmounted component", витоків пам'яті та потенційних багів</a:t>
            </a:r>
            <a:r>
              <a:rPr lang="uk-UA" altLang="en-US" sz="1800" dirty="0" err="1">
                <a:solidFill>
                  <a:schemeClr val="tx1"/>
                </a:solidFill>
                <a:ea typeface="Microsoft YaHei" panose="020B0503020204020204" charset="-122"/>
              </a:rPr>
              <a:t>. </a:t>
            </a:r>
            <a:r>
              <a:rPr lang="en-US" altLang="en-US" sz="1800" b="1" dirty="0" err="1">
                <a:solidFill>
                  <a:schemeClr val="tx1"/>
                </a:solidFill>
                <a:ea typeface="Microsoft YaHei" panose="020B0503020204020204" charset="-122"/>
              </a:rPr>
              <a:t>Рішення – скасування запитів при розмонтуванні:</a:t>
            </a:r>
            <a:endParaRPr lang="en-US" altLang="en-US" sz="1800" b="1" dirty="0" err="1">
              <a:solidFill>
                <a:schemeClr val="tx1"/>
              </a:solidFill>
              <a:ea typeface="Microsoft YaHei" panose="020B0503020204020204" charset="-122"/>
            </a:endParaRPr>
          </a:p>
        </p:txBody>
      </p:sp>
      <p:sp>
        <p:nvSpPr>
          <p:cNvPr id="2" name="Text Box 1"/>
          <p:cNvSpPr txBox="1"/>
          <p:nvPr/>
        </p:nvSpPr>
        <p:spPr>
          <a:xfrm>
            <a:off x="46990" y="5506720"/>
            <a:ext cx="9072880" cy="36830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algn="ctr"/>
            <a:r>
              <a:rPr lang="en-US" altLang="en-US" b="1">
                <a:solidFill>
                  <a:srgbClr val="0070C0"/>
                </a:solidFill>
                <a:hlinkClick r:id="rId1" tooltip="" action="ppaction://hlinkfile"/>
              </a:rPr>
              <a:t>https://gist.github.com/sunmeat/f8bbe4cdd223f9c66478d1d90d6a7ed0</a:t>
            </a:r>
            <a:endParaRPr lang="en-US" altLang="en-US" b="1">
              <a:solidFill>
                <a:srgbClr val="0070C0"/>
              </a:solidFill>
            </a:endParaRPr>
          </a:p>
        </p:txBody>
      </p:sp>
    </p:spTree>
  </p:cSld>
  <p:clrMapOvr>
    <a:masterClrMapping/>
  </p:clrMapOvr>
  <p:transition spd="med"/>
  <p:timing>
    <p:tnLst>
      <p:par>
        <p:cTn id="1" dur="indefinite" restart="never" nodeType="tmRoot"/>
      </p:par>
    </p:tnLst>
  </p:timing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52225" name="Text Box 52224"/>
          <p:cNvSpPr txBox="1"/>
          <p:nvPr/>
        </p:nvSpPr>
        <p:spPr>
          <a:xfrm>
            <a:off x="195263" y="228600"/>
            <a:ext cx="8015287" cy="914400"/>
          </a:xfrm>
          <a:prstGeom prst="rect">
            <a:avLst/>
          </a:prstGeom>
          <a:noFill/>
          <a:ln w="9525">
            <a:noFill/>
          </a:ln>
        </p:spPr>
        <p:txBody>
          <a:bodyPr wrap="square" lIns="91440" tIns="45720" rIns="91440" bIns="45720" anchor="ctr" anchorCtr="0"/>
          <a:p>
            <a:pPr defTabSz="457200">
              <a:buClrTx/>
              <a:buSzPct val="100000"/>
              <a:buFontTx/>
              <a:buNone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</a:pPr>
            <a:r>
              <a:rPr lang="en-US" altLang="en-US" sz="4200" dirty="0" err="1">
                <a:solidFill>
                  <a:srgbClr val="FFFFFF"/>
                </a:solidFill>
                <a:sym typeface="+mn-ea"/>
              </a:rPr>
              <a:t>Правила </a:t>
            </a:r>
            <a:r>
              <a:rPr lang="uk-UA" altLang="en-US" sz="4200" dirty="0" err="1">
                <a:solidFill>
                  <a:srgbClr val="FFFFFF"/>
                </a:solidFill>
                <a:sym typeface="+mn-ea"/>
              </a:rPr>
              <a:t>від</a:t>
            </a:r>
            <a:r>
              <a:rPr lang="en-US" altLang="en-US" sz="4200" dirty="0" err="1">
                <a:solidFill>
                  <a:srgbClr val="FFFFFF"/>
                </a:solidFill>
                <a:sym typeface="+mn-ea"/>
              </a:rPr>
              <a:t>правки зап</a:t>
            </a:r>
            <a:r>
              <a:rPr lang="uk-UA" altLang="en-US" sz="4200" dirty="0" err="1">
                <a:solidFill>
                  <a:srgbClr val="FFFFFF"/>
                </a:solidFill>
                <a:sym typeface="+mn-ea"/>
              </a:rPr>
              <a:t>итів</a:t>
            </a:r>
            <a:endParaRPr lang="ru-RU" altLang="en-US" sz="4200" dirty="0" err="1">
              <a:solidFill>
                <a:srgbClr val="FFFFFF"/>
              </a:solidFill>
              <a:ea typeface="Microsoft YaHei" panose="020B0503020204020204" charset="-122"/>
            </a:endParaRPr>
          </a:p>
        </p:txBody>
      </p:sp>
      <p:sp>
        <p:nvSpPr>
          <p:cNvPr id="52226" name="Text Box 52225"/>
          <p:cNvSpPr txBox="1"/>
          <p:nvPr/>
        </p:nvSpPr>
        <p:spPr>
          <a:xfrm>
            <a:off x="526415" y="1430655"/>
            <a:ext cx="8033385" cy="4419600"/>
          </a:xfrm>
          <a:prstGeom prst="rect">
            <a:avLst/>
          </a:prstGeom>
          <a:noFill/>
          <a:ln w="9525">
            <a:noFill/>
          </a:ln>
        </p:spPr>
        <p:txBody>
          <a:bodyPr wrap="square" lIns="91440" tIns="45720" rIns="91440" bIns="45720" anchor="t" anchorCtr="0"/>
          <a:p>
            <a:pPr marL="342900" indent="-342900" defTabSz="457200">
              <a:spcBef>
                <a:spcPts val="800"/>
              </a:spcBef>
              <a:buClrTx/>
              <a:buSzPct val="100000"/>
              <a:buFont typeface="Arial" panose="020B0604020202020204" pitchFamily="34" charset="0"/>
              <a:buChar char="•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</a:pPr>
            <a:r>
              <a:rPr lang="en-US" altLang="en-US" sz="2300" b="1" dirty="0" err="1">
                <a:solidFill>
                  <a:schemeClr val="tx1"/>
                </a:solidFill>
                <a:ea typeface="Microsoft YaHei" panose="020B0503020204020204" charset="-122"/>
              </a:rPr>
              <a:t>Всі запити</a:t>
            </a:r>
            <a:r>
              <a:rPr lang="uk-UA" altLang="en-US" sz="2300" b="1" dirty="0" err="1">
                <a:solidFill>
                  <a:schemeClr val="tx1"/>
                </a:solidFill>
                <a:ea typeface="Microsoft YaHei" panose="020B0503020204020204" charset="-122"/>
              </a:rPr>
              <a:t> в </a:t>
            </a:r>
            <a:r>
              <a:rPr lang="en-US" altLang="en-US" sz="2300" b="1" dirty="0" err="1">
                <a:solidFill>
                  <a:schemeClr val="tx1"/>
                </a:solidFill>
                <a:ea typeface="Microsoft YaHei" panose="020B0503020204020204" charset="-122"/>
              </a:rPr>
              <a:t>мереж</a:t>
            </a:r>
            <a:r>
              <a:rPr lang="uk-UA" altLang="en-US" sz="2300" b="1" dirty="0" err="1">
                <a:solidFill>
                  <a:schemeClr val="tx1"/>
                </a:solidFill>
                <a:ea typeface="Microsoft YaHei" panose="020B0503020204020204" charset="-122"/>
              </a:rPr>
              <a:t>у</a:t>
            </a:r>
            <a:r>
              <a:rPr lang="en-US" altLang="en-US" sz="2300" b="1" dirty="0" err="1">
                <a:solidFill>
                  <a:schemeClr val="tx1"/>
                </a:solidFill>
                <a:ea typeface="Microsoft YaHei" panose="020B0503020204020204" charset="-122"/>
              </a:rPr>
              <a:t> завжди асинхронні</a:t>
            </a:r>
            <a:r>
              <a:rPr lang="en-US" altLang="en-US" sz="2300" dirty="0" err="1">
                <a:solidFill>
                  <a:schemeClr val="tx1"/>
                </a:solidFill>
                <a:ea typeface="Microsoft YaHei" panose="020B0503020204020204" charset="-122"/>
              </a:rPr>
              <a:t>. Використовується async/await або проміси </a:t>
            </a:r>
            <a:r>
              <a:rPr lang="uk-UA" altLang="en-US" sz="2300" dirty="0" err="1">
                <a:solidFill>
                  <a:schemeClr val="tx1"/>
                </a:solidFill>
                <a:ea typeface="Microsoft YaHei" panose="020B0503020204020204" charset="-122"/>
              </a:rPr>
              <a:t>               </a:t>
            </a:r>
            <a:r>
              <a:rPr lang="en-US" altLang="en-US" sz="2300" dirty="0" err="1">
                <a:solidFill>
                  <a:schemeClr val="tx1"/>
                </a:solidFill>
                <a:ea typeface="Microsoft YaHei" panose="020B0503020204020204" charset="-122"/>
              </a:rPr>
              <a:t>для обробки відповідей API. </a:t>
            </a:r>
            <a:r>
              <a:rPr lang="en-US" altLang="en-US" sz="2300" u="sng" dirty="0" err="1">
                <a:solidFill>
                  <a:schemeClr val="tx1"/>
                </a:solidFill>
                <a:ea typeface="Microsoft YaHei" panose="020B0503020204020204" charset="-122"/>
              </a:rPr>
              <a:t>Сучасні браузери</a:t>
            </a:r>
            <a:r>
              <a:rPr lang="uk-UA" altLang="en-US" sz="2300" u="sng" dirty="0" err="1">
                <a:solidFill>
                  <a:schemeClr val="tx1"/>
                </a:solidFill>
                <a:ea typeface="Microsoft YaHei" panose="020B0503020204020204" charset="-122"/>
              </a:rPr>
              <a:t>            </a:t>
            </a:r>
            <a:r>
              <a:rPr lang="en-US" altLang="en-US" sz="2300" u="sng" dirty="0" err="1">
                <a:solidFill>
                  <a:schemeClr val="tx1"/>
                </a:solidFill>
                <a:ea typeface="Microsoft YaHei" panose="020B0503020204020204" charset="-122"/>
              </a:rPr>
              <a:t> не підтримують синхронні HTTP запити</a:t>
            </a:r>
            <a:r>
              <a:rPr lang="en-US" altLang="en-US" sz="2300" dirty="0" err="1">
                <a:solidFill>
                  <a:schemeClr val="tx1"/>
                </a:solidFill>
                <a:ea typeface="Microsoft YaHei" panose="020B0503020204020204" charset="-122"/>
              </a:rPr>
              <a:t> в основному потоці – така можливість була видалена зі стандартів саме тому, що це блокувало весь інтерфейс</a:t>
            </a:r>
            <a:endParaRPr lang="en-US" altLang="en-US" sz="2300" dirty="0" err="1">
              <a:solidFill>
                <a:schemeClr val="tx1"/>
              </a:solidFill>
              <a:ea typeface="Microsoft YaHei" panose="020B0503020204020204" charset="-122"/>
            </a:endParaRPr>
          </a:p>
          <a:p>
            <a:pPr marL="342900" indent="-342900" defTabSz="457200">
              <a:spcBef>
                <a:spcPts val="800"/>
              </a:spcBef>
              <a:buClrTx/>
              <a:buSzPct val="100000"/>
              <a:buFont typeface="Arial" panose="020B0604020202020204" pitchFamily="34" charset="0"/>
              <a:buChar char="•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</a:pPr>
            <a:r>
              <a:rPr lang="en-US" altLang="en-US" sz="2300" b="1" dirty="0" err="1">
                <a:solidFill>
                  <a:schemeClr val="tx1"/>
                </a:solidFill>
                <a:ea typeface="Microsoft YaHei" panose="020B0503020204020204" charset="-122"/>
              </a:rPr>
              <a:t>Рекомендується визначати базовий URL API</a:t>
            </a:r>
            <a:r>
              <a:rPr lang="en-US" altLang="en-US" sz="2300" dirty="0" err="1">
                <a:solidFill>
                  <a:schemeClr val="tx1"/>
                </a:solidFill>
                <a:ea typeface="Microsoft YaHei" panose="020B0503020204020204" charset="-122"/>
              </a:rPr>
              <a:t> (наприклад, в файлі </a:t>
            </a:r>
            <a:r>
              <a:rPr lang="en-US" altLang="en-US" sz="2300" b="1" dirty="0" err="1">
                <a:solidFill>
                  <a:schemeClr val="tx1"/>
                </a:solidFill>
                <a:ea typeface="Microsoft YaHei" panose="020B0503020204020204" charset="-122"/>
              </a:rPr>
              <a:t>.env</a:t>
            </a:r>
            <a:r>
              <a:rPr lang="en-US" altLang="en-US" sz="2300" dirty="0" err="1">
                <a:solidFill>
                  <a:schemeClr val="tx1"/>
                </a:solidFill>
                <a:ea typeface="Microsoft YaHei" panose="020B0503020204020204" charset="-122"/>
              </a:rPr>
              <a:t> як VITE_API_URL) і використовувати його для всіх запитів, щоб спростити підтримку (зразок за посиланням)</a:t>
            </a:r>
            <a:r>
              <a:rPr lang="uk-UA" altLang="en-US" sz="2300" dirty="0" err="1">
                <a:solidFill>
                  <a:schemeClr val="tx1"/>
                </a:solidFill>
                <a:ea typeface="Microsoft YaHei" panose="020B0503020204020204" charset="-122"/>
              </a:rPr>
              <a:t>: </a:t>
            </a:r>
            <a:r>
              <a:rPr lang="en-US" altLang="en-US" sz="2300" b="1" dirty="0" err="1">
                <a:solidFill>
                  <a:srgbClr val="0070C0"/>
                </a:solidFill>
                <a:ea typeface="Microsoft YaHei" panose="020B0503020204020204" charset="-122"/>
                <a:hlinkClick r:id="rId1" tooltip="" action="ppaction://hlinkfile"/>
              </a:rPr>
              <a:t>https://gist.github.com/sunmeat/6281548b43f84c6a450a52f6ac065d6c</a:t>
            </a:r>
            <a:endParaRPr lang="en-US" altLang="en-US" sz="2300" b="1" dirty="0" err="1">
              <a:solidFill>
                <a:srgbClr val="0070C0"/>
              </a:solidFill>
              <a:ea typeface="Microsoft YaHei" panose="020B0503020204020204" charset="-122"/>
            </a:endParaRPr>
          </a:p>
        </p:txBody>
      </p:sp>
    </p:spTree>
  </p:cSld>
  <p:clrMapOvr>
    <a:masterClrMapping/>
  </p:clrMapOvr>
  <p:transition spd="med"/>
  <p:timing>
    <p:tnLst>
      <p:par>
        <p:cTn id="1" dur="indefinite" restart="never" nodeType="tmRoot"/>
      </p:par>
    </p:tnLst>
  </p:timing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52225" name="Text Box 52224"/>
          <p:cNvSpPr txBox="1"/>
          <p:nvPr/>
        </p:nvSpPr>
        <p:spPr>
          <a:xfrm>
            <a:off x="195263" y="228600"/>
            <a:ext cx="8015287" cy="914400"/>
          </a:xfrm>
          <a:prstGeom prst="rect">
            <a:avLst/>
          </a:prstGeom>
          <a:noFill/>
          <a:ln w="9525">
            <a:noFill/>
          </a:ln>
        </p:spPr>
        <p:txBody>
          <a:bodyPr wrap="square" lIns="91440" tIns="45720" rIns="91440" bIns="45720" anchor="ctr" anchorCtr="0"/>
          <a:p>
            <a:pPr defTabSz="457200">
              <a:buClrTx/>
              <a:buSzPct val="100000"/>
              <a:buFontTx/>
              <a:buNone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</a:pPr>
            <a:r>
              <a:rPr lang="en-US" altLang="en-US" sz="4200" dirty="0" err="1">
                <a:solidFill>
                  <a:srgbClr val="FFFFFF"/>
                </a:solidFill>
                <a:sym typeface="+mn-ea"/>
              </a:rPr>
              <a:t>Правила </a:t>
            </a:r>
            <a:r>
              <a:rPr lang="uk-UA" altLang="en-US" sz="4200" dirty="0" err="1">
                <a:solidFill>
                  <a:srgbClr val="FFFFFF"/>
                </a:solidFill>
                <a:sym typeface="+mn-ea"/>
              </a:rPr>
              <a:t>від</a:t>
            </a:r>
            <a:r>
              <a:rPr lang="en-US" altLang="en-US" sz="4200" dirty="0" err="1">
                <a:solidFill>
                  <a:srgbClr val="FFFFFF"/>
                </a:solidFill>
                <a:sym typeface="+mn-ea"/>
              </a:rPr>
              <a:t>правки зап</a:t>
            </a:r>
            <a:r>
              <a:rPr lang="uk-UA" altLang="en-US" sz="4200" dirty="0" err="1">
                <a:solidFill>
                  <a:srgbClr val="FFFFFF"/>
                </a:solidFill>
                <a:sym typeface="+mn-ea"/>
              </a:rPr>
              <a:t>итів</a:t>
            </a:r>
            <a:endParaRPr lang="ru-RU" altLang="en-US" sz="4200" dirty="0" err="1">
              <a:solidFill>
                <a:srgbClr val="FFFFFF"/>
              </a:solidFill>
              <a:ea typeface="Microsoft YaHei" panose="020B0503020204020204" charset="-122"/>
            </a:endParaRPr>
          </a:p>
        </p:txBody>
      </p:sp>
      <p:sp>
        <p:nvSpPr>
          <p:cNvPr id="52226" name="Text Box 52225"/>
          <p:cNvSpPr txBox="1"/>
          <p:nvPr/>
        </p:nvSpPr>
        <p:spPr>
          <a:xfrm>
            <a:off x="526415" y="1430655"/>
            <a:ext cx="8033385" cy="4419600"/>
          </a:xfrm>
          <a:prstGeom prst="rect">
            <a:avLst/>
          </a:prstGeom>
          <a:noFill/>
          <a:ln w="9525">
            <a:noFill/>
          </a:ln>
        </p:spPr>
        <p:txBody>
          <a:bodyPr wrap="square" lIns="91440" tIns="45720" rIns="91440" bIns="45720" anchor="t" anchorCtr="0"/>
          <a:p>
            <a:pPr marL="342900" indent="-342900" defTabSz="457200">
              <a:spcBef>
                <a:spcPts val="800"/>
              </a:spcBef>
              <a:buClrTx/>
              <a:buSzPct val="100000"/>
              <a:buFont typeface="Arial" panose="020B0604020202020204" pitchFamily="34" charset="0"/>
              <a:buChar char="•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</a:pPr>
            <a:r>
              <a:rPr lang="en-US" altLang="en-US" sz="1900" b="1" dirty="0" err="1">
                <a:solidFill>
                  <a:schemeClr val="tx1"/>
                </a:solidFill>
                <a:ea typeface="Microsoft YaHei" panose="020B0503020204020204" charset="-122"/>
              </a:rPr>
              <a:t>Завжди має бути обробка помилок</a:t>
            </a:r>
            <a:r>
              <a:rPr lang="en-US" altLang="en-US" sz="1900" dirty="0" err="1">
                <a:solidFill>
                  <a:schemeClr val="tx1"/>
                </a:solidFill>
                <a:ea typeface="Microsoft YaHei" panose="020B0503020204020204" charset="-122"/>
              </a:rPr>
              <a:t> (try/catch) для мережевих запитів, щоб інформувати користувача про проблеми (наприклад, відсутність мережі чи помилк</a:t>
            </a:r>
            <a:r>
              <a:rPr lang="uk-UA" altLang="en-US" sz="1900" dirty="0" err="1">
                <a:solidFill>
                  <a:schemeClr val="tx1"/>
                </a:solidFill>
                <a:ea typeface="Microsoft YaHei" panose="020B0503020204020204" charset="-122"/>
              </a:rPr>
              <a:t>и</a:t>
            </a:r>
            <a:r>
              <a:rPr lang="en-US" altLang="en-US" sz="1900" dirty="0" err="1">
                <a:solidFill>
                  <a:schemeClr val="tx1"/>
                </a:solidFill>
                <a:ea typeface="Microsoft YaHei" panose="020B0503020204020204" charset="-122"/>
              </a:rPr>
              <a:t> сервера)</a:t>
            </a:r>
            <a:endParaRPr lang="en-US" altLang="en-US" sz="1900" dirty="0" err="1">
              <a:solidFill>
                <a:schemeClr val="tx1"/>
              </a:solidFill>
              <a:ea typeface="Microsoft YaHei" panose="020B0503020204020204" charset="-122"/>
            </a:endParaRPr>
          </a:p>
          <a:p>
            <a:pPr marL="342900" indent="-342900" defTabSz="457200">
              <a:spcBef>
                <a:spcPts val="800"/>
              </a:spcBef>
              <a:buClrTx/>
              <a:buSzPct val="100000"/>
              <a:buFont typeface="Arial" panose="020B0604020202020204" pitchFamily="34" charset="0"/>
              <a:buChar char="•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</a:pPr>
            <a:r>
              <a:rPr lang="en-US" altLang="en-US" sz="1900" b="1" dirty="0" err="1">
                <a:solidFill>
                  <a:schemeClr val="tx1"/>
                </a:solidFill>
                <a:ea typeface="Microsoft YaHei" panose="020B0503020204020204" charset="-122"/>
              </a:rPr>
              <a:t>Потрібно враховувати тип HTTP методу</a:t>
            </a:r>
            <a:r>
              <a:rPr lang="en-US" altLang="en-US" sz="1900" dirty="0" err="1">
                <a:solidFill>
                  <a:schemeClr val="tx1"/>
                </a:solidFill>
                <a:ea typeface="Microsoft YaHei" panose="020B0503020204020204" charset="-122"/>
              </a:rPr>
              <a:t>. Наприклад, GET-запити </a:t>
            </a:r>
            <a:r>
              <a:rPr lang="en-US" altLang="en-US" sz="1900" u="sng" dirty="0" err="1">
                <a:solidFill>
                  <a:schemeClr val="tx1"/>
                </a:solidFill>
                <a:ea typeface="Microsoft YaHei" panose="020B0503020204020204" charset="-122"/>
              </a:rPr>
              <a:t>ідемпотентні</a:t>
            </a:r>
            <a:r>
              <a:rPr lang="en-US" altLang="en-US" sz="1900" dirty="0" err="1">
                <a:solidFill>
                  <a:schemeClr val="tx1"/>
                </a:solidFill>
                <a:ea typeface="Microsoft YaHei" panose="020B0503020204020204" charset="-122"/>
              </a:rPr>
              <a:t>, а POST/PUT/DELETE - ні, тому слід уникати багаторазових викликів для неідемпотентних методів. Ідемпотентність - повторний виклик дії дає той самий результат, що й перший, не викликає додаткових ефектів. Кожен повторний неідемпотентний виклик змінює стан сервера, і може призвести </a:t>
            </a:r>
            <a:r>
              <a:rPr lang="uk-UA" altLang="en-US" sz="1900" dirty="0" err="1">
                <a:solidFill>
                  <a:schemeClr val="tx1"/>
                </a:solidFill>
                <a:ea typeface="Microsoft YaHei" panose="020B0503020204020204" charset="-122"/>
              </a:rPr>
              <a:t> </a:t>
            </a:r>
            <a:r>
              <a:rPr lang="en-US" altLang="en-US" sz="1900" dirty="0" err="1">
                <a:solidFill>
                  <a:schemeClr val="tx1"/>
                </a:solidFill>
                <a:ea typeface="Microsoft YaHei" panose="020B0503020204020204" charset="-122"/>
              </a:rPr>
              <a:t>до небажаних чи руйнівних ефектів (наприклад, можуть забанити за перевищення лімітів на кількість надісланих запитів)</a:t>
            </a:r>
            <a:endParaRPr lang="en-US" altLang="en-US" sz="1900" dirty="0" err="1">
              <a:solidFill>
                <a:schemeClr val="tx1"/>
              </a:solidFill>
              <a:ea typeface="Microsoft YaHei" panose="020B0503020204020204" charset="-122"/>
            </a:endParaRPr>
          </a:p>
          <a:p>
            <a:pPr marL="342900" indent="-342900" defTabSz="457200">
              <a:spcBef>
                <a:spcPts val="800"/>
              </a:spcBef>
              <a:buClrTx/>
              <a:buSzPct val="100000"/>
              <a:buFont typeface="Arial" panose="020B0604020202020204" pitchFamily="34" charset="0"/>
              <a:buChar char="•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</a:pPr>
            <a:r>
              <a:rPr lang="en-US" altLang="en-US" sz="1900" b="1" dirty="0" err="1">
                <a:solidFill>
                  <a:schemeClr val="tx1"/>
                </a:solidFill>
                <a:ea typeface="Microsoft YaHei" panose="020B0503020204020204" charset="-122"/>
              </a:rPr>
              <a:t>React не керує кешуванням запитів</a:t>
            </a:r>
            <a:r>
              <a:rPr lang="en-US" altLang="en-US" sz="1900" dirty="0" err="1">
                <a:solidFill>
                  <a:schemeClr val="tx1"/>
                </a:solidFill>
                <a:ea typeface="Microsoft YaHei" panose="020B0503020204020204" charset="-122"/>
              </a:rPr>
              <a:t>, тому в разі потреби використовуються заголовки HTTP (Cache-Control) або бібліотеки (наприклад, SWR/React Query) для оптимізації</a:t>
            </a:r>
            <a:endParaRPr lang="en-US" altLang="en-US" sz="1900" dirty="0" err="1">
              <a:solidFill>
                <a:schemeClr val="tx1"/>
              </a:solidFill>
              <a:ea typeface="Microsoft YaHei" panose="020B0503020204020204" charset="-122"/>
            </a:endParaRPr>
          </a:p>
        </p:txBody>
      </p:sp>
    </p:spTree>
  </p:cSld>
  <p:clrMapOvr>
    <a:masterClrMapping/>
  </p:clrMapOvr>
  <p:transition spd="med"/>
  <p:timing>
    <p:tnLst>
      <p:par>
        <p:cTn id="1" dur="indefinite" restart="never" nodeType="tmRoot"/>
      </p:par>
    </p:tnLst>
  </p:timing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52225" name="Text Box 52224"/>
          <p:cNvSpPr txBox="1"/>
          <p:nvPr/>
        </p:nvSpPr>
        <p:spPr>
          <a:xfrm>
            <a:off x="195580" y="228600"/>
            <a:ext cx="9303385" cy="914400"/>
          </a:xfrm>
          <a:prstGeom prst="rect">
            <a:avLst/>
          </a:prstGeom>
          <a:noFill/>
          <a:ln w="9525">
            <a:noFill/>
          </a:ln>
        </p:spPr>
        <p:txBody>
          <a:bodyPr wrap="square" lIns="91440" tIns="45720" rIns="91440" bIns="45720" anchor="ctr" anchorCtr="0"/>
          <a:p>
            <a:pPr defTabSz="457200">
              <a:buClrTx/>
              <a:buSzPct val="100000"/>
              <a:buFontTx/>
              <a:buNone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</a:pPr>
            <a:r>
              <a:rPr lang="uk-UA" altLang="en-US" sz="4200" dirty="0" err="1">
                <a:solidFill>
                  <a:srgbClr val="FFFFFF"/>
                </a:solidFill>
                <a:sym typeface="+mn-ea"/>
              </a:rPr>
              <a:t>Заборони при від</a:t>
            </a:r>
            <a:r>
              <a:rPr lang="en-US" altLang="en-US" sz="4200" dirty="0" err="1">
                <a:solidFill>
                  <a:srgbClr val="FFFFFF"/>
                </a:solidFill>
                <a:sym typeface="+mn-ea"/>
              </a:rPr>
              <a:t>прав</a:t>
            </a:r>
            <a:r>
              <a:rPr lang="uk-UA" altLang="en-US" sz="4200" dirty="0" err="1">
                <a:solidFill>
                  <a:srgbClr val="FFFFFF"/>
                </a:solidFill>
                <a:sym typeface="+mn-ea"/>
              </a:rPr>
              <a:t>ці</a:t>
            </a:r>
            <a:r>
              <a:rPr lang="en-US" altLang="en-US" sz="4200" dirty="0" err="1">
                <a:solidFill>
                  <a:srgbClr val="FFFFFF"/>
                </a:solidFill>
                <a:sym typeface="+mn-ea"/>
              </a:rPr>
              <a:t> зап</a:t>
            </a:r>
            <a:r>
              <a:rPr lang="uk-UA" altLang="en-US" sz="4200" dirty="0" err="1">
                <a:solidFill>
                  <a:srgbClr val="FFFFFF"/>
                </a:solidFill>
                <a:sym typeface="+mn-ea"/>
              </a:rPr>
              <a:t>итів</a:t>
            </a:r>
            <a:endParaRPr lang="ru-RU" altLang="en-US" sz="4200" dirty="0" err="1">
              <a:solidFill>
                <a:srgbClr val="FFFFFF"/>
              </a:solidFill>
              <a:ea typeface="Microsoft YaHei" panose="020B0503020204020204" charset="-122"/>
            </a:endParaRPr>
          </a:p>
        </p:txBody>
      </p:sp>
      <p:sp>
        <p:nvSpPr>
          <p:cNvPr id="52226" name="Text Box 52225"/>
          <p:cNvSpPr txBox="1"/>
          <p:nvPr/>
        </p:nvSpPr>
        <p:spPr>
          <a:xfrm>
            <a:off x="481965" y="1430655"/>
            <a:ext cx="8033385" cy="4419600"/>
          </a:xfrm>
          <a:prstGeom prst="rect">
            <a:avLst/>
          </a:prstGeom>
          <a:noFill/>
          <a:ln w="9525">
            <a:noFill/>
          </a:ln>
        </p:spPr>
        <p:txBody>
          <a:bodyPr wrap="square" lIns="91440" tIns="45720" rIns="91440" bIns="45720" anchor="t" anchorCtr="0"/>
          <a:p>
            <a:pPr marL="342900" indent="-342900" defTabSz="457200">
              <a:spcBef>
                <a:spcPts val="800"/>
              </a:spcBef>
              <a:buClrTx/>
              <a:buSzPct val="100000"/>
              <a:buFont typeface="Arial" panose="020B0604020202020204" pitchFamily="34" charset="0"/>
              <a:buChar char="•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</a:pPr>
            <a:r>
              <a:rPr lang="en-US" altLang="en-US" sz="2100" b="1" dirty="0" err="1">
                <a:solidFill>
                  <a:schemeClr val="tx1"/>
                </a:solidFill>
                <a:ea typeface="Microsoft YaHei" panose="020B0503020204020204" charset="-122"/>
              </a:rPr>
              <a:t>Не виконуємо запити безпосередньо, поза useEffect</a:t>
            </a:r>
            <a:r>
              <a:rPr lang="en-US" altLang="en-US" sz="2100" dirty="0" err="1">
                <a:solidFill>
                  <a:schemeClr val="tx1"/>
                </a:solidFill>
                <a:ea typeface="Microsoft YaHei" panose="020B0503020204020204" charset="-122"/>
              </a:rPr>
              <a:t>, </a:t>
            </a:r>
            <a:r>
              <a:rPr lang="uk-UA" altLang="en-US" sz="2100" dirty="0" err="1">
                <a:solidFill>
                  <a:schemeClr val="tx1"/>
                </a:solidFill>
                <a:ea typeface="Microsoft YaHei" panose="020B0503020204020204" charset="-122"/>
              </a:rPr>
              <a:t>    </a:t>
            </a:r>
            <a:r>
              <a:rPr lang="en-US" altLang="en-US" sz="2100" dirty="0" err="1">
                <a:solidFill>
                  <a:schemeClr val="tx1"/>
                </a:solidFill>
                <a:ea typeface="Microsoft YaHei" panose="020B0503020204020204" charset="-122"/>
              </a:rPr>
              <a:t>в тілі компонента, так як це анти-патерн і викличе повтор запитів при кожному рендері, що уповільнить програму і може перевантажити сервер. Винятки:</a:t>
            </a:r>
            <a:endParaRPr lang="en-US" altLang="en-US" sz="2100" dirty="0" err="1">
              <a:solidFill>
                <a:schemeClr val="tx1"/>
              </a:solidFill>
              <a:ea typeface="Microsoft YaHei" panose="020B0503020204020204" charset="-122"/>
            </a:endParaRPr>
          </a:p>
          <a:p>
            <a:pPr marL="800100" lvl="1" indent="-342900" defTabSz="457200">
              <a:spcBef>
                <a:spcPts val="800"/>
              </a:spcBef>
              <a:buClrTx/>
              <a:buSzPct val="100000"/>
              <a:buFont typeface="Arial" panose="020B0604020202020204" pitchFamily="34" charset="0"/>
              <a:buChar char="•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</a:pPr>
            <a:r>
              <a:rPr lang="en-US" altLang="en-US" sz="2100" dirty="0" err="1">
                <a:solidFill>
                  <a:schemeClr val="tx1"/>
                </a:solidFill>
                <a:ea typeface="Microsoft YaHei" panose="020B0503020204020204" charset="-122"/>
              </a:rPr>
              <a:t>якщо викликаємо хук або функцію, яка не робить побічних ефектів</a:t>
            </a:r>
            <a:endParaRPr lang="en-US" altLang="en-US" sz="2100" dirty="0" err="1">
              <a:solidFill>
                <a:schemeClr val="tx1"/>
              </a:solidFill>
              <a:ea typeface="Microsoft YaHei" panose="020B0503020204020204" charset="-122"/>
            </a:endParaRPr>
          </a:p>
          <a:p>
            <a:pPr marL="800100" lvl="1" indent="-342900" defTabSz="457200">
              <a:spcBef>
                <a:spcPts val="800"/>
              </a:spcBef>
              <a:buClrTx/>
              <a:buSzPct val="100000"/>
              <a:buFont typeface="Arial" panose="020B0604020202020204" pitchFamily="34" charset="0"/>
              <a:buChar char="•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</a:pPr>
            <a:r>
              <a:rPr lang="en-US" altLang="en-US" sz="2100" dirty="0" err="1">
                <a:solidFill>
                  <a:schemeClr val="tx1"/>
                </a:solidFill>
                <a:ea typeface="Microsoft YaHei" panose="020B0503020204020204" charset="-122"/>
              </a:rPr>
              <a:t>якщо запит викликаний всередині події, а не під час рендеру</a:t>
            </a:r>
            <a:endParaRPr lang="en-US" altLang="en-US" sz="2100" dirty="0" err="1">
              <a:solidFill>
                <a:schemeClr val="tx1"/>
              </a:solidFill>
              <a:ea typeface="Microsoft YaHei" panose="020B0503020204020204" charset="-122"/>
            </a:endParaRPr>
          </a:p>
          <a:p>
            <a:pPr marL="800100" lvl="1" indent="-342900" defTabSz="457200">
              <a:spcBef>
                <a:spcPts val="800"/>
              </a:spcBef>
              <a:buClrTx/>
              <a:buSzPct val="100000"/>
              <a:buFont typeface="Arial" panose="020B0604020202020204" pitchFamily="34" charset="0"/>
              <a:buChar char="•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</a:pPr>
            <a:r>
              <a:rPr lang="en-US" altLang="en-US" sz="2100" dirty="0" err="1">
                <a:solidFill>
                  <a:schemeClr val="tx1"/>
                </a:solidFill>
                <a:ea typeface="Microsoft YaHei" panose="020B0503020204020204" charset="-122"/>
              </a:rPr>
              <a:t>якщо потрібно, щоб кожен </a:t>
            </a:r>
            <a:r>
              <a:rPr lang="uk-UA" altLang="en-US" sz="2100" dirty="0" err="1">
                <a:solidFill>
                  <a:schemeClr val="tx1"/>
                </a:solidFill>
                <a:ea typeface="Microsoft YaHei" panose="020B0503020204020204" charset="-122"/>
              </a:rPr>
              <a:t>рендер </a:t>
            </a:r>
            <a:r>
              <a:rPr lang="en-US" altLang="en-US" sz="2100" dirty="0" err="1">
                <a:solidFill>
                  <a:schemeClr val="tx1"/>
                </a:solidFill>
                <a:ea typeface="Microsoft YaHei" panose="020B0503020204020204" charset="-122"/>
              </a:rPr>
              <a:t>оновлював дані</a:t>
            </a:r>
            <a:endParaRPr lang="en-US" altLang="en-US" sz="2100" dirty="0" err="1">
              <a:solidFill>
                <a:schemeClr val="tx1"/>
              </a:solidFill>
              <a:ea typeface="Microsoft YaHei" panose="020B0503020204020204" charset="-122"/>
            </a:endParaRPr>
          </a:p>
          <a:p>
            <a:pPr marL="342900" indent="-342900" defTabSz="457200">
              <a:spcBef>
                <a:spcPts val="800"/>
              </a:spcBef>
              <a:buClrTx/>
              <a:buSzPct val="100000"/>
              <a:buFont typeface="Arial" panose="020B0604020202020204" pitchFamily="34" charset="0"/>
              <a:buChar char="•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</a:pPr>
            <a:r>
              <a:rPr lang="en-US" altLang="en-US" sz="2100" b="1" dirty="0" err="1">
                <a:solidFill>
                  <a:schemeClr val="tx1"/>
                </a:solidFill>
                <a:ea typeface="Microsoft YaHei" panose="020B0503020204020204" charset="-122"/>
              </a:rPr>
              <a:t>Не ігноруємо скасування запитів</a:t>
            </a:r>
            <a:r>
              <a:rPr lang="en-US" altLang="en-US" sz="2100" dirty="0" err="1">
                <a:solidFill>
                  <a:schemeClr val="tx1"/>
                </a:solidFill>
                <a:ea typeface="Microsoft YaHei" panose="020B0503020204020204" charset="-122"/>
              </a:rPr>
              <a:t> - без обробки скасування запитів (наприклад, з AbortController) можуть виникнути виток</a:t>
            </a:r>
            <a:r>
              <a:rPr lang="uk-UA" altLang="en-US" sz="2100" dirty="0" err="1">
                <a:solidFill>
                  <a:schemeClr val="tx1"/>
                </a:solidFill>
                <a:ea typeface="Microsoft YaHei" panose="020B0503020204020204" charset="-122"/>
              </a:rPr>
              <a:t>и</a:t>
            </a:r>
            <a:r>
              <a:rPr lang="en-US" altLang="en-US" sz="2100" dirty="0" err="1">
                <a:solidFill>
                  <a:schemeClr val="tx1"/>
                </a:solidFill>
                <a:ea typeface="Microsoft YaHei" panose="020B0503020204020204" charset="-122"/>
              </a:rPr>
              <a:t> пам'яті, якщо компонент розмонтується до завершення запиту</a:t>
            </a:r>
            <a:endParaRPr lang="en-US" altLang="en-US" sz="2100" dirty="0" err="1">
              <a:solidFill>
                <a:schemeClr val="tx1"/>
              </a:solidFill>
              <a:ea typeface="Microsoft YaHei" panose="020B0503020204020204" charset="-122"/>
            </a:endParaRPr>
          </a:p>
        </p:txBody>
      </p:sp>
    </p:spTree>
  </p:cSld>
  <p:clrMapOvr>
    <a:masterClrMapping/>
  </p:clrMapOvr>
  <p:transition spd="med"/>
  <p:timing>
    <p:tnLst>
      <p:par>
        <p:cTn id="1" dur="indefinite" restart="never" nodeType="tmRoot"/>
      </p:par>
    </p:tnLst>
  </p:timing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52225" name="Text Box 52224"/>
          <p:cNvSpPr txBox="1"/>
          <p:nvPr/>
        </p:nvSpPr>
        <p:spPr>
          <a:xfrm>
            <a:off x="195580" y="228600"/>
            <a:ext cx="9303385" cy="914400"/>
          </a:xfrm>
          <a:prstGeom prst="rect">
            <a:avLst/>
          </a:prstGeom>
          <a:noFill/>
          <a:ln w="9525">
            <a:noFill/>
          </a:ln>
        </p:spPr>
        <p:txBody>
          <a:bodyPr wrap="square" lIns="91440" tIns="45720" rIns="91440" bIns="45720" anchor="ctr" anchorCtr="0"/>
          <a:p>
            <a:pPr defTabSz="457200">
              <a:buClrTx/>
              <a:buSzPct val="100000"/>
              <a:buFontTx/>
              <a:buNone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</a:pPr>
            <a:r>
              <a:rPr lang="uk-UA" altLang="en-US" sz="4200" dirty="0" err="1">
                <a:solidFill>
                  <a:srgbClr val="FFFFFF"/>
                </a:solidFill>
                <a:sym typeface="+mn-ea"/>
              </a:rPr>
              <a:t>Заборони при від</a:t>
            </a:r>
            <a:r>
              <a:rPr lang="en-US" altLang="en-US" sz="4200" dirty="0" err="1">
                <a:solidFill>
                  <a:srgbClr val="FFFFFF"/>
                </a:solidFill>
                <a:sym typeface="+mn-ea"/>
              </a:rPr>
              <a:t>прав</a:t>
            </a:r>
            <a:r>
              <a:rPr lang="uk-UA" altLang="en-US" sz="4200" dirty="0" err="1">
                <a:solidFill>
                  <a:srgbClr val="FFFFFF"/>
                </a:solidFill>
                <a:sym typeface="+mn-ea"/>
              </a:rPr>
              <a:t>ці</a:t>
            </a:r>
            <a:r>
              <a:rPr lang="en-US" altLang="en-US" sz="4200" dirty="0" err="1">
                <a:solidFill>
                  <a:srgbClr val="FFFFFF"/>
                </a:solidFill>
                <a:sym typeface="+mn-ea"/>
              </a:rPr>
              <a:t> зап</a:t>
            </a:r>
            <a:r>
              <a:rPr lang="uk-UA" altLang="en-US" sz="4200" dirty="0" err="1">
                <a:solidFill>
                  <a:srgbClr val="FFFFFF"/>
                </a:solidFill>
                <a:sym typeface="+mn-ea"/>
              </a:rPr>
              <a:t>итів</a:t>
            </a:r>
            <a:endParaRPr lang="ru-RU" altLang="en-US" sz="4200" dirty="0" err="1">
              <a:solidFill>
                <a:srgbClr val="FFFFFF"/>
              </a:solidFill>
              <a:ea typeface="Microsoft YaHei" panose="020B0503020204020204" charset="-122"/>
            </a:endParaRPr>
          </a:p>
        </p:txBody>
      </p:sp>
      <p:sp>
        <p:nvSpPr>
          <p:cNvPr id="52226" name="Text Box 52225"/>
          <p:cNvSpPr txBox="1"/>
          <p:nvPr/>
        </p:nvSpPr>
        <p:spPr>
          <a:xfrm>
            <a:off x="526415" y="1386205"/>
            <a:ext cx="8033385" cy="4419600"/>
          </a:xfrm>
          <a:prstGeom prst="rect">
            <a:avLst/>
          </a:prstGeom>
          <a:noFill/>
          <a:ln w="9525">
            <a:noFill/>
          </a:ln>
        </p:spPr>
        <p:txBody>
          <a:bodyPr wrap="square" lIns="91440" tIns="45720" rIns="91440" bIns="45720" anchor="t" anchorCtr="0"/>
          <a:p>
            <a:pPr marL="342900" indent="-342900" defTabSz="457200">
              <a:spcBef>
                <a:spcPts val="800"/>
              </a:spcBef>
              <a:buClrTx/>
              <a:buSzPct val="100000"/>
              <a:buFont typeface="Arial" panose="020B0604020202020204" pitchFamily="34" charset="0"/>
              <a:buChar char="•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</a:pPr>
            <a:r>
              <a:rPr lang="en-US" altLang="en-US" sz="2000" b="1" dirty="0" err="1">
                <a:solidFill>
                  <a:schemeClr val="tx1"/>
                </a:solidFill>
                <a:ea typeface="Microsoft YaHei" panose="020B0503020204020204" charset="-122"/>
              </a:rPr>
              <a:t>Не вбудовуємо ключі API або токени в код</a:t>
            </a:r>
            <a:r>
              <a:rPr lang="en-US" altLang="en-US" sz="2000" dirty="0" err="1">
                <a:solidFill>
                  <a:schemeClr val="tx1"/>
                </a:solidFill>
                <a:ea typeface="Microsoft YaHei" panose="020B0503020204020204" charset="-122"/>
              </a:rPr>
              <a:t>. Зберігати їх можна в .env файлах (VITE_ для Vite)</a:t>
            </a:r>
            <a:endParaRPr lang="en-US" altLang="en-US" sz="2000" dirty="0" err="1">
              <a:solidFill>
                <a:schemeClr val="tx1"/>
              </a:solidFill>
              <a:ea typeface="Microsoft YaHei" panose="020B0503020204020204" charset="-122"/>
            </a:endParaRPr>
          </a:p>
          <a:p>
            <a:pPr marL="342900" indent="-342900" defTabSz="457200">
              <a:spcBef>
                <a:spcPts val="800"/>
              </a:spcBef>
              <a:buClrTx/>
              <a:buSzPct val="100000"/>
              <a:buFont typeface="Arial" panose="020B0604020202020204" pitchFamily="34" charset="0"/>
              <a:buChar char="•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</a:pPr>
            <a:r>
              <a:rPr lang="en-US" altLang="en-US" sz="2000" b="1" dirty="0" err="1">
                <a:solidFill>
                  <a:schemeClr val="tx1"/>
                </a:solidFill>
                <a:ea typeface="Microsoft YaHei" panose="020B0503020204020204" charset="-122"/>
              </a:rPr>
              <a:t>Не забуваємо відстежувати стан завантаження</a:t>
            </a:r>
            <a:r>
              <a:rPr lang="en-US" altLang="en-US" sz="2000" dirty="0" err="1">
                <a:solidFill>
                  <a:schemeClr val="tx1"/>
                </a:solidFill>
                <a:ea typeface="Microsoft YaHei" panose="020B0503020204020204" charset="-122"/>
              </a:rPr>
              <a:t> (isLoading), щоб уникнути рендеру некоректних даних або "миготіння" інтерфейсу: </a:t>
            </a:r>
            <a:r>
              <a:rPr lang="en-US" altLang="en-US" sz="2000" b="1" dirty="0" err="1">
                <a:solidFill>
                  <a:srgbClr val="0070C0"/>
                </a:solidFill>
                <a:ea typeface="Microsoft YaHei" panose="020B0503020204020204" charset="-122"/>
                <a:hlinkClick r:id="rId1" tooltip="" action="ppaction://hlinkfile"/>
              </a:rPr>
              <a:t>https://gist.github.com/sunmeat/cd069fe11889b9fb529ac78f6ac13c3e</a:t>
            </a:r>
            <a:endParaRPr lang="en-US" altLang="en-US" sz="2000" dirty="0" err="1">
              <a:solidFill>
                <a:schemeClr val="tx1"/>
              </a:solidFill>
              <a:ea typeface="Microsoft YaHei" panose="020B0503020204020204" charset="-122"/>
            </a:endParaRPr>
          </a:p>
          <a:p>
            <a:pPr marL="342900" indent="-342900" defTabSz="457200">
              <a:spcBef>
                <a:spcPts val="800"/>
              </a:spcBef>
              <a:buClrTx/>
              <a:buSzPct val="100000"/>
              <a:buFont typeface="Arial" panose="020B0604020202020204" pitchFamily="34" charset="0"/>
              <a:buChar char="•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</a:pPr>
            <a:r>
              <a:rPr lang="en-US" altLang="en-US" sz="2000" b="1" dirty="0" err="1">
                <a:solidFill>
                  <a:schemeClr val="tx1"/>
                </a:solidFill>
                <a:ea typeface="Microsoft YaHei" panose="020B0503020204020204" charset="-122"/>
              </a:rPr>
              <a:t>Не надсилаємо однакові запити багаторазово</a:t>
            </a:r>
            <a:r>
              <a:rPr lang="en-US" altLang="en-US" sz="2000" dirty="0" err="1">
                <a:solidFill>
                  <a:schemeClr val="tx1"/>
                </a:solidFill>
                <a:ea typeface="Microsoft YaHei" panose="020B0503020204020204" charset="-122"/>
              </a:rPr>
              <a:t> </a:t>
            </a:r>
            <a:r>
              <a:rPr lang="uk-UA" altLang="en-US" sz="2000" dirty="0" err="1">
                <a:solidFill>
                  <a:schemeClr val="tx1"/>
                </a:solidFill>
                <a:ea typeface="Microsoft YaHei" panose="020B0503020204020204" charset="-122"/>
              </a:rPr>
              <a:t>                  </a:t>
            </a:r>
            <a:r>
              <a:rPr lang="en-US" altLang="en-US" sz="2000" dirty="0" err="1">
                <a:solidFill>
                  <a:schemeClr val="tx1"/>
                </a:solidFill>
                <a:ea typeface="Microsoft YaHei" panose="020B0503020204020204" charset="-122"/>
              </a:rPr>
              <a:t>без необхідності, а використовуємо кешування чи мемоізацію (наприклад, хук useMemo)</a:t>
            </a:r>
            <a:endParaRPr lang="en-US" altLang="en-US" sz="2000" dirty="0" err="1">
              <a:solidFill>
                <a:schemeClr val="tx1"/>
              </a:solidFill>
              <a:ea typeface="Microsoft YaHei" panose="020B0503020204020204" charset="-122"/>
            </a:endParaRPr>
          </a:p>
          <a:p>
            <a:pPr marL="342900" indent="-342900" defTabSz="457200">
              <a:spcBef>
                <a:spcPts val="800"/>
              </a:spcBef>
              <a:buClrTx/>
              <a:buSzPct val="100000"/>
              <a:buFont typeface="Arial" panose="020B0604020202020204" pitchFamily="34" charset="0"/>
              <a:buChar char="•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</a:pPr>
            <a:r>
              <a:rPr lang="en-US" altLang="en-US" sz="2000" b="1" dirty="0" err="1">
                <a:solidFill>
                  <a:schemeClr val="tx1"/>
                </a:solidFill>
                <a:ea typeface="Microsoft YaHei" panose="020B0503020204020204" charset="-122"/>
              </a:rPr>
              <a:t>Не надсилаємо дані користувача</a:t>
            </a:r>
            <a:r>
              <a:rPr lang="en-US" altLang="en-US" sz="2000" dirty="0" err="1">
                <a:solidFill>
                  <a:schemeClr val="tx1"/>
                </a:solidFill>
                <a:ea typeface="Microsoft YaHei" panose="020B0503020204020204" charset="-122"/>
              </a:rPr>
              <a:t> (наприклад, паролі) </a:t>
            </a:r>
            <a:r>
              <a:rPr lang="uk-UA" altLang="en-US" sz="2000" dirty="0" err="1">
                <a:solidFill>
                  <a:schemeClr val="tx1"/>
                </a:solidFill>
                <a:ea typeface="Microsoft YaHei" panose="020B0503020204020204" charset="-122"/>
              </a:rPr>
              <a:t>       </a:t>
            </a:r>
            <a:r>
              <a:rPr lang="en-US" altLang="en-US" sz="2000" dirty="0" err="1">
                <a:solidFill>
                  <a:schemeClr val="tx1"/>
                </a:solidFill>
                <a:ea typeface="Microsoft YaHei" panose="020B0503020204020204" charset="-122"/>
              </a:rPr>
              <a:t>без HTTPS або валідації на стороні сервера</a:t>
            </a:r>
            <a:endParaRPr lang="en-US" altLang="en-US" sz="2000" dirty="0" err="1">
              <a:solidFill>
                <a:schemeClr val="tx1"/>
              </a:solidFill>
              <a:ea typeface="Microsoft YaHei" panose="020B0503020204020204" charset="-122"/>
            </a:endParaRPr>
          </a:p>
          <a:p>
            <a:pPr marL="342900" indent="-342900" defTabSz="457200">
              <a:spcBef>
                <a:spcPts val="800"/>
              </a:spcBef>
              <a:buClrTx/>
              <a:buSzPct val="100000"/>
              <a:buFont typeface="Arial" panose="020B0604020202020204" pitchFamily="34" charset="0"/>
              <a:buChar char="•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</a:pPr>
            <a:r>
              <a:rPr lang="en-US" altLang="en-US" sz="2000" b="1" dirty="0" err="1">
                <a:solidFill>
                  <a:schemeClr val="tx1"/>
                </a:solidFill>
                <a:ea typeface="Microsoft YaHei" panose="020B0503020204020204" charset="-122"/>
              </a:rPr>
              <a:t>Не змінюємо state безпосередньо в обробниках відповідей API</a:t>
            </a:r>
            <a:r>
              <a:rPr lang="en-US" altLang="en-US" sz="2000" dirty="0" err="1">
                <a:solidFill>
                  <a:schemeClr val="tx1"/>
                </a:solidFill>
                <a:ea typeface="Microsoft YaHei" panose="020B0503020204020204" charset="-122"/>
              </a:rPr>
              <a:t>, а використовуємо setState для оновлення UI</a:t>
            </a:r>
            <a:endParaRPr lang="en-US" altLang="en-US" sz="2000" dirty="0" err="1">
              <a:solidFill>
                <a:schemeClr val="tx1"/>
              </a:solidFill>
              <a:ea typeface="Microsoft YaHei" panose="020B0503020204020204" charset="-122"/>
            </a:endParaRPr>
          </a:p>
        </p:txBody>
      </p:sp>
    </p:spTree>
  </p:cSld>
  <p:clrMapOvr>
    <a:masterClrMapping/>
  </p:clrMapOvr>
  <p:transition spd="med"/>
  <p:timing>
    <p:tnLst>
      <p:par>
        <p:cTn id="1" dur="indefinite" restart="never" nodeType="tmRoot"/>
      </p:par>
    </p:tnLst>
  </p:timing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52225" name="Text Box 52224"/>
          <p:cNvSpPr txBox="1"/>
          <p:nvPr/>
        </p:nvSpPr>
        <p:spPr>
          <a:xfrm>
            <a:off x="195263" y="228600"/>
            <a:ext cx="8015287" cy="914400"/>
          </a:xfrm>
          <a:prstGeom prst="rect">
            <a:avLst/>
          </a:prstGeom>
          <a:noFill/>
          <a:ln w="9525">
            <a:noFill/>
          </a:ln>
        </p:spPr>
        <p:txBody>
          <a:bodyPr wrap="square" lIns="91440" tIns="45720" rIns="91440" bIns="45720" anchor="ctr" anchorCtr="0"/>
          <a:p>
            <a:pPr defTabSz="457200">
              <a:buClrTx/>
              <a:buSzPct val="100000"/>
              <a:buFontTx/>
              <a:buNone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</a:pPr>
            <a:r>
              <a:rPr lang="uk-UA" altLang="ru-RU" sz="4200" dirty="0" err="1">
                <a:solidFill>
                  <a:srgbClr val="FFFFFF"/>
                </a:solidFill>
                <a:ea typeface="Microsoft YaHei" panose="020B0503020204020204" charset="-122"/>
              </a:rPr>
              <a:t>Рекомендації по відправці</a:t>
            </a:r>
            <a:endParaRPr lang="uk-UA" altLang="ru-RU" sz="4200" dirty="0" err="1">
              <a:solidFill>
                <a:srgbClr val="FFFFFF"/>
              </a:solidFill>
              <a:ea typeface="Microsoft YaHei" panose="020B0503020204020204" charset="-122"/>
            </a:endParaRPr>
          </a:p>
        </p:txBody>
      </p:sp>
      <p:sp>
        <p:nvSpPr>
          <p:cNvPr id="52226" name="Text Box 52225"/>
          <p:cNvSpPr txBox="1"/>
          <p:nvPr/>
        </p:nvSpPr>
        <p:spPr>
          <a:xfrm>
            <a:off x="570865" y="1386205"/>
            <a:ext cx="8033385" cy="4419600"/>
          </a:xfrm>
          <a:prstGeom prst="rect">
            <a:avLst/>
          </a:prstGeom>
          <a:noFill/>
          <a:ln w="9525">
            <a:noFill/>
          </a:ln>
        </p:spPr>
        <p:txBody>
          <a:bodyPr wrap="square" lIns="91440" tIns="45720" rIns="91440" bIns="45720" anchor="t" anchorCtr="0"/>
          <a:p>
            <a:pPr marL="342900" indent="-342900" defTabSz="457200">
              <a:spcBef>
                <a:spcPts val="800"/>
              </a:spcBef>
              <a:buClrTx/>
              <a:buSzPct val="100000"/>
              <a:buFont typeface="Arial" panose="020B0604020202020204" pitchFamily="34" charset="0"/>
              <a:buChar char="•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</a:pPr>
            <a:r>
              <a:rPr lang="en-US" altLang="en-US" sz="1900" b="1" dirty="0" err="1">
                <a:solidFill>
                  <a:schemeClr val="tx1"/>
                </a:solidFill>
                <a:ea typeface="Microsoft YaHei" panose="020B0503020204020204" charset="-122"/>
              </a:rPr>
              <a:t>Виконуємо запити в useEffect </a:t>
            </a:r>
            <a:r>
              <a:rPr lang="en-US" altLang="en-US" sz="1900" dirty="0" err="1">
                <a:solidFill>
                  <a:schemeClr val="tx1"/>
                </a:solidFill>
                <a:ea typeface="Microsoft YaHei" panose="020B0503020204020204" charset="-122"/>
              </a:rPr>
              <a:t>для контролю життєвого циклу. Повертаємо функцію очищення для скасування запитів</a:t>
            </a:r>
            <a:endParaRPr lang="en-US" altLang="en-US" sz="1900" dirty="0" err="1">
              <a:solidFill>
                <a:schemeClr val="tx1"/>
              </a:solidFill>
              <a:ea typeface="Microsoft YaHei" panose="020B0503020204020204" charset="-122"/>
            </a:endParaRPr>
          </a:p>
          <a:p>
            <a:pPr marL="342900" indent="-342900" defTabSz="457200">
              <a:spcBef>
                <a:spcPts val="800"/>
              </a:spcBef>
              <a:buClrTx/>
              <a:buSzPct val="100000"/>
              <a:buFont typeface="Arial" panose="020B0604020202020204" pitchFamily="34" charset="0"/>
              <a:buChar char="•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</a:pPr>
            <a:r>
              <a:rPr lang="en-US" altLang="en-US" sz="1900" b="1" dirty="0" err="1">
                <a:solidFill>
                  <a:schemeClr val="tx1"/>
                </a:solidFill>
                <a:ea typeface="Microsoft YaHei" panose="020B0503020204020204" charset="-122"/>
              </a:rPr>
              <a:t>Використовуємо useState для зберігання даних, стану завантаження та помилок</a:t>
            </a:r>
            <a:r>
              <a:rPr lang="en-US" altLang="en-US" sz="1900" dirty="0" err="1">
                <a:solidFill>
                  <a:schemeClr val="tx1"/>
                </a:solidFill>
                <a:ea typeface="Microsoft YaHei" panose="020B0503020204020204" charset="-122"/>
              </a:rPr>
              <a:t>. Для складних програм (наприклад, інтернет-магазину) можна подумати про useReducer або бібліотеку управління станом (Redux, Zustand)</a:t>
            </a:r>
            <a:endParaRPr lang="en-US" altLang="en-US" sz="1900" dirty="0" err="1">
              <a:solidFill>
                <a:schemeClr val="tx1"/>
              </a:solidFill>
              <a:ea typeface="Microsoft YaHei" panose="020B0503020204020204" charset="-122"/>
            </a:endParaRPr>
          </a:p>
          <a:p>
            <a:pPr marL="342900" indent="-342900" defTabSz="457200">
              <a:spcBef>
                <a:spcPts val="800"/>
              </a:spcBef>
              <a:buClrTx/>
              <a:buSzPct val="100000"/>
              <a:buFont typeface="Arial" panose="020B0604020202020204" pitchFamily="34" charset="0"/>
              <a:buChar char="•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</a:pPr>
            <a:r>
              <a:rPr lang="en-US" altLang="en-US" sz="1900" dirty="0" err="1">
                <a:solidFill>
                  <a:schemeClr val="tx1"/>
                </a:solidFill>
                <a:ea typeface="Microsoft YaHei" panose="020B0503020204020204" charset="-122"/>
              </a:rPr>
              <a:t>Для просунутих сценаріїв </a:t>
            </a:r>
            <a:r>
              <a:rPr lang="en-US" altLang="en-US" sz="1900" b="1" dirty="0" err="1">
                <a:solidFill>
                  <a:schemeClr val="tx1"/>
                </a:solidFill>
                <a:ea typeface="Microsoft YaHei" panose="020B0503020204020204" charset="-122"/>
              </a:rPr>
              <a:t>використовується бібліотека TanStack Query</a:t>
            </a:r>
            <a:r>
              <a:rPr lang="en-US" altLang="en-US" sz="1900" dirty="0" err="1">
                <a:solidFill>
                  <a:schemeClr val="tx1"/>
                </a:solidFill>
                <a:ea typeface="Microsoft YaHei" panose="020B0503020204020204" charset="-122"/>
              </a:rPr>
              <a:t> (в минулому React Query) для автоматичного кешування, повторних запитів та обробки помилок</a:t>
            </a:r>
            <a:endParaRPr lang="en-US" altLang="en-US" sz="1900" dirty="0" err="1">
              <a:solidFill>
                <a:schemeClr val="tx1"/>
              </a:solidFill>
              <a:ea typeface="Microsoft YaHei" panose="020B0503020204020204" charset="-122"/>
            </a:endParaRPr>
          </a:p>
          <a:p>
            <a:pPr marL="342900" indent="-342900" defTabSz="457200">
              <a:spcBef>
                <a:spcPts val="800"/>
              </a:spcBef>
              <a:buClrTx/>
              <a:buSzPct val="100000"/>
              <a:buFont typeface="Arial" panose="020B0604020202020204" pitchFamily="34" charset="0"/>
              <a:buChar char="•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</a:pPr>
            <a:r>
              <a:rPr lang="en-US" altLang="en-US" sz="1900" b="1" dirty="0" err="1">
                <a:solidFill>
                  <a:schemeClr val="tx1"/>
                </a:solidFill>
                <a:ea typeface="Microsoft YaHei" panose="020B0503020204020204" charset="-122"/>
              </a:rPr>
              <a:t>Виконуємо запити лише за необхідності </a:t>
            </a:r>
            <a:r>
              <a:rPr lang="en-US" altLang="en-US" sz="1900" dirty="0" err="1">
                <a:solidFill>
                  <a:schemeClr val="tx1"/>
                </a:solidFill>
                <a:ea typeface="Microsoft YaHei" panose="020B0503020204020204" charset="-122"/>
              </a:rPr>
              <a:t>(наприклад, по кліку або прокручуванні), щоб знизити навантаження на сервер (т.зв. ліниві запити)</a:t>
            </a:r>
            <a:endParaRPr lang="en-US" altLang="en-US" sz="1900" dirty="0" err="1">
              <a:solidFill>
                <a:schemeClr val="tx1"/>
              </a:solidFill>
              <a:ea typeface="Microsoft YaHei" panose="020B0503020204020204" charset="-122"/>
            </a:endParaRPr>
          </a:p>
          <a:p>
            <a:pPr marL="342900" indent="-342900" defTabSz="457200">
              <a:spcBef>
                <a:spcPts val="800"/>
              </a:spcBef>
              <a:buClrTx/>
              <a:buSzPct val="100000"/>
              <a:buFont typeface="Arial" panose="020B0604020202020204" pitchFamily="34" charset="0"/>
              <a:buChar char="•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</a:pPr>
            <a:r>
              <a:rPr lang="en-US" altLang="en-US" sz="1900" b="1" dirty="0" err="1">
                <a:solidFill>
                  <a:schemeClr val="tx1"/>
                </a:solidFill>
                <a:ea typeface="Microsoft YaHei" panose="020B0503020204020204" charset="-122"/>
              </a:rPr>
              <a:t>Використовуємо TypeScript</a:t>
            </a:r>
            <a:r>
              <a:rPr lang="en-US" altLang="en-US" sz="1900" dirty="0" err="1">
                <a:solidFill>
                  <a:schemeClr val="tx1"/>
                </a:solidFill>
                <a:ea typeface="Microsoft YaHei" panose="020B0503020204020204" charset="-122"/>
              </a:rPr>
              <a:t> для типізації відповідей API :)</a:t>
            </a:r>
            <a:endParaRPr lang="en-US" altLang="en-US" sz="1900" dirty="0" err="1">
              <a:solidFill>
                <a:schemeClr val="tx1"/>
              </a:solidFill>
              <a:ea typeface="Microsoft YaHei" panose="020B0503020204020204" charset="-122"/>
            </a:endParaRPr>
          </a:p>
          <a:p>
            <a:pPr marL="342900" indent="-342900" defTabSz="457200">
              <a:spcBef>
                <a:spcPts val="800"/>
              </a:spcBef>
              <a:buClrTx/>
              <a:buSzPct val="100000"/>
              <a:buFont typeface="Arial" panose="020B0604020202020204" pitchFamily="34" charset="0"/>
              <a:buChar char="•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</a:pPr>
            <a:r>
              <a:rPr lang="en-US" altLang="en-US" sz="1900" b="1" dirty="0" err="1">
                <a:solidFill>
                  <a:schemeClr val="tx1"/>
                </a:solidFill>
                <a:ea typeface="Microsoft YaHei" panose="020B0503020204020204" charset="-122"/>
              </a:rPr>
              <a:t>Виносимо логіку запитів до окремих утиліт </a:t>
            </a:r>
            <a:r>
              <a:rPr lang="en-US" altLang="en-US" sz="1900" dirty="0" err="1">
                <a:solidFill>
                  <a:schemeClr val="tx1"/>
                </a:solidFill>
                <a:ea typeface="Microsoft YaHei" panose="020B0503020204020204" charset="-122"/>
              </a:rPr>
              <a:t>(api.jsx)</a:t>
            </a:r>
            <a:endParaRPr lang="en-US" altLang="en-US" sz="1900" dirty="0" err="1">
              <a:solidFill>
                <a:schemeClr val="tx1"/>
              </a:solidFill>
              <a:ea typeface="Microsoft YaHei" panose="020B0503020204020204" charset="-122"/>
            </a:endParaRPr>
          </a:p>
        </p:txBody>
      </p:sp>
    </p:spTree>
  </p:cSld>
  <p:clrMapOvr>
    <a:masterClrMapping/>
  </p:clrMapOvr>
  <p:transition spd="med"/>
  <p:timing>
    <p:tnLst>
      <p:par>
        <p:cTn id="1" dur="indefinite" restart="never" nodeType="tmRoot"/>
      </p:par>
    </p:tnLst>
  </p:timing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52225" name="Text Box 52224"/>
          <p:cNvSpPr txBox="1"/>
          <p:nvPr/>
        </p:nvSpPr>
        <p:spPr>
          <a:xfrm>
            <a:off x="195263" y="228600"/>
            <a:ext cx="8015287" cy="914400"/>
          </a:xfrm>
          <a:prstGeom prst="rect">
            <a:avLst/>
          </a:prstGeom>
          <a:noFill/>
          <a:ln w="9525">
            <a:noFill/>
          </a:ln>
        </p:spPr>
        <p:txBody>
          <a:bodyPr wrap="square" lIns="91440" tIns="45720" rIns="91440" bIns="45720" anchor="ctr" anchorCtr="0"/>
          <a:p>
            <a:pPr defTabSz="457200">
              <a:buClrTx/>
              <a:buSzPct val="100000"/>
              <a:buFontTx/>
              <a:buNone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</a:pPr>
            <a:r>
              <a:rPr lang="en-US" altLang="en-US" sz="4200" dirty="0" err="1">
                <a:solidFill>
                  <a:schemeClr val="bg1"/>
                </a:solidFill>
                <a:sym typeface="+mn-ea"/>
              </a:rPr>
              <a:t>TanStack Query</a:t>
            </a:r>
            <a:endParaRPr lang="en-US" altLang="en-US" sz="4200" dirty="0" err="1">
              <a:solidFill>
                <a:schemeClr val="bg1"/>
              </a:solidFill>
              <a:ea typeface="Microsoft YaHei" panose="020B0503020204020204" charset="-122"/>
              <a:sym typeface="+mn-ea"/>
            </a:endParaRPr>
          </a:p>
        </p:txBody>
      </p:sp>
      <p:sp>
        <p:nvSpPr>
          <p:cNvPr id="52226" name="Text Box 52225"/>
          <p:cNvSpPr txBox="1"/>
          <p:nvPr/>
        </p:nvSpPr>
        <p:spPr>
          <a:xfrm>
            <a:off x="526415" y="1430655"/>
            <a:ext cx="8033385" cy="4419600"/>
          </a:xfrm>
          <a:prstGeom prst="rect">
            <a:avLst/>
          </a:prstGeom>
          <a:noFill/>
          <a:ln w="9525">
            <a:noFill/>
          </a:ln>
        </p:spPr>
        <p:txBody>
          <a:bodyPr wrap="square" lIns="91440" tIns="45720" rIns="91440" bIns="45720" anchor="t" anchorCtr="0"/>
          <a:p>
            <a:pPr algn="ctr" defTabSz="457200">
              <a:spcBef>
                <a:spcPts val="800"/>
              </a:spcBef>
              <a:buClrTx/>
              <a:buSzPct val="100000"/>
              <a:buFont typeface="Arial" panose="020B0604020202020204" pitchFamily="34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</a:pPr>
            <a:r>
              <a:rPr lang="en-US" altLang="en-US" sz="2500" b="1" dirty="0" err="1">
                <a:solidFill>
                  <a:srgbClr val="0070C0"/>
                </a:solidFill>
                <a:ea typeface="Microsoft YaHei" panose="020B0503020204020204" charset="-122"/>
                <a:hlinkClick r:id="rId1" tooltip="" action="ppaction://hlinkfile"/>
              </a:rPr>
              <a:t>https://gist.github.com/sunmeat/2fe45f328618edb13425344a38eb6351</a:t>
            </a:r>
            <a:endParaRPr lang="en-US" altLang="en-US" sz="2500" b="1" dirty="0" err="1">
              <a:solidFill>
                <a:srgbClr val="0070C0"/>
              </a:solidFill>
              <a:ea typeface="Microsoft YaHei" panose="020B0503020204020204" charset="-122"/>
            </a:endParaRPr>
          </a:p>
        </p:txBody>
      </p:sp>
      <p:pic>
        <p:nvPicPr>
          <p:cNvPr id="2" name="Picture 1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454150" y="2355215"/>
            <a:ext cx="6205220" cy="4521835"/>
          </a:xfrm>
          <a:prstGeom prst="rect">
            <a:avLst/>
          </a:prstGeom>
        </p:spPr>
      </p:pic>
    </p:spTree>
  </p:cSld>
  <p:clrMapOvr>
    <a:masterClrMapping/>
  </p:clrMapOvr>
  <p:transition spd="med"/>
  <p:timing>
    <p:tnLst>
      <p:par>
        <p:cTn id="1" dur="indefinite" restart="never" nodeType="tmRoot"/>
      </p:par>
    </p:tnLst>
  </p:timing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52225" name="Text Box 52224"/>
          <p:cNvSpPr txBox="1"/>
          <p:nvPr/>
        </p:nvSpPr>
        <p:spPr>
          <a:xfrm>
            <a:off x="195263" y="228600"/>
            <a:ext cx="8015287" cy="914400"/>
          </a:xfrm>
          <a:prstGeom prst="rect">
            <a:avLst/>
          </a:prstGeom>
          <a:noFill/>
          <a:ln w="9525">
            <a:noFill/>
          </a:ln>
        </p:spPr>
        <p:txBody>
          <a:bodyPr wrap="square" lIns="91440" tIns="45720" rIns="91440" bIns="45720" anchor="ctr" anchorCtr="0"/>
          <a:p>
            <a:pPr defTabSz="457200">
              <a:buClrTx/>
              <a:buSzPct val="100000"/>
              <a:buFontTx/>
              <a:buNone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</a:pPr>
            <a:r>
              <a:rPr lang="en-US" altLang="ru-RU" sz="4200" dirty="0" err="1">
                <a:solidFill>
                  <a:srgbClr val="FFFFFF"/>
                </a:solidFill>
                <a:ea typeface="Microsoft YaHei" panose="020B0503020204020204" charset="-122"/>
              </a:rPr>
              <a:t>localStorage + dexie.js</a:t>
            </a:r>
            <a:endParaRPr lang="en-US" altLang="ru-RU" sz="4200" dirty="0" err="1">
              <a:solidFill>
                <a:srgbClr val="FFFFFF"/>
              </a:solidFill>
              <a:ea typeface="Microsoft YaHei" panose="020B0503020204020204" charset="-122"/>
            </a:endParaRPr>
          </a:p>
        </p:txBody>
      </p:sp>
      <p:sp>
        <p:nvSpPr>
          <p:cNvPr id="52226" name="Text Box 52225"/>
          <p:cNvSpPr txBox="1"/>
          <p:nvPr/>
        </p:nvSpPr>
        <p:spPr>
          <a:xfrm>
            <a:off x="526415" y="1430655"/>
            <a:ext cx="8099425" cy="4419600"/>
          </a:xfrm>
          <a:prstGeom prst="rect">
            <a:avLst/>
          </a:prstGeom>
          <a:noFill/>
          <a:ln w="9525">
            <a:noFill/>
          </a:ln>
        </p:spPr>
        <p:txBody>
          <a:bodyPr wrap="square" lIns="91440" tIns="45720" rIns="91440" bIns="45720" anchor="t" anchorCtr="0"/>
          <a:p>
            <a:pPr defTabSz="457200">
              <a:spcBef>
                <a:spcPts val="800"/>
              </a:spcBef>
              <a:buClrTx/>
              <a:buSzPct val="100000"/>
              <a:buFont typeface="Arial" panose="020B0604020202020204" pitchFamily="34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</a:pPr>
            <a:r>
              <a:rPr lang="en-US" altLang="en-US" sz="1800" b="1" dirty="0" err="1">
                <a:solidFill>
                  <a:schemeClr val="tx1"/>
                </a:solidFill>
                <a:ea typeface="Microsoft YaHei" panose="020B0503020204020204" charset="-122"/>
              </a:rPr>
              <a:t>localStorage </a:t>
            </a:r>
            <a:r>
              <a:rPr lang="en-US" altLang="en-US" sz="1800" dirty="0" err="1">
                <a:solidFill>
                  <a:schemeClr val="tx1"/>
                </a:solidFill>
                <a:ea typeface="Microsoft YaHei" panose="020B0503020204020204" charset="-122"/>
              </a:rPr>
              <a:t>використовується для зберігання тимчасових даних, таких як кошик покупок або налаштування користувача. Це простий спосіб </a:t>
            </a:r>
            <a:r>
              <a:rPr lang="en-US" altLang="en-US" sz="1800" u="sng" dirty="0" err="1">
                <a:solidFill>
                  <a:schemeClr val="tx1"/>
                </a:solidFill>
                <a:ea typeface="Microsoft YaHei" panose="020B0503020204020204" charset="-122"/>
              </a:rPr>
              <a:t>зберегти дані на стороні клієнта без сервера.</a:t>
            </a:r>
            <a:endParaRPr lang="en-US" altLang="en-US" sz="1800" u="sng" dirty="0" err="1">
              <a:solidFill>
                <a:schemeClr val="tx1"/>
              </a:solidFill>
              <a:ea typeface="Microsoft YaHei" panose="020B0503020204020204" charset="-122"/>
            </a:endParaRPr>
          </a:p>
          <a:p>
            <a:pPr defTabSz="457200">
              <a:spcBef>
                <a:spcPts val="800"/>
              </a:spcBef>
              <a:buClrTx/>
              <a:buSzPct val="100000"/>
              <a:buFont typeface="Arial" panose="020B0604020202020204" pitchFamily="34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</a:pPr>
            <a:r>
              <a:rPr lang="en-US" altLang="en-US" sz="1800" dirty="0" err="1">
                <a:solidFill>
                  <a:schemeClr val="tx1"/>
                </a:solidFill>
                <a:ea typeface="Microsoft YaHei" panose="020B0503020204020204" charset="-122"/>
              </a:rPr>
              <a:t>Рекомендації:</a:t>
            </a:r>
            <a:endParaRPr lang="en-US" altLang="en-US" sz="1800" dirty="0" err="1">
              <a:solidFill>
                <a:schemeClr val="tx1"/>
              </a:solidFill>
              <a:ea typeface="Microsoft YaHei" panose="020B0503020204020204" charset="-122"/>
            </a:endParaRPr>
          </a:p>
          <a:p>
            <a:pPr marL="285750" indent="-285750" defTabSz="457200">
              <a:spcBef>
                <a:spcPts val="800"/>
              </a:spcBef>
              <a:buClrTx/>
              <a:buSzPct val="100000"/>
              <a:buFont typeface="Arial" panose="020B0604020202020204" pitchFamily="34" charset="0"/>
              <a:buChar char="•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</a:pPr>
            <a:r>
              <a:rPr lang="en-US" altLang="en-US" sz="1800" dirty="0" err="1">
                <a:solidFill>
                  <a:schemeClr val="tx1"/>
                </a:solidFill>
                <a:ea typeface="Microsoft YaHei" panose="020B0503020204020204" charset="-122"/>
              </a:rPr>
              <a:t>Серіалізуємо дані в JSON за допомогою JSON.stringify та JSON.parse</a:t>
            </a:r>
            <a:endParaRPr lang="en-US" altLang="en-US" sz="1800" dirty="0" err="1">
              <a:solidFill>
                <a:schemeClr val="tx1"/>
              </a:solidFill>
              <a:ea typeface="Microsoft YaHei" panose="020B0503020204020204" charset="-122"/>
            </a:endParaRPr>
          </a:p>
          <a:p>
            <a:pPr marL="285750" indent="-285750" defTabSz="457200">
              <a:spcBef>
                <a:spcPts val="800"/>
              </a:spcBef>
              <a:buClrTx/>
              <a:buSzPct val="100000"/>
              <a:buFont typeface="Arial" panose="020B0604020202020204" pitchFamily="34" charset="0"/>
              <a:buChar char="•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</a:pPr>
            <a:r>
              <a:rPr lang="en-US" altLang="en-US" sz="1800" dirty="0" err="1">
                <a:solidFill>
                  <a:schemeClr val="tx1"/>
                </a:solidFill>
                <a:ea typeface="Microsoft YaHei" panose="020B0503020204020204" charset="-122"/>
              </a:rPr>
              <a:t>Перевіряємо наявність даних перед парсингом, щоб уникнути помилок</a:t>
            </a:r>
            <a:endParaRPr lang="en-US" altLang="en-US" sz="1800" dirty="0" err="1">
              <a:solidFill>
                <a:schemeClr val="tx1"/>
              </a:solidFill>
              <a:ea typeface="Microsoft YaHei" panose="020B0503020204020204" charset="-122"/>
            </a:endParaRPr>
          </a:p>
          <a:p>
            <a:pPr marL="285750" indent="-285750" defTabSz="457200">
              <a:spcBef>
                <a:spcPts val="800"/>
              </a:spcBef>
              <a:buClrTx/>
              <a:buSzPct val="100000"/>
              <a:buFont typeface="Arial" panose="020B0604020202020204" pitchFamily="34" charset="0"/>
              <a:buChar char="•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</a:pPr>
            <a:r>
              <a:rPr lang="en-US" altLang="en-US" sz="1800" dirty="0" err="1">
                <a:solidFill>
                  <a:schemeClr val="tx1"/>
                </a:solidFill>
                <a:ea typeface="Microsoft YaHei" panose="020B0503020204020204" charset="-122"/>
              </a:rPr>
              <a:t>Для складних додатків (наприклад, інтернет-магазину) використовуємо useState з синхронізацією в localStorage через useEffect</a:t>
            </a:r>
            <a:endParaRPr lang="en-US" altLang="en-US" sz="1800" dirty="0" err="1">
              <a:solidFill>
                <a:schemeClr val="tx1"/>
              </a:solidFill>
              <a:ea typeface="Microsoft YaHei" panose="020B0503020204020204" charset="-122"/>
            </a:endParaRPr>
          </a:p>
          <a:p>
            <a:pPr marL="285750" indent="-285750" defTabSz="457200">
              <a:spcBef>
                <a:spcPts val="800"/>
              </a:spcBef>
              <a:buClrTx/>
              <a:buSzPct val="100000"/>
              <a:buFont typeface="Arial" panose="020B0604020202020204" pitchFamily="34" charset="0"/>
              <a:buChar char="•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</a:pPr>
            <a:r>
              <a:rPr lang="en-US" altLang="en-US" sz="1800" dirty="0" err="1">
                <a:solidFill>
                  <a:schemeClr val="tx1"/>
                </a:solidFill>
                <a:ea typeface="Microsoft YaHei" panose="020B0503020204020204" charset="-122"/>
              </a:rPr>
              <a:t>Не зберігаємо в localStorage конфіденційні дані (паролі, токени)!</a:t>
            </a:r>
            <a:endParaRPr lang="en-US" altLang="en-US" sz="1800" dirty="0" err="1">
              <a:solidFill>
                <a:schemeClr val="tx1"/>
              </a:solidFill>
              <a:ea typeface="Microsoft YaHei" panose="020B0503020204020204" charset="-122"/>
            </a:endParaRPr>
          </a:p>
          <a:p>
            <a:pPr defTabSz="457200">
              <a:spcBef>
                <a:spcPts val="800"/>
              </a:spcBef>
              <a:buClrTx/>
              <a:buSzPct val="100000"/>
              <a:buFont typeface="Arial" panose="020B0604020202020204" pitchFamily="34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</a:pPr>
            <a:r>
              <a:rPr lang="en-US" altLang="en-US" sz="1800" dirty="0" err="1">
                <a:solidFill>
                  <a:schemeClr val="tx1"/>
                </a:solidFill>
                <a:ea typeface="Microsoft YaHei" panose="020B0503020204020204" charset="-122"/>
              </a:rPr>
              <a:t>Для більших обсягів даних або складної логіки використовується IndexedDB (через бібліотеки, наприклад, dexie.js) або серверне сховище (API).</a:t>
            </a:r>
            <a:endParaRPr lang="en-US" altLang="en-US" sz="1800" dirty="0" err="1">
              <a:solidFill>
                <a:schemeClr val="tx1"/>
              </a:solidFill>
              <a:ea typeface="Microsoft YaHei" panose="020B0503020204020204" charset="-122"/>
            </a:endParaRPr>
          </a:p>
          <a:p>
            <a:pPr algn="ctr" defTabSz="457200">
              <a:spcBef>
                <a:spcPts val="800"/>
              </a:spcBef>
              <a:buClrTx/>
              <a:buSzPct val="100000"/>
              <a:buFont typeface="Arial" panose="020B0604020202020204" pitchFamily="34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</a:pPr>
            <a:r>
              <a:rPr lang="en-US" altLang="en-US" sz="1800" b="1" dirty="0" err="1">
                <a:solidFill>
                  <a:srgbClr val="FF0000"/>
                </a:solidFill>
                <a:ea typeface="Microsoft YaHei" panose="020B0503020204020204" charset="-122"/>
              </a:rPr>
              <a:t>Збереження кошика інтернет-магазину в localStorage</a:t>
            </a:r>
            <a:r>
              <a:rPr lang="ru-RU" altLang="en-US" sz="1800" b="1" dirty="0" err="1">
                <a:solidFill>
                  <a:srgbClr val="FF0000"/>
                </a:solidFill>
                <a:ea typeface="Microsoft YaHei" panose="020B0503020204020204" charset="-122"/>
              </a:rPr>
              <a:t>: </a:t>
            </a:r>
            <a:r>
              <a:rPr lang="en-US" altLang="en-US" sz="1800" b="1" dirty="0" err="1">
                <a:solidFill>
                  <a:srgbClr val="0070C0"/>
                </a:solidFill>
                <a:ea typeface="Microsoft YaHei" panose="020B0503020204020204" charset="-122"/>
                <a:hlinkClick r:id="rId1" tooltip="" action="ppaction://hlinkfile"/>
              </a:rPr>
              <a:t>https://gist.github.com/sunmeat/34cf8d9f1260155e70c98e79d8e50577</a:t>
            </a:r>
            <a:endParaRPr lang="en-US" altLang="en-US" sz="1800" b="1" dirty="0" err="1">
              <a:solidFill>
                <a:srgbClr val="0070C0"/>
              </a:solidFill>
              <a:ea typeface="Microsoft YaHei" panose="020B0503020204020204" charset="-122"/>
            </a:endParaRPr>
          </a:p>
        </p:txBody>
      </p:sp>
      <p:sp>
        <p:nvSpPr>
          <p:cNvPr id="2" name="Text Box 1"/>
          <p:cNvSpPr txBox="1"/>
          <p:nvPr/>
        </p:nvSpPr>
        <p:spPr>
          <a:xfrm>
            <a:off x="4302760" y="6263640"/>
            <a:ext cx="4572000" cy="64516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algn="l"/>
            <a:r>
              <a:rPr lang="en-US" altLang="en-US" b="1">
                <a:solidFill>
                  <a:srgbClr val="0070C0"/>
                </a:solidFill>
                <a:hlinkClick r:id="rId2" tooltip="" action="ppaction://hlinkfile"/>
              </a:rPr>
              <a:t>https://gist.github.com/sunmeat/f9e537d4ece5dd2af597d7ae7ea46f09</a:t>
            </a:r>
            <a:endParaRPr lang="en-US" altLang="en-US" b="1">
              <a:solidFill>
                <a:srgbClr val="0070C0"/>
              </a:solidFill>
            </a:endParaRPr>
          </a:p>
        </p:txBody>
      </p:sp>
      <p:sp>
        <p:nvSpPr>
          <p:cNvPr id="3" name="Text Box 2"/>
          <p:cNvSpPr txBox="1"/>
          <p:nvPr/>
        </p:nvSpPr>
        <p:spPr>
          <a:xfrm>
            <a:off x="-198755" y="6264910"/>
            <a:ext cx="4572000" cy="64516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algn="r"/>
            <a:r>
              <a:rPr lang="en-US" altLang="en-US" sz="1800" b="1" dirty="0" err="1">
                <a:solidFill>
                  <a:srgbClr val="FF0000"/>
                </a:solidFill>
                <a:sym typeface="+mn-ea"/>
              </a:rPr>
              <a:t>Збереження кошика магазину через</a:t>
            </a:r>
            <a:r>
              <a:rPr lang="uk-UA" altLang="en-US" sz="1800" b="1" dirty="0" err="1">
                <a:solidFill>
                  <a:srgbClr val="FF0000"/>
                </a:solidFill>
                <a:sym typeface="+mn-ea"/>
              </a:rPr>
              <a:t> </a:t>
            </a:r>
            <a:r>
              <a:rPr lang="en-US" altLang="en-US" sz="1800" b="1" dirty="0" err="1">
                <a:solidFill>
                  <a:srgbClr val="FF0000"/>
                </a:solidFill>
                <a:sym typeface="+mn-ea"/>
              </a:rPr>
              <a:t>dexie.js</a:t>
            </a:r>
            <a:r>
              <a:rPr lang="ru-RU" altLang="en-US" sz="1800" b="1" dirty="0" err="1">
                <a:solidFill>
                  <a:srgbClr val="FF0000"/>
                </a:solidFill>
                <a:sym typeface="+mn-ea"/>
              </a:rPr>
              <a:t>: </a:t>
            </a:r>
            <a:endParaRPr lang="ru-RU" altLang="en-US" sz="1800" b="1" dirty="0" err="1">
              <a:solidFill>
                <a:srgbClr val="FF0000"/>
              </a:solidFill>
              <a:sym typeface="+mn-ea"/>
            </a:endParaRPr>
          </a:p>
        </p:txBody>
      </p:sp>
    </p:spTree>
  </p:cSld>
  <p:clrMapOvr>
    <a:masterClrMapping/>
  </p:clrMapOvr>
  <p:transition spd="med"/>
  <p:timing>
    <p:tnLst>
      <p:par>
        <p:cTn id="1" dur="indefinite" restart="never" nodeType="tmRoot"/>
      </p:par>
    </p:tnLst>
  </p:timing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52225" name="Text Box 52224"/>
          <p:cNvSpPr txBox="1"/>
          <p:nvPr/>
        </p:nvSpPr>
        <p:spPr>
          <a:xfrm>
            <a:off x="195263" y="228600"/>
            <a:ext cx="8015287" cy="914400"/>
          </a:xfrm>
          <a:prstGeom prst="rect">
            <a:avLst/>
          </a:prstGeom>
          <a:noFill/>
          <a:ln w="9525">
            <a:noFill/>
          </a:ln>
        </p:spPr>
        <p:txBody>
          <a:bodyPr wrap="square" lIns="91440" tIns="45720" rIns="91440" bIns="45720" anchor="ctr" anchorCtr="0"/>
          <a:p>
            <a:pPr defTabSz="457200">
              <a:buClrTx/>
              <a:buSzPct val="100000"/>
              <a:buFontTx/>
              <a:buNone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</a:pPr>
            <a:r>
              <a:rPr lang="en-US" altLang="en-US" sz="4200" dirty="0" err="1">
                <a:solidFill>
                  <a:srgbClr val="FFFFFF"/>
                </a:solidFill>
                <a:ea typeface="Microsoft YaHei" panose="020B0503020204020204" charset="-122"/>
              </a:rPr>
              <a:t>PHP + MySQL</a:t>
            </a:r>
            <a:r>
              <a:rPr lang="uk-UA" altLang="en-US" sz="4200" dirty="0" err="1">
                <a:solidFill>
                  <a:srgbClr val="FFFFFF"/>
                </a:solidFill>
                <a:ea typeface="Microsoft YaHei" panose="020B0503020204020204" charset="-122"/>
              </a:rPr>
              <a:t> (факультативно)</a:t>
            </a:r>
            <a:endParaRPr lang="uk-UA" altLang="en-US" sz="4200" dirty="0" err="1">
              <a:solidFill>
                <a:srgbClr val="FFFFFF"/>
              </a:solidFill>
              <a:ea typeface="Microsoft YaHei" panose="020B0503020204020204" charset="-122"/>
            </a:endParaRPr>
          </a:p>
        </p:txBody>
      </p:sp>
      <p:sp>
        <p:nvSpPr>
          <p:cNvPr id="52226" name="Text Box 52225"/>
          <p:cNvSpPr txBox="1"/>
          <p:nvPr/>
        </p:nvSpPr>
        <p:spPr>
          <a:xfrm>
            <a:off x="526415" y="1430655"/>
            <a:ext cx="8033385" cy="4419600"/>
          </a:xfrm>
          <a:prstGeom prst="rect">
            <a:avLst/>
          </a:prstGeom>
          <a:noFill/>
          <a:ln w="9525">
            <a:noFill/>
          </a:ln>
        </p:spPr>
        <p:txBody>
          <a:bodyPr wrap="square" lIns="91440" tIns="45720" rIns="91440" bIns="45720" anchor="t" anchorCtr="0"/>
          <a:p>
            <a:pPr defTabSz="457200">
              <a:spcBef>
                <a:spcPts val="800"/>
              </a:spcBef>
              <a:buClrTx/>
              <a:buSzPct val="100000"/>
              <a:buFont typeface="Arial" panose="020B0604020202020204" pitchFamily="34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</a:pPr>
            <a:r>
              <a:rPr lang="en-US" altLang="en-US" sz="1900" dirty="0" err="1">
                <a:solidFill>
                  <a:schemeClr val="tx1"/>
                </a:solidFill>
                <a:ea typeface="Microsoft YaHei" panose="020B0503020204020204" charset="-122"/>
              </a:rPr>
              <a:t>Для роботи з MySQL через PHP можна налаштувати REST API,      що обробляє запити від React (GET, POST, PUT, DELETE).          React відправляє HTTP-запити до зазначених ендпоінтів.</a:t>
            </a:r>
            <a:endParaRPr lang="en-US" altLang="en-US" sz="1900" dirty="0" err="1">
              <a:solidFill>
                <a:schemeClr val="tx1"/>
              </a:solidFill>
              <a:ea typeface="Microsoft YaHei" panose="020B0503020204020204" charset="-122"/>
            </a:endParaRPr>
          </a:p>
          <a:p>
            <a:pPr defTabSz="457200">
              <a:spcBef>
                <a:spcPts val="800"/>
              </a:spcBef>
              <a:buClrTx/>
              <a:buSzPct val="100000"/>
              <a:buFont typeface="Arial" panose="020B0604020202020204" pitchFamily="34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</a:pPr>
            <a:r>
              <a:rPr lang="en-US" altLang="en-US" sz="1900" dirty="0" err="1">
                <a:solidFill>
                  <a:schemeClr val="tx1"/>
                </a:solidFill>
                <a:ea typeface="Microsoft YaHei" panose="020B0503020204020204" charset="-122"/>
              </a:rPr>
              <a:t>Налаштування PHP: </a:t>
            </a:r>
            <a:r>
              <a:rPr lang="en-US" altLang="en-US" sz="1900" b="1" dirty="0" err="1">
                <a:solidFill>
                  <a:srgbClr val="0070C0"/>
                </a:solidFill>
                <a:ea typeface="Microsoft YaHei" panose="020B0503020204020204" charset="-122"/>
                <a:hlinkClick r:id="rId1" tooltip="" action="ppaction://hlinkfile"/>
              </a:rPr>
              <a:t>https://www.php.net/manual/uk/book.pdo.php</a:t>
            </a:r>
            <a:endParaRPr lang="en-US" altLang="en-US" sz="1900" b="1" dirty="0" err="1">
              <a:solidFill>
                <a:srgbClr val="0070C0"/>
              </a:solidFill>
              <a:ea typeface="Microsoft YaHei" panose="020B0503020204020204" charset="-122"/>
            </a:endParaRPr>
          </a:p>
          <a:p>
            <a:pPr marL="342900" indent="-342900" defTabSz="457200">
              <a:spcBef>
                <a:spcPts val="800"/>
              </a:spcBef>
              <a:buClrTx/>
              <a:buSzPct val="100000"/>
              <a:buFont typeface="Arial" panose="020B0604020202020204" pitchFamily="34" charset="0"/>
              <a:buChar char="•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</a:pPr>
            <a:r>
              <a:rPr lang="en-US" altLang="en-US" sz="1900" dirty="0" err="1">
                <a:solidFill>
                  <a:srgbClr val="FF0000"/>
                </a:solidFill>
                <a:ea typeface="Microsoft YaHei" panose="020B0503020204020204" charset="-122"/>
              </a:rPr>
              <a:t>Використовується PDO для безпечної роботи з MySQL</a:t>
            </a:r>
            <a:endParaRPr lang="en-US" altLang="en-US" sz="1900" dirty="0" err="1">
              <a:solidFill>
                <a:srgbClr val="FF0000"/>
              </a:solidFill>
              <a:ea typeface="Microsoft YaHei" panose="020B0503020204020204" charset="-122"/>
            </a:endParaRPr>
          </a:p>
          <a:p>
            <a:pPr marL="342900" indent="-342900" defTabSz="457200">
              <a:spcBef>
                <a:spcPts val="800"/>
              </a:spcBef>
              <a:buClrTx/>
              <a:buSzPct val="100000"/>
              <a:buFont typeface="Arial" panose="020B0604020202020204" pitchFamily="34" charset="0"/>
              <a:buChar char="•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</a:pPr>
            <a:r>
              <a:rPr lang="en-US" altLang="en-US" sz="1900" dirty="0" err="1">
                <a:solidFill>
                  <a:srgbClr val="FF0000"/>
                </a:solidFill>
                <a:ea typeface="Microsoft YaHei" panose="020B0503020204020204" charset="-122"/>
              </a:rPr>
              <a:t>Потрібно буде налаштувати CORS у PHP (Access-Control-Allow-Origin)</a:t>
            </a:r>
            <a:endParaRPr lang="en-US" altLang="en-US" sz="1900" dirty="0" err="1">
              <a:solidFill>
                <a:srgbClr val="FF0000"/>
              </a:solidFill>
              <a:ea typeface="Microsoft YaHei" panose="020B0503020204020204" charset="-122"/>
            </a:endParaRPr>
          </a:p>
          <a:p>
            <a:pPr marL="342900" indent="-342900" defTabSz="457200">
              <a:spcBef>
                <a:spcPts val="800"/>
              </a:spcBef>
              <a:buClrTx/>
              <a:buSzPct val="100000"/>
              <a:buFont typeface="Arial" panose="020B0604020202020204" pitchFamily="34" charset="0"/>
              <a:buChar char="•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</a:pPr>
            <a:r>
              <a:rPr lang="en-US" altLang="en-US" sz="1900" dirty="0" err="1">
                <a:solidFill>
                  <a:schemeClr val="tx1"/>
                </a:solidFill>
                <a:ea typeface="Microsoft YaHei" panose="020B0503020204020204" charset="-122"/>
              </a:rPr>
              <a:t>Повертаємо дані у форматі JSON</a:t>
            </a:r>
            <a:endParaRPr lang="en-US" altLang="en-US" sz="1900" dirty="0" err="1">
              <a:solidFill>
                <a:schemeClr val="tx1"/>
              </a:solidFill>
              <a:ea typeface="Microsoft YaHei" panose="020B0503020204020204" charset="-122"/>
            </a:endParaRPr>
          </a:p>
          <a:p>
            <a:pPr defTabSz="457200">
              <a:spcBef>
                <a:spcPts val="800"/>
              </a:spcBef>
              <a:buClrTx/>
              <a:buSzPct val="100000"/>
              <a:buFont typeface="Arial" panose="020B0604020202020204" pitchFamily="34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</a:pPr>
            <a:r>
              <a:rPr lang="en-US" altLang="en-US" sz="1900" dirty="0" err="1">
                <a:solidFill>
                  <a:schemeClr val="tx1"/>
                </a:solidFill>
                <a:ea typeface="Microsoft YaHei" panose="020B0503020204020204" charset="-122"/>
              </a:rPr>
              <a:t>React:</a:t>
            </a:r>
            <a:endParaRPr lang="en-US" altLang="en-US" sz="1900" dirty="0" err="1">
              <a:solidFill>
                <a:schemeClr val="tx1"/>
              </a:solidFill>
              <a:ea typeface="Microsoft YaHei" panose="020B0503020204020204" charset="-122"/>
            </a:endParaRPr>
          </a:p>
          <a:p>
            <a:pPr marL="342900" indent="-342900" defTabSz="457200">
              <a:spcBef>
                <a:spcPts val="800"/>
              </a:spcBef>
              <a:buClrTx/>
              <a:buSzPct val="100000"/>
              <a:buFont typeface="Arial" panose="020B0604020202020204" pitchFamily="34" charset="0"/>
              <a:buChar char="•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</a:pPr>
            <a:r>
              <a:rPr lang="en-US" altLang="en-US" sz="1900" dirty="0" err="1">
                <a:solidFill>
                  <a:schemeClr val="tx1"/>
                </a:solidFill>
                <a:ea typeface="Microsoft YaHei" panose="020B0503020204020204" charset="-122"/>
              </a:rPr>
              <a:t>Використовуємо fetch або бібліотеку axios для надсилання запитів</a:t>
            </a:r>
            <a:endParaRPr lang="en-US" altLang="en-US" sz="1900" dirty="0" err="1">
              <a:solidFill>
                <a:schemeClr val="tx1"/>
              </a:solidFill>
              <a:ea typeface="Microsoft YaHei" panose="020B0503020204020204" charset="-122"/>
            </a:endParaRPr>
          </a:p>
          <a:p>
            <a:pPr marL="342900" indent="-342900" defTabSz="457200">
              <a:spcBef>
                <a:spcPts val="800"/>
              </a:spcBef>
              <a:buClrTx/>
              <a:buSzPct val="100000"/>
              <a:buFont typeface="Arial" panose="020B0604020202020204" pitchFamily="34" charset="0"/>
              <a:buChar char="•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</a:pPr>
            <a:r>
              <a:rPr lang="en-US" altLang="en-US" sz="1900" dirty="0" err="1">
                <a:solidFill>
                  <a:schemeClr val="tx1"/>
                </a:solidFill>
                <a:ea typeface="Microsoft YaHei" panose="020B0503020204020204" charset="-122"/>
              </a:rPr>
              <a:t>Обробляємо помилки сервера (наприклад, 500) та валідуємо дані</a:t>
            </a:r>
            <a:endParaRPr lang="en-US" altLang="en-US" sz="1900" dirty="0" err="1">
              <a:solidFill>
                <a:srgbClr val="FF0000"/>
              </a:solidFill>
              <a:ea typeface="Microsoft YaHei" panose="020B0503020204020204" charset="-122"/>
            </a:endParaRPr>
          </a:p>
          <a:p>
            <a:pPr algn="ctr" defTabSz="457200">
              <a:spcBef>
                <a:spcPts val="800"/>
              </a:spcBef>
              <a:buClrTx/>
              <a:buSzPct val="100000"/>
              <a:buFont typeface="Arial" panose="020B0604020202020204" pitchFamily="34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</a:pPr>
            <a:r>
              <a:rPr lang="en-US" altLang="en-US" sz="2400" b="1" dirty="0" err="1">
                <a:solidFill>
                  <a:srgbClr val="0070C0"/>
                </a:solidFill>
                <a:ea typeface="Microsoft YaHei" panose="020B0503020204020204" charset="-122"/>
                <a:hlinkClick r:id="rId2" tooltip="" action="ppaction://hlinkfile"/>
              </a:rPr>
              <a:t>https://gist.github.com/sunmeat/82f6ffb0d6c719ff975696bfe9d08d22</a:t>
            </a:r>
            <a:endParaRPr lang="en-US" altLang="en-US" sz="2400" b="1" dirty="0" err="1">
              <a:solidFill>
                <a:srgbClr val="0070C0"/>
              </a:solidFill>
              <a:ea typeface="Microsoft YaHei" panose="020B0503020204020204" charset="-122"/>
            </a:endParaRPr>
          </a:p>
          <a:p>
            <a:pPr algn="ctr" defTabSz="457200">
              <a:spcBef>
                <a:spcPts val="800"/>
              </a:spcBef>
              <a:buClrTx/>
              <a:buSzPct val="100000"/>
              <a:buFont typeface="Arial" panose="020B0604020202020204" pitchFamily="34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</a:pPr>
            <a:endParaRPr lang="en-US" altLang="en-US" sz="1900" b="1" dirty="0" err="1">
              <a:solidFill>
                <a:srgbClr val="0070C0"/>
              </a:solidFill>
              <a:ea typeface="Microsoft YaHei" panose="020B0503020204020204" charset="-122"/>
            </a:endParaRPr>
          </a:p>
          <a:p>
            <a:pPr algn="ctr" defTabSz="457200">
              <a:spcBef>
                <a:spcPts val="800"/>
              </a:spcBef>
              <a:buClrTx/>
              <a:buSzPct val="100000"/>
              <a:buFont typeface="Arial" panose="020B0604020202020204" pitchFamily="34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</a:pPr>
            <a:endParaRPr lang="en-US" altLang="en-US" sz="1900" b="1" dirty="0" err="1">
              <a:solidFill>
                <a:srgbClr val="0070C0"/>
              </a:solidFill>
              <a:ea typeface="Microsoft YaHei" panose="020B0503020204020204" charset="-122"/>
            </a:endParaRPr>
          </a:p>
          <a:p>
            <a:pPr defTabSz="457200">
              <a:spcBef>
                <a:spcPts val="800"/>
              </a:spcBef>
              <a:buClrTx/>
              <a:buSzPct val="100000"/>
              <a:buFont typeface="Arial" panose="020B0604020202020204" pitchFamily="34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</a:pPr>
            <a:endParaRPr lang="en-US" altLang="en-US" sz="1900" b="1" dirty="0" err="1">
              <a:solidFill>
                <a:srgbClr val="0070C0"/>
              </a:solidFill>
              <a:ea typeface="Microsoft YaHei" panose="020B0503020204020204" charset="-122"/>
            </a:endParaRPr>
          </a:p>
        </p:txBody>
      </p:sp>
      <p:sp>
        <p:nvSpPr>
          <p:cNvPr id="2" name="Text Box 1"/>
          <p:cNvSpPr txBox="1"/>
          <p:nvPr/>
        </p:nvSpPr>
        <p:spPr>
          <a:xfrm>
            <a:off x="104140" y="6395720"/>
            <a:ext cx="8926830" cy="36830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algn="ctr"/>
            <a:r>
              <a:rPr lang="en-US" altLang="en-US" b="1">
                <a:solidFill>
                  <a:srgbClr val="0070C0"/>
                </a:solidFill>
                <a:hlinkClick r:id="rId3" tooltip=""/>
              </a:rPr>
              <a:t>http://sunmeat.atwebpages.com/react/index.html</a:t>
            </a:r>
            <a:endParaRPr lang="en-US" altLang="en-US" b="1">
              <a:solidFill>
                <a:srgbClr val="0070C0"/>
              </a:solidFill>
            </a:endParaRPr>
          </a:p>
        </p:txBody>
      </p:sp>
    </p:spTree>
  </p:cSld>
  <p:clrMapOvr>
    <a:masterClrMapping/>
  </p:clrMapOvr>
  <p:transition spd="med"/>
  <p:timing>
    <p:tnLst>
      <p:par>
        <p:cTn id="1" dur="indefinite" restart="never" nodeType="tmRoot"/>
      </p:par>
    </p:tnLst>
  </p:timing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52225" name="Text Box 52224"/>
          <p:cNvSpPr txBox="1"/>
          <p:nvPr/>
        </p:nvSpPr>
        <p:spPr>
          <a:xfrm>
            <a:off x="195263" y="228600"/>
            <a:ext cx="8015287" cy="914400"/>
          </a:xfrm>
          <a:prstGeom prst="rect">
            <a:avLst/>
          </a:prstGeom>
          <a:noFill/>
          <a:ln w="9525">
            <a:noFill/>
          </a:ln>
        </p:spPr>
        <p:txBody>
          <a:bodyPr wrap="square" lIns="91440" tIns="45720" rIns="91440" bIns="45720" anchor="ctr" anchorCtr="0"/>
          <a:p>
            <a:pPr defTabSz="457200">
              <a:buClrTx/>
              <a:buSzPct val="100000"/>
              <a:buFontTx/>
              <a:buNone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</a:pPr>
            <a:r>
              <a:rPr lang="en-US" altLang="en-US" sz="4200" dirty="0" err="1">
                <a:solidFill>
                  <a:srgbClr val="FFFFFF"/>
                </a:solidFill>
                <a:ea typeface="Microsoft YaHei" panose="020B0503020204020204" charset="-122"/>
              </a:rPr>
              <a:t>Р</a:t>
            </a:r>
            <a:r>
              <a:rPr lang="uk-UA" altLang="en-US" sz="4200" dirty="0" err="1">
                <a:solidFill>
                  <a:srgbClr val="FFFFFF"/>
                </a:solidFill>
                <a:ea typeface="Microsoft YaHei" panose="020B0503020204020204" charset="-122"/>
              </a:rPr>
              <a:t>о</a:t>
            </a:r>
            <a:r>
              <a:rPr lang="en-US" altLang="en-US" sz="4200" dirty="0" err="1">
                <a:solidFill>
                  <a:srgbClr val="FFFFFF"/>
                </a:solidFill>
                <a:ea typeface="Microsoft YaHei" panose="020B0503020204020204" charset="-122"/>
              </a:rPr>
              <a:t>бота </a:t>
            </a:r>
            <a:r>
              <a:rPr lang="uk-UA" altLang="en-US" sz="4200" dirty="0" err="1">
                <a:solidFill>
                  <a:srgbClr val="FFFFFF"/>
                </a:solidFill>
                <a:ea typeface="Microsoft YaHei" panose="020B0503020204020204" charset="-122"/>
              </a:rPr>
              <a:t>з</a:t>
            </a:r>
            <a:r>
              <a:rPr lang="en-US" altLang="en-US" sz="4200" dirty="0" err="1">
                <a:solidFill>
                  <a:srgbClr val="FFFFFF"/>
                </a:solidFill>
                <a:ea typeface="Microsoft YaHei" panose="020B0503020204020204" charset="-122"/>
              </a:rPr>
              <a:t> файлами </a:t>
            </a:r>
            <a:r>
              <a:rPr lang="uk-UA" altLang="en-US" sz="4200" dirty="0" err="1">
                <a:solidFill>
                  <a:srgbClr val="FFFFFF"/>
                </a:solidFill>
                <a:ea typeface="Microsoft YaHei" panose="020B0503020204020204" charset="-122"/>
              </a:rPr>
              <a:t>на сервері*</a:t>
            </a:r>
            <a:endParaRPr lang="uk-UA" altLang="en-US" sz="4200" dirty="0" err="1">
              <a:solidFill>
                <a:srgbClr val="FFFFFF"/>
              </a:solidFill>
              <a:ea typeface="Microsoft YaHei" panose="020B0503020204020204" charset="-122"/>
            </a:endParaRPr>
          </a:p>
        </p:txBody>
      </p:sp>
      <p:sp>
        <p:nvSpPr>
          <p:cNvPr id="52226" name="Text Box 52225"/>
          <p:cNvSpPr txBox="1"/>
          <p:nvPr/>
        </p:nvSpPr>
        <p:spPr>
          <a:xfrm>
            <a:off x="526415" y="1430655"/>
            <a:ext cx="8033385" cy="4419600"/>
          </a:xfrm>
          <a:prstGeom prst="rect">
            <a:avLst/>
          </a:prstGeom>
          <a:noFill/>
          <a:ln w="9525">
            <a:noFill/>
          </a:ln>
        </p:spPr>
        <p:txBody>
          <a:bodyPr wrap="square" lIns="91440" tIns="45720" rIns="91440" bIns="45720" anchor="t" anchorCtr="0"/>
          <a:p>
            <a:pPr marL="342900" indent="-342900" defTabSz="457200">
              <a:spcBef>
                <a:spcPts val="800"/>
              </a:spcBef>
              <a:buClrTx/>
              <a:buSzPct val="100000"/>
              <a:buFont typeface="Arial" panose="020B0604020202020204" pitchFamily="34" charset="0"/>
              <a:buChar char="•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</a:pPr>
            <a:r>
              <a:rPr lang="en-US" altLang="en-US" sz="1900" dirty="0" err="1">
                <a:solidFill>
                  <a:schemeClr val="tx1"/>
                </a:solidFill>
                <a:ea typeface="Microsoft YaHei" panose="020B0503020204020204" charset="-122"/>
              </a:rPr>
              <a:t>&lt;input type="file"&gt; використовується для вибору файлів</a:t>
            </a:r>
            <a:endParaRPr lang="en-US" altLang="en-US" sz="1900" dirty="0" err="1">
              <a:solidFill>
                <a:schemeClr val="tx1"/>
              </a:solidFill>
              <a:ea typeface="Microsoft YaHei" panose="020B0503020204020204" charset="-122"/>
            </a:endParaRPr>
          </a:p>
          <a:p>
            <a:pPr marL="342900" indent="-342900" defTabSz="457200">
              <a:spcBef>
                <a:spcPts val="800"/>
              </a:spcBef>
              <a:buClrTx/>
              <a:buSzPct val="100000"/>
              <a:buFont typeface="Arial" panose="020B0604020202020204" pitchFamily="34" charset="0"/>
              <a:buChar char="•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</a:pPr>
            <a:r>
              <a:rPr lang="en-US" altLang="en-US" sz="1900" dirty="0" err="1">
                <a:solidFill>
                  <a:schemeClr val="tx1"/>
                </a:solidFill>
                <a:ea typeface="Microsoft YaHei" panose="020B0503020204020204" charset="-122"/>
              </a:rPr>
              <a:t>рекомендується обробляти розмір файлів, типи (наприклад, </a:t>
            </a:r>
            <a:r>
              <a:rPr lang="uk-UA" altLang="en-US" sz="1900" dirty="0" err="1">
                <a:solidFill>
                  <a:schemeClr val="tx1"/>
                </a:solidFill>
                <a:ea typeface="Microsoft YaHei" panose="020B0503020204020204" charset="-122"/>
              </a:rPr>
              <a:t> </a:t>
            </a:r>
            <a:r>
              <a:rPr lang="en-US" altLang="en-US" sz="1900" dirty="0" err="1">
                <a:solidFill>
                  <a:schemeClr val="tx1"/>
                </a:solidFill>
                <a:ea typeface="Microsoft YaHei" panose="020B0503020204020204" charset="-122"/>
              </a:rPr>
              <a:t>лише зображення) та помилки завантаження</a:t>
            </a:r>
            <a:endParaRPr lang="en-US" altLang="en-US" sz="1900" dirty="0" err="1">
              <a:solidFill>
                <a:schemeClr val="tx1"/>
              </a:solidFill>
              <a:ea typeface="Microsoft YaHei" panose="020B0503020204020204" charset="-122"/>
            </a:endParaRPr>
          </a:p>
          <a:p>
            <a:pPr marL="342900" indent="-342900" defTabSz="457200">
              <a:spcBef>
                <a:spcPts val="800"/>
              </a:spcBef>
              <a:buClrTx/>
              <a:buSzPct val="100000"/>
              <a:buFont typeface="Arial" panose="020B0604020202020204" pitchFamily="34" charset="0"/>
              <a:buChar char="•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</a:pPr>
            <a:r>
              <a:rPr lang="en-US" altLang="en-US" sz="1900" dirty="0" err="1">
                <a:solidFill>
                  <a:schemeClr val="tx1"/>
                </a:solidFill>
                <a:ea typeface="Microsoft YaHei" panose="020B0503020204020204" charset="-122"/>
              </a:rPr>
              <a:t>У прикладі нижче показано завантаження зображення на сервер (без попереднього перегляду</a:t>
            </a:r>
            <a:r>
              <a:rPr lang="uk-UA" altLang="en-US" sz="1900" dirty="0" err="1">
                <a:solidFill>
                  <a:schemeClr val="tx1"/>
                </a:solidFill>
                <a:ea typeface="Microsoft YaHei" panose="020B0503020204020204" charset="-122"/>
              </a:rPr>
              <a:t>)</a:t>
            </a:r>
            <a:endParaRPr lang="uk-UA" altLang="en-US" sz="1900" dirty="0" err="1">
              <a:solidFill>
                <a:schemeClr val="tx1"/>
              </a:solidFill>
              <a:ea typeface="Microsoft YaHei" panose="020B0503020204020204" charset="-122"/>
            </a:endParaRPr>
          </a:p>
          <a:p>
            <a:pPr marL="342900" indent="-342900" defTabSz="457200">
              <a:spcBef>
                <a:spcPts val="800"/>
              </a:spcBef>
              <a:buClrTx/>
              <a:buSzPct val="100000"/>
              <a:buFont typeface="Arial" panose="020B0604020202020204" pitchFamily="34" charset="0"/>
              <a:buChar char="•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</a:pPr>
            <a:r>
              <a:rPr lang="uk-UA" altLang="en-US" sz="1900" dirty="0" err="1">
                <a:solidFill>
                  <a:schemeClr val="tx1"/>
                </a:solidFill>
                <a:ea typeface="Microsoft YaHei" panose="020B0503020204020204" charset="-122"/>
              </a:rPr>
              <a:t>* - так само факультативно, приклад не для слабких духом :)</a:t>
            </a:r>
            <a:endParaRPr lang="en-US" altLang="en-US" sz="1900" dirty="0" err="1">
              <a:solidFill>
                <a:schemeClr val="tx1"/>
              </a:solidFill>
              <a:ea typeface="Microsoft YaHei" panose="020B0503020204020204" charset="-122"/>
            </a:endParaRPr>
          </a:p>
          <a:p>
            <a:pPr algn="ctr" defTabSz="457200">
              <a:spcBef>
                <a:spcPts val="800"/>
              </a:spcBef>
              <a:buClrTx/>
              <a:buSzPct val="100000"/>
              <a:buFont typeface="Arial" panose="020B0604020202020204" pitchFamily="34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</a:pPr>
            <a:r>
              <a:rPr lang="en-US" altLang="en-US" sz="2500" b="1" dirty="0" err="1">
                <a:solidFill>
                  <a:srgbClr val="0070C0"/>
                </a:solidFill>
                <a:ea typeface="Microsoft YaHei" panose="020B0503020204020204" charset="-122"/>
                <a:hlinkClick r:id="rId1" tooltip="" action="ppaction://hlinkfile"/>
              </a:rPr>
              <a:t>https://gist.github.com/sunmeat/3f914c2e37659b1d54e0161ef625c79d</a:t>
            </a:r>
            <a:endParaRPr lang="en-US" altLang="en-US" sz="2500" b="1" dirty="0" err="1">
              <a:solidFill>
                <a:srgbClr val="0070C0"/>
              </a:solidFill>
              <a:ea typeface="Microsoft YaHei" panose="020B0503020204020204" charset="-122"/>
            </a:endParaRPr>
          </a:p>
        </p:txBody>
      </p:sp>
      <p:pic>
        <p:nvPicPr>
          <p:cNvPr id="2" name="Picture 1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99185" y="4464050"/>
            <a:ext cx="6854190" cy="3086100"/>
          </a:xfrm>
          <a:prstGeom prst="rect">
            <a:avLst/>
          </a:prstGeom>
        </p:spPr>
      </p:pic>
    </p:spTree>
  </p:cSld>
  <p:clrMapOvr>
    <a:masterClrMapping/>
  </p:clrMapOvr>
  <p:transition spd="med"/>
  <p:timing>
    <p:tnLst>
      <p:par>
        <p:cTn id="1" dur="indefinite" restart="never" nodeType="tmRoot"/>
      </p:par>
    </p:tnLst>
  </p:timing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52225" name="Text Box 52224"/>
          <p:cNvSpPr txBox="1"/>
          <p:nvPr/>
        </p:nvSpPr>
        <p:spPr>
          <a:xfrm>
            <a:off x="195263" y="228600"/>
            <a:ext cx="8015287" cy="914400"/>
          </a:xfrm>
          <a:prstGeom prst="rect">
            <a:avLst/>
          </a:prstGeom>
          <a:noFill/>
          <a:ln w="9525">
            <a:noFill/>
          </a:ln>
        </p:spPr>
        <p:txBody>
          <a:bodyPr wrap="square" lIns="91440" tIns="45720" rIns="91440" bIns="45720" anchor="ctr" anchorCtr="0"/>
          <a:p>
            <a:pPr defTabSz="457200">
              <a:buClrTx/>
              <a:buSzPct val="100000"/>
              <a:buFontTx/>
              <a:buNone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</a:pPr>
            <a:r>
              <a:rPr lang="en-US" altLang="en-US" sz="4200" dirty="0" err="1">
                <a:solidFill>
                  <a:srgbClr val="FFFFFF"/>
                </a:solidFill>
                <a:ea typeface="Microsoft YaHei" panose="020B0503020204020204" charset="-122"/>
              </a:rPr>
              <a:t>Лініве </a:t>
            </a:r>
            <a:r>
              <a:rPr lang="uk-UA" altLang="en-US" sz="4200" dirty="0" err="1">
                <a:solidFill>
                  <a:srgbClr val="FFFFFF"/>
                </a:solidFill>
                <a:ea typeface="Microsoft YaHei" panose="020B0503020204020204" charset="-122"/>
              </a:rPr>
              <a:t>під</a:t>
            </a:r>
            <a:r>
              <a:rPr lang="en-US" altLang="en-US" sz="4200" dirty="0" err="1">
                <a:solidFill>
                  <a:srgbClr val="FFFFFF"/>
                </a:solidFill>
                <a:ea typeface="Microsoft YaHei" panose="020B0503020204020204" charset="-122"/>
              </a:rPr>
              <a:t>вантаження даних</a:t>
            </a:r>
            <a:endParaRPr lang="en-US" altLang="en-US" sz="4200" dirty="0" err="1">
              <a:solidFill>
                <a:srgbClr val="FFFFFF"/>
              </a:solidFill>
              <a:ea typeface="Microsoft YaHei" panose="020B0503020204020204" charset="-122"/>
            </a:endParaRPr>
          </a:p>
        </p:txBody>
      </p:sp>
      <p:sp>
        <p:nvSpPr>
          <p:cNvPr id="52226" name="Text Box 52225"/>
          <p:cNvSpPr txBox="1"/>
          <p:nvPr/>
        </p:nvSpPr>
        <p:spPr>
          <a:xfrm>
            <a:off x="526415" y="1430655"/>
            <a:ext cx="8033385" cy="4419600"/>
          </a:xfrm>
          <a:prstGeom prst="rect">
            <a:avLst/>
          </a:prstGeom>
          <a:noFill/>
          <a:ln w="9525">
            <a:noFill/>
          </a:ln>
        </p:spPr>
        <p:txBody>
          <a:bodyPr wrap="square" lIns="91440" tIns="45720" rIns="91440" bIns="45720" anchor="t" anchorCtr="0"/>
          <a:p>
            <a:pPr defTabSz="457200">
              <a:spcBef>
                <a:spcPts val="800"/>
              </a:spcBef>
              <a:buClrTx/>
              <a:buSzPct val="100000"/>
              <a:buFont typeface="Arial" panose="020B0604020202020204" pitchFamily="34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</a:pPr>
            <a:r>
              <a:rPr lang="en-US" altLang="en-US" sz="1900" dirty="0" err="1">
                <a:solidFill>
                  <a:schemeClr val="tx1"/>
                </a:solidFill>
                <a:ea typeface="Microsoft YaHei" panose="020B0503020204020204" charset="-122"/>
              </a:rPr>
              <a:t>Для оптимізації завантаження великого списку товарів можна використовувати IntersectionObserver для "ледачого" підвантаження даних при прокручуванні.</a:t>
            </a:r>
            <a:endParaRPr lang="en-US" altLang="en-US" sz="1900" dirty="0" err="1">
              <a:solidFill>
                <a:schemeClr val="tx1"/>
              </a:solidFill>
              <a:ea typeface="Microsoft YaHei" panose="020B0503020204020204" charset="-122"/>
            </a:endParaRPr>
          </a:p>
          <a:p>
            <a:pPr defTabSz="457200">
              <a:spcBef>
                <a:spcPts val="800"/>
              </a:spcBef>
              <a:buClrTx/>
              <a:buSzPct val="100000"/>
              <a:buFont typeface="Arial" panose="020B0604020202020204" pitchFamily="34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</a:pPr>
            <a:r>
              <a:rPr lang="en-US" altLang="en-US" sz="1900" dirty="0" err="1">
                <a:solidFill>
                  <a:schemeClr val="tx1"/>
                </a:solidFill>
                <a:ea typeface="Microsoft YaHei" panose="020B0503020204020204" charset="-122"/>
              </a:rPr>
              <a:t>Це знижує навантаження на сервер та покращує UX.</a:t>
            </a:r>
            <a:endParaRPr lang="en-US" altLang="en-US" sz="1900" dirty="0" err="1">
              <a:solidFill>
                <a:schemeClr val="tx1"/>
              </a:solidFill>
              <a:ea typeface="Microsoft YaHei" panose="020B0503020204020204" charset="-122"/>
            </a:endParaRPr>
          </a:p>
          <a:p>
            <a:pPr defTabSz="457200">
              <a:spcBef>
                <a:spcPts val="800"/>
              </a:spcBef>
              <a:buClrTx/>
              <a:buSzPct val="100000"/>
              <a:buFont typeface="Arial" panose="020B0604020202020204" pitchFamily="34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</a:pPr>
            <a:r>
              <a:rPr lang="en-US" altLang="en-US" sz="1900" dirty="0" err="1">
                <a:solidFill>
                  <a:schemeClr val="tx1"/>
                </a:solidFill>
                <a:ea typeface="Microsoft YaHei" panose="020B0503020204020204" charset="-122"/>
              </a:rPr>
              <a:t>У прикладі</a:t>
            </a:r>
            <a:r>
              <a:rPr lang="uk-UA" altLang="en-US" sz="1900" dirty="0" err="1">
                <a:solidFill>
                  <a:schemeClr val="tx1"/>
                </a:solidFill>
                <a:ea typeface="Microsoft YaHei" panose="020B0503020204020204" charset="-122"/>
              </a:rPr>
              <a:t> нижче</a:t>
            </a:r>
            <a:r>
              <a:rPr lang="en-US" altLang="en-US" sz="1900" dirty="0" err="1">
                <a:solidFill>
                  <a:schemeClr val="tx1"/>
                </a:solidFill>
                <a:ea typeface="Microsoft YaHei" panose="020B0503020204020204" charset="-122"/>
              </a:rPr>
              <a:t> показано нескінченне прокручування товарів</a:t>
            </a:r>
            <a:r>
              <a:rPr lang="uk-UA" altLang="en-US" sz="1900" dirty="0" err="1">
                <a:solidFill>
                  <a:schemeClr val="tx1"/>
                </a:solidFill>
                <a:ea typeface="Microsoft YaHei" panose="020B0503020204020204" charset="-122"/>
              </a:rPr>
              <a:t>:</a:t>
            </a:r>
            <a:endParaRPr lang="en-US" altLang="en-US" sz="1900" dirty="0" err="1">
              <a:solidFill>
                <a:schemeClr val="tx1"/>
              </a:solidFill>
              <a:ea typeface="Microsoft YaHei" panose="020B0503020204020204" charset="-122"/>
            </a:endParaRPr>
          </a:p>
          <a:p>
            <a:pPr defTabSz="457200">
              <a:spcBef>
                <a:spcPts val="800"/>
              </a:spcBef>
              <a:buClrTx/>
              <a:buSzPct val="100000"/>
              <a:buFont typeface="Arial" panose="020B0604020202020204" pitchFamily="34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</a:pPr>
            <a:endParaRPr lang="en-US" altLang="en-US" sz="3500" dirty="0" err="1">
              <a:solidFill>
                <a:schemeClr val="tx1"/>
              </a:solidFill>
              <a:ea typeface="Microsoft YaHei" panose="020B0503020204020204" charset="-122"/>
            </a:endParaRPr>
          </a:p>
          <a:p>
            <a:pPr algn="ctr" defTabSz="457200">
              <a:spcBef>
                <a:spcPts val="800"/>
              </a:spcBef>
              <a:buClrTx/>
              <a:buSzPct val="100000"/>
              <a:buFont typeface="Arial" panose="020B0604020202020204" pitchFamily="34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</a:pPr>
            <a:r>
              <a:rPr lang="en-US" altLang="en-US" sz="3500" b="1" dirty="0" err="1">
                <a:solidFill>
                  <a:srgbClr val="0070C0"/>
                </a:solidFill>
                <a:ea typeface="Microsoft YaHei" panose="020B0503020204020204" charset="-122"/>
                <a:hlinkClick r:id="rId1" tooltip="" action="ppaction://hlinkfile"/>
              </a:rPr>
              <a:t>https://gist.github.com/sunmeat/fecd4f307daf2178a939d6236e4805cc</a:t>
            </a:r>
            <a:endParaRPr lang="en-US" altLang="en-US" sz="3500" b="1" dirty="0" err="1">
              <a:solidFill>
                <a:srgbClr val="0070C0"/>
              </a:solidFill>
              <a:ea typeface="Microsoft YaHei" panose="020B0503020204020204" charset="-122"/>
            </a:endParaRPr>
          </a:p>
        </p:txBody>
      </p:sp>
    </p:spTree>
  </p:cSld>
  <p:clrMapOvr>
    <a:masterClrMapping/>
  </p:clrMapOvr>
  <p:transition spd="med"/>
  <p:timing>
    <p:tnLst>
      <p:par>
        <p:cTn id="1" dur="indefinite" restart="never" nodeType="tmRoot"/>
      </p:par>
    </p:tnLst>
  </p:timing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7410" name="Text Box 10240"/>
          <p:cNvSpPr txBox="1"/>
          <p:nvPr/>
        </p:nvSpPr>
        <p:spPr>
          <a:xfrm>
            <a:off x="195263" y="228600"/>
            <a:ext cx="8015287" cy="914400"/>
          </a:xfrm>
          <a:prstGeom prst="rect">
            <a:avLst/>
          </a:prstGeom>
          <a:noFill/>
          <a:ln w="9525">
            <a:noFill/>
          </a:ln>
        </p:spPr>
        <p:txBody>
          <a:bodyPr wrap="square" lIns="91440" tIns="45720" rIns="91440" bIns="45720" anchor="ctr" anchorCtr="0"/>
          <a:p>
            <a:pPr defTabSz="457200">
              <a:buClrTx/>
              <a:buFontTx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</a:pPr>
            <a:r>
              <a:rPr lang="en-US" altLang="uk-UA" sz="4200" dirty="0" err="1">
                <a:solidFill>
                  <a:srgbClr val="FFFFFF"/>
                </a:solidFill>
                <a:latin typeface="Arial" panose="020B0604020202020204" pitchFamily="34" charset="0"/>
              </a:rPr>
              <a:t>Node JS-</a:t>
            </a:r>
            <a:r>
              <a:rPr lang="uk-UA" altLang="uk-UA" sz="4200" dirty="0" err="1">
                <a:solidFill>
                  <a:srgbClr val="FFFFFF"/>
                </a:solidFill>
                <a:latin typeface="Arial" panose="020B0604020202020204" pitchFamily="34" charset="0"/>
              </a:rPr>
              <a:t>сервер</a:t>
            </a:r>
            <a:endParaRPr lang="en-US" altLang="uk-UA" sz="4200" dirty="0" err="1">
              <a:solidFill>
                <a:srgbClr val="FFFFFF"/>
              </a:solidFill>
              <a:latin typeface="Arial" panose="020B0604020202020204" pitchFamily="34" charset="0"/>
            </a:endParaRPr>
          </a:p>
        </p:txBody>
      </p:sp>
      <p:sp>
        <p:nvSpPr>
          <p:cNvPr id="17411" name="Text Box 10241"/>
          <p:cNvSpPr txBox="1"/>
          <p:nvPr/>
        </p:nvSpPr>
        <p:spPr>
          <a:xfrm>
            <a:off x="468313" y="1412875"/>
            <a:ext cx="8135937" cy="4419600"/>
          </a:xfrm>
          <a:prstGeom prst="rect">
            <a:avLst/>
          </a:prstGeom>
          <a:noFill/>
          <a:ln w="9525">
            <a:noFill/>
          </a:ln>
        </p:spPr>
        <p:txBody>
          <a:bodyPr wrap="square" lIns="91440" tIns="45720" rIns="91440" bIns="45720" anchor="t" anchorCtr="0"/>
          <a:p>
            <a:pPr algn="ctr" defTabSz="457200">
              <a:spcBef>
                <a:spcPts val="450"/>
              </a:spcBef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  <a:tab pos="9601200" algn="l"/>
                <a:tab pos="10058400" algn="l"/>
                <a:tab pos="10515600" algn="l"/>
              </a:tabLst>
            </a:pPr>
            <a:endParaRPr lang="en-US" altLang="en-US" sz="3300" b="1" dirty="0" err="1">
              <a:solidFill>
                <a:srgbClr val="0070C0"/>
              </a:solidFill>
              <a:latin typeface="Arial" panose="020B0604020202020204" pitchFamily="34" charset="0"/>
            </a:endParaRPr>
          </a:p>
          <a:p>
            <a:pPr algn="ctr" defTabSz="457200">
              <a:spcBef>
                <a:spcPts val="450"/>
              </a:spcBef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  <a:tab pos="9601200" algn="l"/>
                <a:tab pos="10058400" algn="l"/>
                <a:tab pos="10515600" algn="l"/>
              </a:tabLst>
            </a:pPr>
            <a:endParaRPr lang="en-US" altLang="en-US" sz="3300" b="1" dirty="0" err="1">
              <a:solidFill>
                <a:srgbClr val="0070C0"/>
              </a:solidFill>
              <a:latin typeface="Arial" panose="020B0604020202020204" pitchFamily="34" charset="0"/>
            </a:endParaRPr>
          </a:p>
          <a:p>
            <a:pPr algn="ctr" defTabSz="457200">
              <a:spcBef>
                <a:spcPts val="450"/>
              </a:spcBef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  <a:tab pos="9601200" algn="l"/>
                <a:tab pos="10058400" algn="l"/>
                <a:tab pos="10515600" algn="l"/>
              </a:tabLst>
            </a:pPr>
            <a:endParaRPr lang="en-US" altLang="en-US" sz="3300" b="1" dirty="0" err="1">
              <a:solidFill>
                <a:srgbClr val="0070C0"/>
              </a:solidFill>
              <a:latin typeface="Arial" panose="020B0604020202020204" pitchFamily="34" charset="0"/>
            </a:endParaRPr>
          </a:p>
          <a:p>
            <a:pPr algn="ctr" defTabSz="457200">
              <a:spcBef>
                <a:spcPts val="450"/>
              </a:spcBef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  <a:tab pos="9601200" algn="l"/>
                <a:tab pos="10058400" algn="l"/>
                <a:tab pos="10515600" algn="l"/>
              </a:tabLst>
            </a:pPr>
            <a:r>
              <a:rPr lang="en-US" altLang="en-US" sz="3300" b="1" dirty="0" err="1">
                <a:solidFill>
                  <a:srgbClr val="0070C0"/>
                </a:solidFill>
                <a:latin typeface="Arial" panose="020B0604020202020204" pitchFamily="34" charset="0"/>
                <a:hlinkClick r:id="rId1" tooltip="" action="ppaction://hlinkfile"/>
              </a:rPr>
              <a:t>https://github.com/sunmeat/serverjs</a:t>
            </a:r>
            <a:endParaRPr lang="en-US" altLang="en-US" sz="3300" b="1" dirty="0" err="1">
              <a:solidFill>
                <a:srgbClr val="0070C0"/>
              </a:solidFill>
              <a:latin typeface="Arial" panose="020B0604020202020204" pitchFamily="34" charset="0"/>
            </a:endParaRPr>
          </a:p>
        </p:txBody>
      </p:sp>
    </p:spTree>
  </p:cSld>
  <p:clrMapOvr>
    <a:masterClrMapping/>
  </p:clrMapOvr>
  <p:transition spd="med"/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7410" name="Text Box 10240"/>
          <p:cNvSpPr txBox="1"/>
          <p:nvPr/>
        </p:nvSpPr>
        <p:spPr>
          <a:xfrm>
            <a:off x="195263" y="228600"/>
            <a:ext cx="8015287" cy="914400"/>
          </a:xfrm>
          <a:prstGeom prst="rect">
            <a:avLst/>
          </a:prstGeom>
          <a:noFill/>
          <a:ln w="9525">
            <a:noFill/>
          </a:ln>
        </p:spPr>
        <p:txBody>
          <a:bodyPr wrap="square" lIns="91440" tIns="45720" rIns="91440" bIns="45720" anchor="ctr" anchorCtr="0"/>
          <a:p>
            <a:pPr defTabSz="457200">
              <a:buClrTx/>
              <a:buFontTx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</a:pPr>
            <a:r>
              <a:rPr lang="en-US" altLang="uk-UA" sz="4200" dirty="0" err="1">
                <a:solidFill>
                  <a:srgbClr val="FFFFFF"/>
                </a:solidFill>
                <a:latin typeface="Arial" panose="020B0604020202020204" pitchFamily="34" charset="0"/>
              </a:rPr>
              <a:t>Python-</a:t>
            </a:r>
            <a:r>
              <a:rPr lang="uk-UA" altLang="uk-UA" sz="4200" dirty="0" err="1">
                <a:solidFill>
                  <a:srgbClr val="FFFFFF"/>
                </a:solidFill>
                <a:latin typeface="Arial" panose="020B0604020202020204" pitchFamily="34" charset="0"/>
              </a:rPr>
              <a:t>сервер</a:t>
            </a:r>
            <a:endParaRPr lang="uk-UA" altLang="uk-UA" sz="4200" dirty="0" err="1">
              <a:solidFill>
                <a:srgbClr val="FFFFFF"/>
              </a:solidFill>
              <a:latin typeface="Arial" panose="020B0604020202020204" pitchFamily="34" charset="0"/>
            </a:endParaRPr>
          </a:p>
        </p:txBody>
      </p:sp>
      <p:sp>
        <p:nvSpPr>
          <p:cNvPr id="17411" name="Text Box 10241"/>
          <p:cNvSpPr txBox="1"/>
          <p:nvPr/>
        </p:nvSpPr>
        <p:spPr>
          <a:xfrm>
            <a:off x="468313" y="1412875"/>
            <a:ext cx="8135937" cy="4419600"/>
          </a:xfrm>
          <a:prstGeom prst="rect">
            <a:avLst/>
          </a:prstGeom>
          <a:noFill/>
          <a:ln w="9525">
            <a:noFill/>
          </a:ln>
        </p:spPr>
        <p:txBody>
          <a:bodyPr wrap="square" lIns="91440" tIns="45720" rIns="91440" bIns="45720" anchor="t" anchorCtr="0"/>
          <a:p>
            <a:pPr algn="l" defTabSz="457200">
              <a:spcBef>
                <a:spcPts val="450"/>
              </a:spcBef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  <a:tab pos="9601200" algn="l"/>
                <a:tab pos="10058400" algn="l"/>
                <a:tab pos="10515600" algn="l"/>
              </a:tabLst>
            </a:pPr>
            <a:r>
              <a:rPr lang="en-US" altLang="en-US" sz="2100" dirty="0" err="1">
                <a:solidFill>
                  <a:schemeClr val="tx1"/>
                </a:solidFill>
                <a:latin typeface="Arial" panose="020B0604020202020204" pitchFamily="34" charset="0"/>
              </a:rPr>
              <a:t>Попередні налаштування:</a:t>
            </a:r>
            <a:endParaRPr lang="en-US" altLang="en-US" sz="2100" dirty="0" err="1">
              <a:solidFill>
                <a:schemeClr val="tx1"/>
              </a:solidFill>
              <a:latin typeface="Arial" panose="020B0604020202020204" pitchFamily="34" charset="0"/>
            </a:endParaRPr>
          </a:p>
          <a:p>
            <a:pPr algn="l" defTabSz="457200">
              <a:spcBef>
                <a:spcPts val="450"/>
              </a:spcBef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  <a:tab pos="9601200" algn="l"/>
                <a:tab pos="10058400" algn="l"/>
                <a:tab pos="10515600" algn="l"/>
              </a:tabLst>
            </a:pPr>
            <a:r>
              <a:rPr lang="en-US" altLang="en-US" sz="2100" dirty="0" err="1">
                <a:solidFill>
                  <a:schemeClr val="tx1"/>
                </a:solidFill>
                <a:latin typeface="Arial" panose="020B0604020202020204" pitchFamily="34" charset="0"/>
              </a:rPr>
              <a:t>1) зареєструватися на сайті </a:t>
            </a:r>
            <a:r>
              <a:rPr lang="en-US" altLang="en-US" sz="2100" dirty="0" err="1">
                <a:solidFill>
                  <a:srgbClr val="0070C0"/>
                </a:solidFill>
                <a:latin typeface="Arial" panose="020B0604020202020204" pitchFamily="34" charset="0"/>
                <a:hlinkClick r:id="rId1" tooltip="" action="ppaction://hlinkfile"/>
              </a:rPr>
              <a:t>https://www.pythonanywhere.com</a:t>
            </a:r>
            <a:endParaRPr lang="en-US" altLang="en-US" sz="2100" dirty="0" err="1">
              <a:solidFill>
                <a:schemeClr val="tx1"/>
              </a:solidFill>
              <a:latin typeface="Arial" panose="020B0604020202020204" pitchFamily="34" charset="0"/>
            </a:endParaRPr>
          </a:p>
          <a:p>
            <a:pPr algn="l" defTabSz="457200">
              <a:spcBef>
                <a:spcPts val="450"/>
              </a:spcBef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  <a:tab pos="9601200" algn="l"/>
                <a:tab pos="10058400" algn="l"/>
                <a:tab pos="10515600" algn="l"/>
              </a:tabLst>
            </a:pPr>
            <a:r>
              <a:rPr lang="en-US" altLang="en-US" sz="2100" dirty="0" err="1">
                <a:solidFill>
                  <a:schemeClr val="tx1"/>
                </a:solidFill>
                <a:latin typeface="Arial" panose="020B0604020202020204" pitchFamily="34" charset="0"/>
              </a:rPr>
              <a:t>2) увійти в PythonAnywhere і відкрити термінал</a:t>
            </a:r>
            <a:endParaRPr lang="en-US" altLang="en-US" sz="2100" dirty="0" err="1">
              <a:solidFill>
                <a:schemeClr val="tx1"/>
              </a:solidFill>
              <a:latin typeface="Arial" panose="020B0604020202020204" pitchFamily="34" charset="0"/>
            </a:endParaRPr>
          </a:p>
          <a:p>
            <a:pPr algn="l" defTabSz="457200">
              <a:spcBef>
                <a:spcPts val="450"/>
              </a:spcBef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  <a:tab pos="9601200" algn="l"/>
                <a:tab pos="10058400" algn="l"/>
                <a:tab pos="10515600" algn="l"/>
              </a:tabLst>
            </a:pPr>
            <a:r>
              <a:rPr lang="en-US" altLang="en-US" sz="2100" dirty="0" err="1">
                <a:solidFill>
                  <a:schemeClr val="tx1"/>
                </a:solidFill>
                <a:latin typeface="Arial" panose="020B0604020202020204" pitchFamily="34" charset="0"/>
              </a:rPr>
              <a:t>3) переконатися, що встановлено Flask (pip install flask)</a:t>
            </a:r>
            <a:endParaRPr lang="en-US" altLang="en-US" sz="2100" dirty="0" err="1">
              <a:solidFill>
                <a:schemeClr val="tx1"/>
              </a:solidFill>
              <a:latin typeface="Arial" panose="020B0604020202020204" pitchFamily="34" charset="0"/>
            </a:endParaRPr>
          </a:p>
          <a:p>
            <a:pPr algn="l" defTabSz="457200">
              <a:spcBef>
                <a:spcPts val="450"/>
              </a:spcBef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  <a:tab pos="9601200" algn="l"/>
                <a:tab pos="10058400" algn="l"/>
                <a:tab pos="10515600" algn="l"/>
              </a:tabLst>
            </a:pPr>
            <a:r>
              <a:rPr lang="en-US" altLang="en-US" sz="2100" dirty="0" err="1">
                <a:solidFill>
                  <a:schemeClr val="tx1"/>
                </a:solidFill>
                <a:latin typeface="Arial" panose="020B0604020202020204" pitchFamily="34" charset="0"/>
              </a:rPr>
              <a:t>4) створити файл server.py з кодом на наступному слайді</a:t>
            </a:r>
            <a:endParaRPr lang="en-US" altLang="en-US" sz="2100" dirty="0" err="1">
              <a:solidFill>
                <a:schemeClr val="tx1"/>
              </a:solidFill>
              <a:latin typeface="Arial" panose="020B0604020202020204" pitchFamily="34" charset="0"/>
            </a:endParaRPr>
          </a:p>
          <a:p>
            <a:pPr algn="l" defTabSz="457200">
              <a:spcBef>
                <a:spcPts val="450"/>
              </a:spcBef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  <a:tab pos="9601200" algn="l"/>
                <a:tab pos="10058400" algn="l"/>
                <a:tab pos="10515600" algn="l"/>
              </a:tabLst>
            </a:pPr>
            <a:r>
              <a:rPr lang="en-US" altLang="en-US" sz="2100" dirty="0" err="1">
                <a:solidFill>
                  <a:schemeClr val="tx1"/>
                </a:solidFill>
                <a:latin typeface="Arial" panose="020B0604020202020204" pitchFamily="34" charset="0"/>
              </a:rPr>
              <a:t>5) налаштувати веб-додаток через інтерфейс PythonAnywhere: - перейти в Web в PythonAnywhere</a:t>
            </a:r>
            <a:endParaRPr lang="en-US" altLang="en-US" sz="2100" dirty="0" err="1">
              <a:solidFill>
                <a:schemeClr val="tx1"/>
              </a:solidFill>
              <a:latin typeface="Arial" panose="020B0604020202020204" pitchFamily="34" charset="0"/>
            </a:endParaRPr>
          </a:p>
          <a:p>
            <a:pPr algn="l" defTabSz="457200">
              <a:spcBef>
                <a:spcPts val="450"/>
              </a:spcBef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  <a:tab pos="9601200" algn="l"/>
                <a:tab pos="10058400" algn="l"/>
                <a:tab pos="10515600" algn="l"/>
              </a:tabLst>
            </a:pPr>
            <a:r>
              <a:rPr lang="en-US" altLang="en-US" sz="2100" dirty="0" err="1">
                <a:solidFill>
                  <a:schemeClr val="tx1"/>
                </a:solidFill>
                <a:latin typeface="Arial" panose="020B0604020202020204" pitchFamily="34" charset="0"/>
              </a:rPr>
              <a:t>- створити новий веб-додаток</a:t>
            </a:r>
            <a:endParaRPr lang="en-US" altLang="en-US" sz="2100" dirty="0" err="1">
              <a:solidFill>
                <a:schemeClr val="tx1"/>
              </a:solidFill>
              <a:latin typeface="Arial" panose="020B0604020202020204" pitchFamily="34" charset="0"/>
            </a:endParaRPr>
          </a:p>
          <a:p>
            <a:pPr algn="l" defTabSz="457200">
              <a:spcBef>
                <a:spcPts val="450"/>
              </a:spcBef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  <a:tab pos="9601200" algn="l"/>
                <a:tab pos="10058400" algn="l"/>
                <a:tab pos="10515600" algn="l"/>
              </a:tabLst>
            </a:pPr>
            <a:r>
              <a:rPr lang="en-US" altLang="en-US" sz="2100" dirty="0" err="1">
                <a:solidFill>
                  <a:schemeClr val="tx1"/>
                </a:solidFill>
                <a:latin typeface="Arial" panose="020B0604020202020204" pitchFamily="34" charset="0"/>
              </a:rPr>
              <a:t>- вибрати Flask</a:t>
            </a:r>
            <a:endParaRPr lang="en-US" altLang="en-US" sz="2100" dirty="0" err="1">
              <a:solidFill>
                <a:schemeClr val="tx1"/>
              </a:solidFill>
              <a:latin typeface="Arial" panose="020B0604020202020204" pitchFamily="34" charset="0"/>
            </a:endParaRPr>
          </a:p>
          <a:p>
            <a:pPr algn="l" defTabSz="457200">
              <a:spcBef>
                <a:spcPts val="450"/>
              </a:spcBef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  <a:tab pos="9601200" algn="l"/>
                <a:tab pos="10058400" algn="l"/>
                <a:tab pos="10515600" algn="l"/>
              </a:tabLst>
            </a:pPr>
            <a:r>
              <a:rPr lang="en-US" altLang="en-US" sz="2100" dirty="0" err="1">
                <a:solidFill>
                  <a:schemeClr val="tx1"/>
                </a:solidFill>
                <a:latin typeface="Arial" panose="020B0604020202020204" pitchFamily="34" charset="0"/>
              </a:rPr>
              <a:t>- вказати шлях до файлу (/home/sunmeat/mysite/server.py)</a:t>
            </a:r>
            <a:endParaRPr lang="en-US" altLang="en-US" sz="2100" dirty="0" err="1">
              <a:solidFill>
                <a:schemeClr val="tx1"/>
              </a:solidFill>
              <a:latin typeface="Arial" panose="020B0604020202020204" pitchFamily="34" charset="0"/>
            </a:endParaRPr>
          </a:p>
          <a:p>
            <a:pPr algn="l" defTabSz="457200">
              <a:spcBef>
                <a:spcPts val="450"/>
              </a:spcBef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  <a:tab pos="9601200" algn="l"/>
                <a:tab pos="10058400" algn="l"/>
                <a:tab pos="10515600" algn="l"/>
              </a:tabLst>
            </a:pPr>
            <a:r>
              <a:rPr lang="en-US" altLang="en-US" sz="2100" dirty="0" err="1">
                <a:solidFill>
                  <a:schemeClr val="tx1"/>
                </a:solidFill>
                <a:latin typeface="Arial" panose="020B0604020202020204" pitchFamily="34" charset="0"/>
              </a:rPr>
              <a:t>- перезапустити сервер</a:t>
            </a:r>
            <a:endParaRPr lang="en-US" altLang="en-US" sz="2100" dirty="0" err="1">
              <a:solidFill>
                <a:schemeClr val="tx1"/>
              </a:solidFill>
              <a:latin typeface="Arial" panose="020B0604020202020204" pitchFamily="34" charset="0"/>
            </a:endParaRPr>
          </a:p>
        </p:txBody>
      </p:sp>
      <p:sp>
        <p:nvSpPr>
          <p:cNvPr id="2" name="Text Box 1"/>
          <p:cNvSpPr txBox="1"/>
          <p:nvPr/>
        </p:nvSpPr>
        <p:spPr>
          <a:xfrm>
            <a:off x="532130" y="5490845"/>
            <a:ext cx="8053705" cy="79883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algn="ctr" defTabSz="457200">
              <a:spcBef>
                <a:spcPts val="450"/>
              </a:spcBef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  <a:tab pos="9601200" algn="l"/>
                <a:tab pos="10058400" algn="l"/>
                <a:tab pos="10515600" algn="l"/>
              </a:tabLst>
            </a:pPr>
            <a:r>
              <a:rPr lang="en-US" altLang="en-US" sz="2300" b="1" dirty="0" err="1">
                <a:solidFill>
                  <a:srgbClr val="0070C0"/>
                </a:solidFill>
                <a:sym typeface="+mn-ea"/>
                <a:hlinkClick r:id="rId2" tooltip="" action="ppaction://hlinkfile"/>
              </a:rPr>
              <a:t>https://gist.github.com/sunmeat/c2ccda5936a5c6b3565392ee4d33437e</a:t>
            </a:r>
            <a:endParaRPr lang="en-US" altLang="en-US" sz="2300" b="1" dirty="0" err="1">
              <a:solidFill>
                <a:srgbClr val="0070C0"/>
              </a:solidFill>
              <a:sym typeface="+mn-ea"/>
            </a:endParaRPr>
          </a:p>
        </p:txBody>
      </p:sp>
    </p:spTree>
  </p:cSld>
  <p:clrMapOvr>
    <a:masterClrMapping/>
  </p:clrMapOvr>
  <p:transition spd="med"/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97282" name="Text Box 36864"/>
          <p:cNvSpPr txBox="1"/>
          <p:nvPr/>
        </p:nvSpPr>
        <p:spPr>
          <a:xfrm>
            <a:off x="195263" y="228600"/>
            <a:ext cx="8015287" cy="914400"/>
          </a:xfrm>
          <a:prstGeom prst="rect">
            <a:avLst/>
          </a:prstGeom>
          <a:noFill/>
          <a:ln w="9525">
            <a:noFill/>
          </a:ln>
        </p:spPr>
        <p:txBody>
          <a:bodyPr wrap="square" lIns="91440" tIns="45720" rIns="91440" bIns="45720" anchor="ctr" anchorCtr="0"/>
          <a:p>
            <a:pPr defTabSz="457200">
              <a:buClrTx/>
              <a:buFontTx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</a:pPr>
            <a:r>
              <a:rPr lang="uk-UA" altLang="ru-RU" sz="4200" dirty="0" err="1">
                <a:solidFill>
                  <a:srgbClr val="FFFFFF"/>
                </a:solidFill>
                <a:latin typeface="Arial" panose="020B0604020202020204" pitchFamily="34" charset="0"/>
              </a:rPr>
              <a:t>ДЗ</a:t>
            </a:r>
            <a:endParaRPr lang="uk-UA" altLang="ru-RU" sz="4200" dirty="0" err="1">
              <a:solidFill>
                <a:srgbClr val="FFFFFF"/>
              </a:solidFill>
              <a:latin typeface="Arial" panose="020B0604020202020204" pitchFamily="34" charset="0"/>
            </a:endParaRPr>
          </a:p>
        </p:txBody>
      </p:sp>
      <p:sp>
        <p:nvSpPr>
          <p:cNvPr id="97283" name="Text Box 36865"/>
          <p:cNvSpPr txBox="1"/>
          <p:nvPr/>
        </p:nvSpPr>
        <p:spPr>
          <a:xfrm>
            <a:off x="534988" y="1412875"/>
            <a:ext cx="7924800" cy="4419600"/>
          </a:xfrm>
          <a:prstGeom prst="rect">
            <a:avLst/>
          </a:prstGeom>
          <a:noFill/>
          <a:ln w="9525">
            <a:noFill/>
          </a:ln>
        </p:spPr>
        <p:txBody>
          <a:bodyPr wrap="square" lIns="91440" tIns="45720" rIns="91440" bIns="45720" anchor="t" anchorCtr="0"/>
          <a:p>
            <a:pPr algn="ctr" defTabSz="457200">
              <a:spcBef>
                <a:spcPts val="625"/>
              </a:spcBef>
              <a:buClr>
                <a:srgbClr val="996666"/>
              </a:buClr>
              <a:buSzPct val="80000"/>
              <a:buFont typeface="Wingdings" panose="05000000000000000000" pitchFamily="2" charset="2"/>
              <a:tabLst>
                <a:tab pos="339725" algn="l"/>
                <a:tab pos="796925" algn="l"/>
                <a:tab pos="1254125" algn="l"/>
                <a:tab pos="1711325" algn="l"/>
                <a:tab pos="2168525" algn="l"/>
                <a:tab pos="2625725" algn="l"/>
                <a:tab pos="3082925" algn="l"/>
                <a:tab pos="3540125" algn="l"/>
                <a:tab pos="3997325" algn="l"/>
                <a:tab pos="4454525" algn="l"/>
                <a:tab pos="4911725" algn="l"/>
                <a:tab pos="5368925" algn="l"/>
                <a:tab pos="5826125" algn="l"/>
                <a:tab pos="6283325" algn="l"/>
                <a:tab pos="6740525" algn="l"/>
                <a:tab pos="7197725" algn="l"/>
                <a:tab pos="7654925" algn="l"/>
                <a:tab pos="8112125" algn="l"/>
                <a:tab pos="8569325" algn="l"/>
                <a:tab pos="9026525" algn="l"/>
                <a:tab pos="9483725" algn="l"/>
              </a:tabLst>
            </a:pPr>
            <a:endParaRPr lang="en-US" altLang="en-US" sz="2500" b="1" dirty="0" err="1">
              <a:solidFill>
                <a:srgbClr val="0070C0"/>
              </a:solidFill>
              <a:latin typeface="Arial" panose="020B0604020202020204" pitchFamily="34" charset="0"/>
            </a:endParaRPr>
          </a:p>
          <a:p>
            <a:pPr algn="ctr" defTabSz="457200">
              <a:spcBef>
                <a:spcPts val="625"/>
              </a:spcBef>
              <a:buClr>
                <a:srgbClr val="996666"/>
              </a:buClr>
              <a:buSzPct val="80000"/>
              <a:buFont typeface="Wingdings" panose="05000000000000000000" pitchFamily="2" charset="2"/>
              <a:tabLst>
                <a:tab pos="339725" algn="l"/>
                <a:tab pos="796925" algn="l"/>
                <a:tab pos="1254125" algn="l"/>
                <a:tab pos="1711325" algn="l"/>
                <a:tab pos="2168525" algn="l"/>
                <a:tab pos="2625725" algn="l"/>
                <a:tab pos="3082925" algn="l"/>
                <a:tab pos="3540125" algn="l"/>
                <a:tab pos="3997325" algn="l"/>
                <a:tab pos="4454525" algn="l"/>
                <a:tab pos="4911725" algn="l"/>
                <a:tab pos="5368925" algn="l"/>
                <a:tab pos="5826125" algn="l"/>
                <a:tab pos="6283325" algn="l"/>
                <a:tab pos="6740525" algn="l"/>
                <a:tab pos="7197725" algn="l"/>
                <a:tab pos="7654925" algn="l"/>
                <a:tab pos="8112125" algn="l"/>
                <a:tab pos="8569325" algn="l"/>
                <a:tab pos="9026525" algn="l"/>
                <a:tab pos="9483725" algn="l"/>
              </a:tabLst>
            </a:pPr>
            <a:endParaRPr lang="en-US" altLang="en-US" sz="2500" b="1" dirty="0" err="1">
              <a:solidFill>
                <a:srgbClr val="0070C0"/>
              </a:solidFill>
              <a:latin typeface="Arial" panose="020B0604020202020204" pitchFamily="34" charset="0"/>
            </a:endParaRPr>
          </a:p>
          <a:p>
            <a:pPr algn="ctr" defTabSz="457200">
              <a:spcBef>
                <a:spcPts val="625"/>
              </a:spcBef>
              <a:buClr>
                <a:srgbClr val="996666"/>
              </a:buClr>
              <a:buSzPct val="80000"/>
              <a:buFont typeface="Wingdings" panose="05000000000000000000" pitchFamily="2" charset="2"/>
              <a:tabLst>
                <a:tab pos="339725" algn="l"/>
                <a:tab pos="796925" algn="l"/>
                <a:tab pos="1254125" algn="l"/>
                <a:tab pos="1711325" algn="l"/>
                <a:tab pos="2168525" algn="l"/>
                <a:tab pos="2625725" algn="l"/>
                <a:tab pos="3082925" algn="l"/>
                <a:tab pos="3540125" algn="l"/>
                <a:tab pos="3997325" algn="l"/>
                <a:tab pos="4454525" algn="l"/>
                <a:tab pos="4911725" algn="l"/>
                <a:tab pos="5368925" algn="l"/>
                <a:tab pos="5826125" algn="l"/>
                <a:tab pos="6283325" algn="l"/>
                <a:tab pos="6740525" algn="l"/>
                <a:tab pos="7197725" algn="l"/>
                <a:tab pos="7654925" algn="l"/>
                <a:tab pos="8112125" algn="l"/>
                <a:tab pos="8569325" algn="l"/>
                <a:tab pos="9026525" algn="l"/>
                <a:tab pos="9483725" algn="l"/>
              </a:tabLst>
            </a:pPr>
            <a:r>
              <a:rPr lang="en-US" altLang="en-US" sz="2500" b="1" dirty="0" err="1">
                <a:solidFill>
                  <a:srgbClr val="0070C0"/>
                </a:solidFill>
                <a:latin typeface="Arial" panose="020B0604020202020204" pitchFamily="34" charset="0"/>
                <a:hlinkClick r:id="rId1" tooltip="" action="ppaction://hlinkfile"/>
              </a:rPr>
              <a:t>https://materials.itstep.org/content/3295d84f-2eb7-473f-8ccd-4980861d6688/uk</a:t>
            </a:r>
            <a:endParaRPr lang="en-US" altLang="en-US" sz="2500" b="1" dirty="0" err="1">
              <a:solidFill>
                <a:srgbClr val="0070C0"/>
              </a:solidFill>
              <a:latin typeface="Arial" panose="020B0604020202020204" pitchFamily="34" charset="0"/>
            </a:endParaRPr>
          </a:p>
          <a:p>
            <a:pPr algn="ctr" defTabSz="457200">
              <a:spcBef>
                <a:spcPts val="625"/>
              </a:spcBef>
              <a:buClr>
                <a:srgbClr val="996666"/>
              </a:buClr>
              <a:buSzPct val="80000"/>
              <a:buFont typeface="Wingdings" panose="05000000000000000000" pitchFamily="2" charset="2"/>
              <a:tabLst>
                <a:tab pos="339725" algn="l"/>
                <a:tab pos="796925" algn="l"/>
                <a:tab pos="1254125" algn="l"/>
                <a:tab pos="1711325" algn="l"/>
                <a:tab pos="2168525" algn="l"/>
                <a:tab pos="2625725" algn="l"/>
                <a:tab pos="3082925" algn="l"/>
                <a:tab pos="3540125" algn="l"/>
                <a:tab pos="3997325" algn="l"/>
                <a:tab pos="4454525" algn="l"/>
                <a:tab pos="4911725" algn="l"/>
                <a:tab pos="5368925" algn="l"/>
                <a:tab pos="5826125" algn="l"/>
                <a:tab pos="6283325" algn="l"/>
                <a:tab pos="6740525" algn="l"/>
                <a:tab pos="7197725" algn="l"/>
                <a:tab pos="7654925" algn="l"/>
                <a:tab pos="8112125" algn="l"/>
                <a:tab pos="8569325" algn="l"/>
                <a:tab pos="9026525" algn="l"/>
                <a:tab pos="9483725" algn="l"/>
              </a:tabLst>
            </a:pPr>
            <a:endParaRPr lang="en-US" altLang="en-US" sz="2500" b="1" dirty="0" err="1">
              <a:solidFill>
                <a:srgbClr val="0070C0"/>
              </a:solidFill>
              <a:latin typeface="Arial" panose="020B0604020202020204" pitchFamily="34" charset="0"/>
            </a:endParaRPr>
          </a:p>
          <a:p>
            <a:pPr algn="ctr" defTabSz="457200">
              <a:spcBef>
                <a:spcPts val="625"/>
              </a:spcBef>
              <a:buClr>
                <a:srgbClr val="996666"/>
              </a:buClr>
              <a:buSzPct val="80000"/>
              <a:buFont typeface="Wingdings" panose="05000000000000000000" pitchFamily="2" charset="2"/>
              <a:tabLst>
                <a:tab pos="339725" algn="l"/>
                <a:tab pos="796925" algn="l"/>
                <a:tab pos="1254125" algn="l"/>
                <a:tab pos="1711325" algn="l"/>
                <a:tab pos="2168525" algn="l"/>
                <a:tab pos="2625725" algn="l"/>
                <a:tab pos="3082925" algn="l"/>
                <a:tab pos="3540125" algn="l"/>
                <a:tab pos="3997325" algn="l"/>
                <a:tab pos="4454525" algn="l"/>
                <a:tab pos="4911725" algn="l"/>
                <a:tab pos="5368925" algn="l"/>
                <a:tab pos="5826125" algn="l"/>
                <a:tab pos="6283325" algn="l"/>
                <a:tab pos="6740525" algn="l"/>
                <a:tab pos="7197725" algn="l"/>
                <a:tab pos="7654925" algn="l"/>
                <a:tab pos="8112125" algn="l"/>
                <a:tab pos="8569325" algn="l"/>
                <a:tab pos="9026525" algn="l"/>
                <a:tab pos="9483725" algn="l"/>
              </a:tabLst>
            </a:pPr>
            <a:r>
              <a:rPr lang="en-US" altLang="en-US" sz="2500" b="1" dirty="0" err="1">
                <a:solidFill>
                  <a:srgbClr val="0070C0"/>
                </a:solidFill>
                <a:latin typeface="Arial" panose="020B0604020202020204" pitchFamily="34" charset="0"/>
                <a:hlinkClick r:id="rId2" tooltip="" action="ppaction://hlinkfile"/>
              </a:rPr>
              <a:t>https://materials.itstep.org/content/d325edbd-7f62-418a-821d-9b5d7cdd95ab/uk</a:t>
            </a:r>
            <a:endParaRPr lang="en-US" altLang="en-US" sz="2500" b="1" dirty="0" err="1">
              <a:solidFill>
                <a:srgbClr val="0070C0"/>
              </a:solidFill>
              <a:latin typeface="Arial" panose="020B0604020202020204" pitchFamily="34" charset="0"/>
            </a:endParaRPr>
          </a:p>
          <a:p>
            <a:pPr algn="ctr" defTabSz="457200">
              <a:spcBef>
                <a:spcPts val="625"/>
              </a:spcBef>
              <a:buClr>
                <a:srgbClr val="996666"/>
              </a:buClr>
              <a:buSzPct val="80000"/>
              <a:buFont typeface="Wingdings" panose="05000000000000000000" pitchFamily="2" charset="2"/>
              <a:tabLst>
                <a:tab pos="339725" algn="l"/>
                <a:tab pos="796925" algn="l"/>
                <a:tab pos="1254125" algn="l"/>
                <a:tab pos="1711325" algn="l"/>
                <a:tab pos="2168525" algn="l"/>
                <a:tab pos="2625725" algn="l"/>
                <a:tab pos="3082925" algn="l"/>
                <a:tab pos="3540125" algn="l"/>
                <a:tab pos="3997325" algn="l"/>
                <a:tab pos="4454525" algn="l"/>
                <a:tab pos="4911725" algn="l"/>
                <a:tab pos="5368925" algn="l"/>
                <a:tab pos="5826125" algn="l"/>
                <a:tab pos="6283325" algn="l"/>
                <a:tab pos="6740525" algn="l"/>
                <a:tab pos="7197725" algn="l"/>
                <a:tab pos="7654925" algn="l"/>
                <a:tab pos="8112125" algn="l"/>
                <a:tab pos="8569325" algn="l"/>
                <a:tab pos="9026525" algn="l"/>
                <a:tab pos="9483725" algn="l"/>
              </a:tabLst>
            </a:pPr>
            <a:endParaRPr lang="en-US" altLang="en-US" sz="2500" b="1" dirty="0" err="1">
              <a:solidFill>
                <a:srgbClr val="0070C0"/>
              </a:solidFill>
              <a:latin typeface="Arial" panose="020B0604020202020204" pitchFamily="34" charset="0"/>
            </a:endParaRPr>
          </a:p>
          <a:p>
            <a:pPr algn="ctr" defTabSz="457200">
              <a:spcBef>
                <a:spcPts val="625"/>
              </a:spcBef>
              <a:buClr>
                <a:srgbClr val="996666"/>
              </a:buClr>
              <a:buSzPct val="80000"/>
              <a:buFont typeface="Wingdings" panose="05000000000000000000" pitchFamily="2" charset="2"/>
              <a:tabLst>
                <a:tab pos="339725" algn="l"/>
                <a:tab pos="796925" algn="l"/>
                <a:tab pos="1254125" algn="l"/>
                <a:tab pos="1711325" algn="l"/>
                <a:tab pos="2168525" algn="l"/>
                <a:tab pos="2625725" algn="l"/>
                <a:tab pos="3082925" algn="l"/>
                <a:tab pos="3540125" algn="l"/>
                <a:tab pos="3997325" algn="l"/>
                <a:tab pos="4454525" algn="l"/>
                <a:tab pos="4911725" algn="l"/>
                <a:tab pos="5368925" algn="l"/>
                <a:tab pos="5826125" algn="l"/>
                <a:tab pos="6283325" algn="l"/>
                <a:tab pos="6740525" algn="l"/>
                <a:tab pos="7197725" algn="l"/>
                <a:tab pos="7654925" algn="l"/>
                <a:tab pos="8112125" algn="l"/>
                <a:tab pos="8569325" algn="l"/>
                <a:tab pos="9026525" algn="l"/>
                <a:tab pos="9483725" algn="l"/>
              </a:tabLst>
            </a:pPr>
            <a:endParaRPr lang="en-US" altLang="en-US" sz="2500" b="1" dirty="0" err="1">
              <a:solidFill>
                <a:srgbClr val="0070C0"/>
              </a:solidFill>
              <a:latin typeface="Arial" panose="020B0604020202020204" pitchFamily="34" charset="0"/>
            </a:endParaRPr>
          </a:p>
        </p:txBody>
      </p:sp>
    </p:spTree>
  </p:cSld>
  <p:clrMapOvr>
    <a:masterClrMapping/>
  </p:clrMapOvr>
  <p:transition spd="med"/>
</p:sld>
</file>

<file path=ppt/theme/theme1.xml><?xml version="1.0" encoding="utf-8"?>
<a:theme xmlns:a="http://schemas.openxmlformats.org/drawingml/2006/main">
  <a:themeElements>
    <a:clrScheme name="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00CC99"/>
      </a:accent1>
      <a:accent2>
        <a:srgbClr val="3333CC"/>
      </a:accent2>
      <a:accent3>
        <a:srgbClr val="FFFFFF"/>
      </a:accent3>
      <a:accent4>
        <a:srgbClr val="000000"/>
      </a:accent4>
      <a:accent5>
        <a:srgbClr val="AAE2CA"/>
      </a:accent5>
      <a:accent6>
        <a:srgbClr val="2D2DB7"/>
      </a:accent6>
      <a:hlink>
        <a:srgbClr val="CCCCFF"/>
      </a:hlink>
      <a:folHlink>
        <a:srgbClr val="B2B2B2"/>
      </a:folHlink>
    </a:clrScheme>
    <a:fontScheme name="">
      <a:majorFont>
        <a:latin typeface="Arial"/>
        <a:ea typeface="Microsoft YaHei"/>
        <a:cs typeface=""/>
      </a:majorFont>
      <a:minorFont>
        <a:latin typeface="Arial"/>
        <a:ea typeface="Microsoft YaHei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raClrSchemeLst>
    <a:extraClrScheme>
      <a:clrScheme name="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00CC99"/>
        </a:accent1>
        <a:accent2>
          <a:srgbClr val="3333CC"/>
        </a:accent2>
        <a:accent3>
          <a:srgbClr val="FFFFFF"/>
        </a:accent3>
        <a:accent4>
          <a:srgbClr val="000000"/>
        </a:accent4>
        <a:accent5>
          <a:srgbClr val="AAE2CA"/>
        </a:accent5>
        <a:accent6>
          <a:srgbClr val="2D2DB7"/>
        </a:accent6>
        <a:hlink>
          <a:srgbClr val="CCCCFF"/>
        </a:hlink>
        <a:folHlink>
          <a:srgbClr val="B2B2B2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">
        <a:dk1>
          <a:srgbClr val="FFFFFF"/>
        </a:dk1>
        <a:lt1>
          <a:srgbClr val="0000FF"/>
        </a:lt1>
        <a:dk2>
          <a:srgbClr val="FFFF00"/>
        </a:dk2>
        <a:lt2>
          <a:srgbClr val="000000"/>
        </a:lt2>
        <a:accent1>
          <a:srgbClr val="FF9900"/>
        </a:accent1>
        <a:accent2>
          <a:srgbClr val="00FFFF"/>
        </a:accent2>
        <a:accent3>
          <a:srgbClr val="AAAAFF"/>
        </a:accent3>
        <a:accent4>
          <a:srgbClr val="DCDCDC"/>
        </a:accent4>
        <a:accent5>
          <a:srgbClr val="FFCAAA"/>
        </a:accent5>
        <a:accent6>
          <a:srgbClr val="00E5E5"/>
        </a:accent6>
        <a:hlink>
          <a:srgbClr val="FF0000"/>
        </a:hlink>
        <a:folHlink>
          <a:srgbClr val="969696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">
        <a:dk1>
          <a:srgbClr val="000000"/>
        </a:dk1>
        <a:lt1>
          <a:srgbClr val="FFFFCC"/>
        </a:lt1>
        <a:dk2>
          <a:srgbClr val="808000"/>
        </a:dk2>
        <a:lt2>
          <a:srgbClr val="666633"/>
        </a:lt2>
        <a:accent1>
          <a:srgbClr val="339933"/>
        </a:accent1>
        <a:accent2>
          <a:srgbClr val="800000"/>
        </a:accent2>
        <a:accent3>
          <a:srgbClr val="FFFFE2"/>
        </a:accent3>
        <a:accent4>
          <a:srgbClr val="000000"/>
        </a:accent4>
        <a:accent5>
          <a:srgbClr val="ADCAAD"/>
        </a:accent5>
        <a:accent6>
          <a:srgbClr val="720000"/>
        </a:accent6>
        <a:hlink>
          <a:srgbClr val="0033CC"/>
        </a:hlink>
        <a:folHlink>
          <a:srgbClr val="FFCC66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">
        <a:dk1>
          <a:srgbClr val="000000"/>
        </a:dk1>
        <a:lt1>
          <a:srgbClr val="FFFFFF"/>
        </a:lt1>
        <a:dk2>
          <a:srgbClr val="000000"/>
        </a:dk2>
        <a:lt2>
          <a:srgbClr val="333333"/>
        </a:lt2>
        <a:accent1>
          <a:srgbClr val="DDDDDD"/>
        </a:accent1>
        <a:accent2>
          <a:srgbClr val="808080"/>
        </a:accent2>
        <a:accent3>
          <a:srgbClr val="FFFFFF"/>
        </a:accent3>
        <a:accent4>
          <a:srgbClr val="000000"/>
        </a:accent4>
        <a:accent5>
          <a:srgbClr val="EBEBEB"/>
        </a:accent5>
        <a:accent6>
          <a:srgbClr val="727272"/>
        </a:accent6>
        <a:hlink>
          <a:srgbClr val="4D4D4D"/>
        </a:hlink>
        <a:folHlink>
          <a:srgbClr val="EAEAEA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FFCC66"/>
        </a:accent1>
        <a:accent2>
          <a:srgbClr val="0000FF"/>
        </a:accent2>
        <a:accent3>
          <a:srgbClr val="FFFFFF"/>
        </a:accent3>
        <a:accent4>
          <a:srgbClr val="000000"/>
        </a:accent4>
        <a:accent5>
          <a:srgbClr val="FFE2B9"/>
        </a:accent5>
        <a:accent6>
          <a:srgbClr val="0000E5"/>
        </a:accent6>
        <a:hlink>
          <a:srgbClr val="CC00CC"/>
        </a:hlink>
        <a:folHlink>
          <a:srgbClr val="C0C0C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C0C0C0"/>
        </a:accent1>
        <a:accent2>
          <a:srgbClr val="0066FF"/>
        </a:accent2>
        <a:accent3>
          <a:srgbClr val="FFFFFF"/>
        </a:accent3>
        <a:accent4>
          <a:srgbClr val="000000"/>
        </a:accent4>
        <a:accent5>
          <a:srgbClr val="DCDCDC"/>
        </a:accent5>
        <a:accent6>
          <a:srgbClr val="005BE5"/>
        </a:accent6>
        <a:hlink>
          <a:srgbClr val="FF0000"/>
        </a:hlink>
        <a:folHlink>
          <a:srgbClr val="0099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3399FF"/>
        </a:accent1>
        <a:accent2>
          <a:srgbClr val="99FFCC"/>
        </a:accent2>
        <a:accent3>
          <a:srgbClr val="FFFFFF"/>
        </a:accent3>
        <a:accent4>
          <a:srgbClr val="000000"/>
        </a:accent4>
        <a:accent5>
          <a:srgbClr val="ADCAFF"/>
        </a:accent5>
        <a:accent6>
          <a:srgbClr val="89E5B7"/>
        </a:accent6>
        <a:hlink>
          <a:srgbClr val="CC00CC"/>
        </a:hlink>
        <a:folHlink>
          <a:srgbClr val="B2B2B2"/>
        </a:folHlink>
      </a:clrScheme>
      <a:clrMap bg1="lt1" tx1="dk1" bg2="lt2" tx2="dk2" accent1="accent1" accent2="accent2" accent3="accent3" accent4="accent4" accent5="accent5" accent6="accent6" hlink="hlink" folHlink="folHlink"/>
    </a:extraClrScheme>
  </a:extraClrSchemeLst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>
  <a:themeElements>
    <a:clrScheme name="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00CC99"/>
      </a:accent1>
      <a:accent2>
        <a:srgbClr val="3333CC"/>
      </a:accent2>
      <a:accent3>
        <a:srgbClr val="FFFFFF"/>
      </a:accent3>
      <a:accent4>
        <a:srgbClr val="000000"/>
      </a:accent4>
      <a:accent5>
        <a:srgbClr val="AAE2CA"/>
      </a:accent5>
      <a:accent6>
        <a:srgbClr val="2D2DB7"/>
      </a:accent6>
      <a:hlink>
        <a:srgbClr val="CCCCFF"/>
      </a:hlink>
      <a:folHlink>
        <a:srgbClr val="B2B2B2"/>
      </a:folHlink>
    </a:clrScheme>
    <a:fontScheme name="">
      <a:majorFont>
        <a:latin typeface="Arial"/>
        <a:ea typeface="Microsoft YaHei"/>
        <a:cs typeface=""/>
      </a:majorFont>
      <a:minorFont>
        <a:latin typeface="Arial"/>
        <a:ea typeface="Microsoft YaHei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raClrSchemeLst>
    <a:extraClrScheme>
      <a:clrScheme name="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00CC99"/>
        </a:accent1>
        <a:accent2>
          <a:srgbClr val="3333CC"/>
        </a:accent2>
        <a:accent3>
          <a:srgbClr val="FFFFFF"/>
        </a:accent3>
        <a:accent4>
          <a:srgbClr val="000000"/>
        </a:accent4>
        <a:accent5>
          <a:srgbClr val="AAE2CA"/>
        </a:accent5>
        <a:accent6>
          <a:srgbClr val="2D2DB7"/>
        </a:accent6>
        <a:hlink>
          <a:srgbClr val="CCCCFF"/>
        </a:hlink>
        <a:folHlink>
          <a:srgbClr val="B2B2B2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">
        <a:dk1>
          <a:srgbClr val="FFFFFF"/>
        </a:dk1>
        <a:lt1>
          <a:srgbClr val="0000FF"/>
        </a:lt1>
        <a:dk2>
          <a:srgbClr val="FFFF00"/>
        </a:dk2>
        <a:lt2>
          <a:srgbClr val="000000"/>
        </a:lt2>
        <a:accent1>
          <a:srgbClr val="FF9900"/>
        </a:accent1>
        <a:accent2>
          <a:srgbClr val="00FFFF"/>
        </a:accent2>
        <a:accent3>
          <a:srgbClr val="AAAAFF"/>
        </a:accent3>
        <a:accent4>
          <a:srgbClr val="DCDCDC"/>
        </a:accent4>
        <a:accent5>
          <a:srgbClr val="FFCAAA"/>
        </a:accent5>
        <a:accent6>
          <a:srgbClr val="00E5E5"/>
        </a:accent6>
        <a:hlink>
          <a:srgbClr val="FF0000"/>
        </a:hlink>
        <a:folHlink>
          <a:srgbClr val="969696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">
        <a:dk1>
          <a:srgbClr val="000000"/>
        </a:dk1>
        <a:lt1>
          <a:srgbClr val="FFFFCC"/>
        </a:lt1>
        <a:dk2>
          <a:srgbClr val="808000"/>
        </a:dk2>
        <a:lt2>
          <a:srgbClr val="666633"/>
        </a:lt2>
        <a:accent1>
          <a:srgbClr val="339933"/>
        </a:accent1>
        <a:accent2>
          <a:srgbClr val="800000"/>
        </a:accent2>
        <a:accent3>
          <a:srgbClr val="FFFFE2"/>
        </a:accent3>
        <a:accent4>
          <a:srgbClr val="000000"/>
        </a:accent4>
        <a:accent5>
          <a:srgbClr val="ADCAAD"/>
        </a:accent5>
        <a:accent6>
          <a:srgbClr val="720000"/>
        </a:accent6>
        <a:hlink>
          <a:srgbClr val="0033CC"/>
        </a:hlink>
        <a:folHlink>
          <a:srgbClr val="FFCC66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">
        <a:dk1>
          <a:srgbClr val="000000"/>
        </a:dk1>
        <a:lt1>
          <a:srgbClr val="FFFFFF"/>
        </a:lt1>
        <a:dk2>
          <a:srgbClr val="000000"/>
        </a:dk2>
        <a:lt2>
          <a:srgbClr val="333333"/>
        </a:lt2>
        <a:accent1>
          <a:srgbClr val="DDDDDD"/>
        </a:accent1>
        <a:accent2>
          <a:srgbClr val="808080"/>
        </a:accent2>
        <a:accent3>
          <a:srgbClr val="FFFFFF"/>
        </a:accent3>
        <a:accent4>
          <a:srgbClr val="000000"/>
        </a:accent4>
        <a:accent5>
          <a:srgbClr val="EBEBEB"/>
        </a:accent5>
        <a:accent6>
          <a:srgbClr val="727272"/>
        </a:accent6>
        <a:hlink>
          <a:srgbClr val="4D4D4D"/>
        </a:hlink>
        <a:folHlink>
          <a:srgbClr val="EAEAEA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FFCC66"/>
        </a:accent1>
        <a:accent2>
          <a:srgbClr val="0000FF"/>
        </a:accent2>
        <a:accent3>
          <a:srgbClr val="FFFFFF"/>
        </a:accent3>
        <a:accent4>
          <a:srgbClr val="000000"/>
        </a:accent4>
        <a:accent5>
          <a:srgbClr val="FFE2B9"/>
        </a:accent5>
        <a:accent6>
          <a:srgbClr val="0000E5"/>
        </a:accent6>
        <a:hlink>
          <a:srgbClr val="CC00CC"/>
        </a:hlink>
        <a:folHlink>
          <a:srgbClr val="C0C0C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C0C0C0"/>
        </a:accent1>
        <a:accent2>
          <a:srgbClr val="0066FF"/>
        </a:accent2>
        <a:accent3>
          <a:srgbClr val="FFFFFF"/>
        </a:accent3>
        <a:accent4>
          <a:srgbClr val="000000"/>
        </a:accent4>
        <a:accent5>
          <a:srgbClr val="DCDCDC"/>
        </a:accent5>
        <a:accent6>
          <a:srgbClr val="005BE5"/>
        </a:accent6>
        <a:hlink>
          <a:srgbClr val="FF0000"/>
        </a:hlink>
        <a:folHlink>
          <a:srgbClr val="0099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3399FF"/>
        </a:accent1>
        <a:accent2>
          <a:srgbClr val="99FFCC"/>
        </a:accent2>
        <a:accent3>
          <a:srgbClr val="FFFFFF"/>
        </a:accent3>
        <a:accent4>
          <a:srgbClr val="000000"/>
        </a:accent4>
        <a:accent5>
          <a:srgbClr val="ADCAFF"/>
        </a:accent5>
        <a:accent6>
          <a:srgbClr val="89E5B7"/>
        </a:accent6>
        <a:hlink>
          <a:srgbClr val="CC00CC"/>
        </a:hlink>
        <a:folHlink>
          <a:srgbClr val="B2B2B2"/>
        </a:folHlink>
      </a:clrScheme>
      <a:clrMap bg1="lt1" tx1="dk1" bg2="lt2" tx2="dk2" accent1="accent1" accent2="accent2" accent3="accent3" accent4="accent4" accent5="accent5" accent6="accent6" hlink="hlink" folHlink="folHlink"/>
    </a:extraClrScheme>
  </a:extraClrSchemeLst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Office">
  <a:themeElements>
    <a:clrScheme name="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00CC99"/>
      </a:accent1>
      <a:accent2>
        <a:srgbClr val="3333CC"/>
      </a:accent2>
      <a:accent3>
        <a:srgbClr val="FFFFFF"/>
      </a:accent3>
      <a:accent4>
        <a:srgbClr val="000000"/>
      </a:accent4>
      <a:accent5>
        <a:srgbClr val="AAE2CA"/>
      </a:accent5>
      <a:accent6>
        <a:srgbClr val="2D2DB7"/>
      </a:accent6>
      <a:hlink>
        <a:srgbClr val="CCCCFF"/>
      </a:hlink>
      <a:folHlink>
        <a:srgbClr val="B2B2B2"/>
      </a:folHlink>
    </a:clrScheme>
    <a:fontScheme name="Cambria-Calibri">
      <a:majorFont>
        <a:latin typeface="Cambria"/>
        <a:ea typeface=""/>
        <a:cs typeface=""/>
        <a:font script="Jpan" typeface="ＭＳ 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明朝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 2007-2010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atMod val="350000"/>
                <a:shade val="99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ct:contentTypeSchema xmlns:ct="http://schemas.microsoft.com/office/2006/metadata/contentType" xmlns:ma="http://schemas.microsoft.com/office/2006/metadata/properties/metaAttributes" ct:_="" ma:_="" ma:contentTypeName="Документ" ma:contentTypeID="0x010100CB973167729B9844A7328B341F515C98" ma:contentTypeVersion="12" ma:contentTypeDescription="Создание документа." ma:contentTypeScope="" ma:versionID="d6ee7b10c34e512e5b0e393e1ebaa933">
  <xsd:schema xmlns:xsd="http://www.w3.org/2001/XMLSchema" xmlns:xs="http://www.w3.org/2001/XMLSchema" xmlns:p="http://schemas.microsoft.com/office/2006/metadata/properties" xmlns:ns2="d6ce6581-db8d-4dc6-8601-0a8e8076c593" xmlns:ns3="bbbe7e71-a692-48df-be9d-e5dc64190325" targetNamespace="http://schemas.microsoft.com/office/2006/metadata/properties" ma:root="true" ma:fieldsID="0b92462fc06dbb24bfa1325724e44fec" ns2:_="" ns3:_="">
    <xsd:import namespace="d6ce6581-db8d-4dc6-8601-0a8e8076c593"/>
    <xsd:import namespace="bbbe7e71-a692-48df-be9d-e5dc64190325"/>
    <xsd:element name="properties">
      <xsd:complexType>
        <xsd:sequence>
          <xsd:element name="documentManagement">
            <xsd:complexType>
              <xsd:all>
                <xsd:element ref="ns2:MediaServiceMetadata" minOccurs="0"/>
                <xsd:element ref="ns2:MediaServiceFastMetadata" minOccurs="0"/>
                <xsd:element ref="ns2:MediaServiceSearchProperties" minOccurs="0"/>
                <xsd:element ref="ns2:MediaServiceDateTaken" minOccurs="0"/>
                <xsd:element ref="ns2:MediaServiceObjectDetectorVersions" minOccurs="0"/>
                <xsd:element ref="ns2:MediaServiceGenerationTime" minOccurs="0"/>
                <xsd:element ref="ns2:MediaServiceEventHashCode" minOccurs="0"/>
                <xsd:element ref="ns2:MediaLengthInSeconds" minOccurs="0"/>
                <xsd:element ref="ns2:lcf76f155ced4ddcb4097134ff3c332f" minOccurs="0"/>
                <xsd:element ref="ns3:TaxCatchAll" minOccurs="0"/>
                <xsd:element ref="ns2:MediaServiceOCR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d6ce6581-db8d-4dc6-8601-0a8e8076c593" elementFormDefault="qualified">
    <xsd:import namespace="http://schemas.microsoft.com/office/2006/documentManagement/types"/>
    <xsd:import namespace="http://schemas.microsoft.com/office/infopath/2007/PartnerControls"/>
    <xsd:element name="MediaServiceMetadata" ma:index="8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9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SearchProperties" ma:index="10" nillable="true" ma:displayName="MediaServiceSearchProperties" ma:hidden="true" ma:internalName="MediaServiceSearchProperties" ma:readOnly="true">
      <xsd:simpleType>
        <xsd:restriction base="dms:Note"/>
      </xsd:simpleType>
    </xsd:element>
    <xsd:element name="MediaServiceDateTaken" ma:index="11" nillable="true" ma:displayName="MediaServiceDateTaken" ma:hidden="true" ma:indexed="true" ma:internalName="MediaServiceDateTaken" ma:readOnly="true">
      <xsd:simpleType>
        <xsd:restriction base="dms:Text"/>
      </xsd:simpleType>
    </xsd:element>
    <xsd:element name="MediaServiceObjectDetectorVersions" ma:index="12" nillable="true" ma:displayName="MediaServiceObjectDetectorVersions" ma:hidden="true" ma:indexed="true" ma:internalName="MediaServiceObjectDetectorVersions" ma:readOnly="true">
      <xsd:simpleType>
        <xsd:restriction base="dms:Text"/>
      </xsd:simpleType>
    </xsd:element>
    <xsd:element name="MediaServiceGenerationTime" ma:index="13" nillable="true" ma:displayName="MediaServiceGenerationTime" ma:hidden="true" ma:internalName="MediaServiceGenerationTime" ma:readOnly="true">
      <xsd:simpleType>
        <xsd:restriction base="dms:Text"/>
      </xsd:simpleType>
    </xsd:element>
    <xsd:element name="MediaServiceEventHashCode" ma:index="14" nillable="true" ma:displayName="MediaServiceEventHashCode" ma:hidden="true" ma:internalName="MediaServiceEventHashCode" ma:readOnly="true">
      <xsd:simpleType>
        <xsd:restriction base="dms:Text"/>
      </xsd:simpleType>
    </xsd:element>
    <xsd:element name="MediaLengthInSeconds" ma:index="15" nillable="true" ma:displayName="MediaLengthInSeconds" ma:hidden="true" ma:internalName="MediaLengthInSeconds" ma:readOnly="true">
      <xsd:simpleType>
        <xsd:restriction base="dms:Unknown"/>
      </xsd:simpleType>
    </xsd:element>
    <xsd:element name="lcf76f155ced4ddcb4097134ff3c332f" ma:index="17" nillable="true" ma:taxonomy="true" ma:internalName="lcf76f155ced4ddcb4097134ff3c332f" ma:taxonomyFieldName="MediaServiceImageTags" ma:displayName="Теги изображений" ma:readOnly="false" ma:fieldId="{5cf76f15-5ced-4ddc-b409-7134ff3c332f}" ma:taxonomyMulti="true" ma:sspId="168b2bcd-3960-4df8-afb5-1b38f073375d" ma:termSetId="09814cd3-568e-fe90-9814-8d621ff8fb84" ma:anchorId="fba54fb3-c3e1-fe81-a776-ca4b69148c4d" ma:open="true" ma:isKeyword="false">
      <xsd:complexType>
        <xsd:sequence>
          <xsd:element ref="pc:Terms" minOccurs="0" maxOccurs="1"/>
        </xsd:sequence>
      </xsd:complexType>
    </xsd:element>
    <xsd:element name="MediaServiceOCR" ma:index="19" nillable="true" ma:displayName="Extracted Text" ma:internalName="MediaServiceOCR" ma:readOnly="true">
      <xsd:simpleType>
        <xsd:restriction base="dms:Note">
          <xsd:maxLength value="255"/>
        </xsd:restriction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bbbe7e71-a692-48df-be9d-e5dc64190325" elementFormDefault="qualified">
    <xsd:import namespace="http://schemas.microsoft.com/office/2006/documentManagement/types"/>
    <xsd:import namespace="http://schemas.microsoft.com/office/infopath/2007/PartnerControls"/>
    <xsd:element name="TaxCatchAll" ma:index="18" nillable="true" ma:displayName="Taxonomy Catch All Column" ma:hidden="true" ma:list="{92df2618-9916-4c02-9aa1-42dcc332f6bf}" ma:internalName="TaxCatchAll" ma:showField="CatchAllData" ma:web="bbbe7e71-a692-48df-be9d-e5dc64190325">
      <xsd:complexType>
        <xsd:complexContent>
          <xsd:extension base="dms:MultiChoiceLookup">
            <xsd:sequence>
              <xsd:element name="Value" type="dms:Lookup" maxOccurs="unbounded" minOccurs="0" nillable="true"/>
            </xsd:sequence>
          </xsd:extension>
        </xsd:complexContent>
      </xsd:complex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Тип контента"/>
        <xsd:element ref="dc:title" minOccurs="0" maxOccurs="1" ma:index="4" ma:displayName="Название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2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3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>
    <TaxCatchAll xmlns="bbbe7e71-a692-48df-be9d-e5dc64190325" xsi:nil="true"/>
    <lcf76f155ced4ddcb4097134ff3c332f xmlns="d6ce6581-db8d-4dc6-8601-0a8e8076c593">
      <Terms xmlns="http://schemas.microsoft.com/office/infopath/2007/PartnerControls"/>
    </lcf76f155ced4ddcb4097134ff3c332f>
  </documentManagement>
</p:properties>
</file>

<file path=customXml/itemProps1.xml><?xml version="1.0" encoding="utf-8"?>
<ds:datastoreItem xmlns:ds="http://schemas.openxmlformats.org/officeDocument/2006/customXml" ds:itemID="{E54D121E-7ECA-4CB0-BC8B-9F5128CAAA66}"/>
</file>

<file path=customXml/itemProps2.xml><?xml version="1.0" encoding="utf-8"?>
<ds:datastoreItem xmlns:ds="http://schemas.openxmlformats.org/officeDocument/2006/customXml" ds:itemID="{905469D3-183B-413A-B70B-72D0559C8ED2}"/>
</file>

<file path=customXml/itemProps3.xml><?xml version="1.0" encoding="utf-8"?>
<ds:datastoreItem xmlns:ds="http://schemas.openxmlformats.org/officeDocument/2006/customXml" ds:itemID="{9F997D77-4DFF-4FE2-8C71-A346371F5D2E}"/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17034</Words>
  <Application>WPS Presentation</Application>
  <PresentationFormat/>
  <Paragraphs>344</Paragraphs>
  <Slides>36</Slides>
  <Notes>0</Notes>
  <HiddenSlides>0</HiddenSlides>
  <MMClips>0</MMClips>
  <ScaleCrop>false</ScaleCrop>
  <HeadingPairs>
    <vt:vector size="6" baseType="variant">
      <vt:variant>
        <vt:lpstr>已用的字体</vt:lpstr>
      </vt:variant>
      <vt:variant>
        <vt:i4>8</vt:i4>
      </vt:variant>
      <vt:variant>
        <vt:lpstr>主题</vt:lpstr>
      </vt:variant>
      <vt:variant>
        <vt:i4>2</vt:i4>
      </vt:variant>
      <vt:variant>
        <vt:lpstr>幻灯片标题</vt:lpstr>
      </vt:variant>
      <vt:variant>
        <vt:i4>36</vt:i4>
      </vt:variant>
    </vt:vector>
  </HeadingPairs>
  <TitlesOfParts>
    <vt:vector size="46" baseType="lpstr">
      <vt:lpstr>Arial</vt:lpstr>
      <vt:lpstr>SimSun</vt:lpstr>
      <vt:lpstr>Wingdings</vt:lpstr>
      <vt:lpstr>Times New Roman</vt:lpstr>
      <vt:lpstr>Microsoft YaHei</vt:lpstr>
      <vt:lpstr>Arial Black</vt:lpstr>
      <vt:lpstr>Arial Unicode MS</vt:lpstr>
      <vt:lpstr>Arial Unicode MS</vt:lpstr>
      <vt:lpstr/>
      <vt:lpstr/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</vt:vector>
  </TitlesOfParts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/>
  <cp:lastModifiedBy>Александр Загор�</cp:lastModifiedBy>
  <cp:revision>83</cp:revision>
  <dcterms:created xsi:type="dcterms:W3CDTF">2005-09-22T16:26:00Z</dcterms:created>
  <dcterms:modified xsi:type="dcterms:W3CDTF">2026-06-17T13:15:54Z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ICV">
    <vt:lpwstr>88202296253F431A9DC5B73F9C110873_12</vt:lpwstr>
  </property>
  <property fmtid="{D5CDD505-2E9C-101B-9397-08002B2CF9AE}" pid="3" name="KSOProductBuildVer">
    <vt:lpwstr>1033-12.1.0.26880</vt:lpwstr>
  </property>
  <property fmtid="{D5CDD505-2E9C-101B-9397-08002B2CF9AE}" pid="4" name="ContentTypeId">
    <vt:lpwstr>0x010100CB973167729B9844A7328B341F515C98</vt:lpwstr>
  </property>
</Properties>
</file>