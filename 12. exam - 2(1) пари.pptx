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258" r:id="rId7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2" userDrawn="1">
          <p15:clr>
            <a:srgbClr val="A4A3A4"/>
          </p15:clr>
        </p15:guide>
        <p15:guide id="2" pos="2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82"/>
        <p:guide pos="2833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3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3.xml"/><Relationship Id="rId12" Type="http://schemas.openxmlformats.org/officeDocument/2006/relationships/customXml" Target="../customXml/item2.xml"/><Relationship Id="rId2" Type="http://schemas.openxmlformats.org/officeDocument/2006/relationships/theme" Target="theme/theme1.xml"/><Relationship Id="rId6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9" Type="http://schemas.openxmlformats.org/officeDocument/2006/relationships/viewProps" Target="viewProps.xml"/><Relationship Id="rId4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bab8cbdb2c0943f5cf31383e2f614e8c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materials.itstep.org/content/e06fc8be-5be1-44c0-a2ff-818a49c01577/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Final Project</a:t>
            </a:r>
            <a:endParaRPr 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O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70" y="4328795"/>
            <a:ext cx="5422265" cy="24834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Вимоги до проєкту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6" charset="0"/>
                <a:hlinkClick r:id="rId1" tooltip="" action="ppaction://hlinkfile"/>
              </a:rPr>
              <a:t>https://gist.github.com/sunmeat/bab8cbdb2c0943f5cf31383e2f614e8c</a:t>
            </a: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Альтернативні завдання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en-US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ctr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6" charset="0"/>
                <a:hlinkClick r:id="rId1" tooltip="" action="ppaction://hlinkfile"/>
              </a:rPr>
              <a:t>https://materials.itstep.org/content/e06fc8be-5be1-44c0-a2ff-818a49c01577/uk</a:t>
            </a:r>
            <a:endParaRPr lang="ru-RU" altLang="en-US" sz="3200" b="1" dirty="0" err="1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60A4D1A-46BF-4ED8-B3BE-DD09105DE52C}"/>
</file>

<file path=customXml/itemProps2.xml><?xml version="1.0" encoding="utf-8"?>
<ds:datastoreItem xmlns:ds="http://schemas.openxmlformats.org/officeDocument/2006/customXml" ds:itemID="{1BBD9DB1-E0B3-4A52-A82F-F7C72E83F762}"/>
</file>

<file path=customXml/itemProps3.xml><?xml version="1.0" encoding="utf-8"?>
<ds:datastoreItem xmlns:ds="http://schemas.openxmlformats.org/officeDocument/2006/customXml" ds:itemID="{FB394EFE-61AA-4611-9616-89FB4BB4CC4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WPS Presentation</Application>
  <PresentationFormat/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71</cp:revision>
  <dcterms:created xsi:type="dcterms:W3CDTF">2005-09-22T16:26:00Z</dcterms:created>
  <dcterms:modified xsi:type="dcterms:W3CDTF">2026-06-19T14:04:05Z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